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 id="2147483793" r:id="rId5"/>
  </p:sldMasterIdLst>
  <p:notesMasterIdLst>
    <p:notesMasterId r:id="rId33"/>
  </p:notesMasterIdLst>
  <p:sldIdLst>
    <p:sldId id="2147376153" r:id="rId6"/>
    <p:sldId id="2147376129" r:id="rId7"/>
    <p:sldId id="2147376122" r:id="rId8"/>
    <p:sldId id="2147376145" r:id="rId9"/>
    <p:sldId id="2147376123" r:id="rId10"/>
    <p:sldId id="461" r:id="rId11"/>
    <p:sldId id="2147376134" r:id="rId12"/>
    <p:sldId id="444" r:id="rId13"/>
    <p:sldId id="445" r:id="rId14"/>
    <p:sldId id="449" r:id="rId15"/>
    <p:sldId id="2147376124" r:id="rId16"/>
    <p:sldId id="2147376151" r:id="rId17"/>
    <p:sldId id="2147376148" r:id="rId18"/>
    <p:sldId id="2147376147" r:id="rId19"/>
    <p:sldId id="3432" r:id="rId20"/>
    <p:sldId id="2147376130" r:id="rId21"/>
    <p:sldId id="2540" r:id="rId22"/>
    <p:sldId id="2147376158" r:id="rId23"/>
    <p:sldId id="2147376125" r:id="rId24"/>
    <p:sldId id="2146847663" r:id="rId25"/>
    <p:sldId id="2147376146" r:id="rId26"/>
    <p:sldId id="2147376142" r:id="rId27"/>
    <p:sldId id="2147376152" r:id="rId28"/>
    <p:sldId id="2147376126" r:id="rId29"/>
    <p:sldId id="2147376133" r:id="rId30"/>
    <p:sldId id="2147376144" r:id="rId31"/>
    <p:sldId id="669" r:id="rId32"/>
  </p:sldIdLst>
  <p:sldSz cx="12192000" cy="6858000"/>
  <p:notesSz cx="6858000" cy="9144000"/>
  <p:embeddedFontLst>
    <p:embeddedFont>
      <p:font typeface="Circular Std Bold" panose="020B0604020202020204" charset="0"/>
      <p:regular r:id="rId34"/>
      <p:bold r:id="rId35"/>
      <p:italic r:id="rId36"/>
      <p:boldItalic r:id="rId37"/>
    </p:embeddedFont>
    <p:embeddedFont>
      <p:font typeface="Open Sans" panose="020B0606030504020204" pitchFamily="34" charset="0"/>
      <p:regular r:id="rId38"/>
      <p:bold r:id="rId39"/>
      <p:italic r:id="rId40"/>
      <p:boldItalic r:id="rId41"/>
    </p:embeddedFont>
    <p:embeddedFont>
      <p:font typeface="Poppins" panose="00000500000000000000" pitchFamily="2" charset="0"/>
      <p:regular r:id="rId42"/>
      <p:bold r:id="rId43"/>
      <p:italic r:id="rId44"/>
      <p:boldItalic r:id="rId45"/>
    </p:embeddedFont>
    <p:embeddedFont>
      <p:font typeface="Roboto Condensed" panose="02000000000000000000" pitchFamily="2" charset="0"/>
      <p:regular r:id="rId46"/>
      <p:bold r:id="rId47"/>
      <p:italic r:id="rId48"/>
      <p:boldItalic r:id="rId49"/>
    </p:embeddedFont>
    <p:embeddedFont>
      <p:font typeface="Source Sans Pro" panose="020B0503030403020204" pitchFamily="34" charset="0"/>
      <p:regular r:id="rId50"/>
      <p:bold r:id="rId51"/>
      <p:italic r:id="rId52"/>
      <p:boldItalic r:id="rId5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6B3CACF-7CF3-417E-BDCC-8681F011C8D0}">
          <p14:sldIdLst>
            <p14:sldId id="2147376153"/>
            <p14:sldId id="2147376129"/>
            <p14:sldId id="2147376122"/>
            <p14:sldId id="2147376145"/>
            <p14:sldId id="2147376123"/>
            <p14:sldId id="461"/>
            <p14:sldId id="2147376134"/>
            <p14:sldId id="444"/>
            <p14:sldId id="445"/>
            <p14:sldId id="449"/>
            <p14:sldId id="2147376124"/>
            <p14:sldId id="2147376151"/>
            <p14:sldId id="2147376148"/>
            <p14:sldId id="2147376147"/>
            <p14:sldId id="3432"/>
            <p14:sldId id="2147376130"/>
            <p14:sldId id="2540"/>
            <p14:sldId id="2147376158"/>
            <p14:sldId id="2147376125"/>
            <p14:sldId id="2146847663"/>
            <p14:sldId id="2147376146"/>
            <p14:sldId id="2147376142"/>
            <p14:sldId id="2147376152"/>
            <p14:sldId id="2147376126"/>
            <p14:sldId id="2147376133"/>
            <p14:sldId id="2147376144"/>
            <p14:sldId id="669"/>
          </p14:sldIdLst>
        </p14:section>
      </p14:sectionLst>
    </p:ext>
    <p:ext uri="{EFAFB233-063F-42B5-8137-9DF3F51BA10A}">
      <p15:sldGuideLst xmlns:p15="http://schemas.microsoft.com/office/powerpoint/2012/main">
        <p15:guide id="1" orient="horz" pos="459" userDrawn="1">
          <p15:clr>
            <a:srgbClr val="A4A3A4"/>
          </p15:clr>
        </p15:guide>
        <p15:guide id="2" pos="178" userDrawn="1">
          <p15:clr>
            <a:srgbClr val="A4A3A4"/>
          </p15:clr>
        </p15:guide>
        <p15:guide id="3" orient="horz" pos="4042" userDrawn="1">
          <p15:clr>
            <a:srgbClr val="A4A3A4"/>
          </p15:clr>
        </p15:guide>
        <p15:guide id="5" pos="749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9E3A139-DB5F-5491-3801-BEBBFA363893}" name="Bhavin Virani" initials="BV" userId="S::bhavin.virani@compliancequest.com::bf0b72ea-01ff-4e38-b38a-550751833b6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mit Jangada" initials="AJ" lastIdx="4" clrIdx="0">
    <p:extLst>
      <p:ext uri="{19B8F6BF-5375-455C-9EA6-DF929625EA0E}">
        <p15:presenceInfo xmlns:p15="http://schemas.microsoft.com/office/powerpoint/2012/main" userId="S::amit.jangada@compliancequest.com::57a011d1-6152-453a-a870-4b16145103b8" providerId="AD"/>
      </p:ext>
    </p:extLst>
  </p:cmAuthor>
  <p:cmAuthor id="2" name="Srinath Balur" initials="SB" lastIdx="4" clrIdx="1">
    <p:extLst>
      <p:ext uri="{19B8F6BF-5375-455C-9EA6-DF929625EA0E}">
        <p15:presenceInfo xmlns:p15="http://schemas.microsoft.com/office/powerpoint/2012/main" userId="S::srinath.balur@compliancequest.com::1cdefa43-039b-4f3f-a03f-7d3422c21829" providerId="AD"/>
      </p:ext>
    </p:extLst>
  </p:cmAuthor>
  <p:cmAuthor id="3" name="Divya Bharathi" initials="DB" lastIdx="1" clrIdx="2">
    <p:extLst>
      <p:ext uri="{19B8F6BF-5375-455C-9EA6-DF929625EA0E}">
        <p15:presenceInfo xmlns:p15="http://schemas.microsoft.com/office/powerpoint/2012/main" userId="S::divya.bharathi@compliancequest.com::48090667-1975-455d-9114-9084079a63d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4848"/>
    <a:srgbClr val="0070C0"/>
    <a:srgbClr val="EE7D09"/>
    <a:srgbClr val="3FC7F2"/>
    <a:srgbClr val="87A905"/>
    <a:srgbClr val="003363"/>
    <a:srgbClr val="002060"/>
    <a:srgbClr val="F6F6F6"/>
    <a:srgbClr val="2B09BD"/>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52CBB8-C25C-4270-BC73-0B573BEB9AA6}" v="7" dt="2026-04-13T14:25:44.348"/>
  </p1510:revLst>
</p1510:revInfo>
</file>

<file path=ppt/tableStyles.xml><?xml version="1.0" encoding="utf-8"?>
<a:tblStyleLst xmlns:a="http://schemas.openxmlformats.org/drawingml/2006/main" def="{5C22544A-7EE6-4342-B048-85BDC9FD1C3A}">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guide orient="horz" pos="459"/>
        <p:guide pos="178"/>
        <p:guide orient="horz" pos="4042"/>
        <p:guide pos="749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font" Target="fonts/font6.fntdata"/><Relationship Id="rId21" Type="http://schemas.openxmlformats.org/officeDocument/2006/relationships/slide" Target="slides/slide16.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font" Target="fonts/font17.fntdata"/><Relationship Id="rId55"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3" Type="http://schemas.openxmlformats.org/officeDocument/2006/relationships/font" Target="fonts/font20.fntdata"/><Relationship Id="rId58" Type="http://schemas.openxmlformats.org/officeDocument/2006/relationships/tableStyles" Target="tableStyles.xml"/><Relationship Id="rId5" Type="http://schemas.openxmlformats.org/officeDocument/2006/relationships/slideMaster" Target="slideMasters/slideMaster2.xml"/><Relationship Id="rId61" Type="http://schemas.microsoft.com/office/2018/10/relationships/authors" Target="author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font" Target="fonts/font15.fntdata"/><Relationship Id="rId56"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font" Target="fonts/font18.fntdata"/><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59" Type="http://schemas.microsoft.com/office/2016/11/relationships/changesInfo" Target="changesInfos/changesInfo1.xml"/><Relationship Id="rId20" Type="http://schemas.openxmlformats.org/officeDocument/2006/relationships/slide" Target="slides/slide15.xml"/><Relationship Id="rId41" Type="http://schemas.openxmlformats.org/officeDocument/2006/relationships/font" Target="fonts/font8.fntdata"/><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font" Target="fonts/font3.fntdata"/><Relationship Id="rId49" Type="http://schemas.openxmlformats.org/officeDocument/2006/relationships/font" Target="fonts/font16.fntdata"/><Relationship Id="rId57" Type="http://schemas.openxmlformats.org/officeDocument/2006/relationships/theme" Target="theme/theme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font" Target="fonts/font11.fntdata"/><Relationship Id="rId52" Type="http://schemas.openxmlformats.org/officeDocument/2006/relationships/font" Target="fonts/font19.fntdata"/><Relationship Id="rId6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vin Virani" userId="bf0b72ea-01ff-4e38-b38a-550751833b62" providerId="ADAL" clId="{84C89EEC-20C0-40F2-961B-69896D676A13}"/>
    <pc:docChg chg="undo custSel addSld delSld modSld">
      <pc:chgData name="Bhavin Virani" userId="bf0b72ea-01ff-4e38-b38a-550751833b62" providerId="ADAL" clId="{84C89EEC-20C0-40F2-961B-69896D676A13}" dt="2026-04-13T14:25:44.348" v="440" actId="20578"/>
      <pc:docMkLst>
        <pc:docMk/>
      </pc:docMkLst>
      <pc:sldChg chg="modSp mod">
        <pc:chgData name="Bhavin Virani" userId="bf0b72ea-01ff-4e38-b38a-550751833b62" providerId="ADAL" clId="{84C89EEC-20C0-40F2-961B-69896D676A13}" dt="2026-04-13T13:27:37.632" v="193" actId="20577"/>
        <pc:sldMkLst>
          <pc:docMk/>
          <pc:sldMk cId="2094707346" sldId="444"/>
        </pc:sldMkLst>
        <pc:graphicFrameChg chg="modGraphic">
          <ac:chgData name="Bhavin Virani" userId="bf0b72ea-01ff-4e38-b38a-550751833b62" providerId="ADAL" clId="{84C89EEC-20C0-40F2-961B-69896D676A13}" dt="2026-04-13T13:27:37.632" v="193" actId="20577"/>
          <ac:graphicFrameMkLst>
            <pc:docMk/>
            <pc:sldMk cId="2094707346" sldId="444"/>
            <ac:graphicFrameMk id="3" creationId="{24C3B5CD-9136-5E03-86AD-D85619139C8E}"/>
          </ac:graphicFrameMkLst>
        </pc:graphicFrameChg>
      </pc:sldChg>
      <pc:sldChg chg="addSp modSp mod">
        <pc:chgData name="Bhavin Virani" userId="bf0b72ea-01ff-4e38-b38a-550751833b62" providerId="ADAL" clId="{84C89EEC-20C0-40F2-961B-69896D676A13}" dt="2026-04-13T13:24:26.227" v="63" actId="13822"/>
        <pc:sldMkLst>
          <pc:docMk/>
          <pc:sldMk cId="1674287317" sldId="2540"/>
        </pc:sldMkLst>
        <pc:spChg chg="add mod">
          <ac:chgData name="Bhavin Virani" userId="bf0b72ea-01ff-4e38-b38a-550751833b62" providerId="ADAL" clId="{84C89EEC-20C0-40F2-961B-69896D676A13}" dt="2026-04-13T13:24:26.227" v="63" actId="13822"/>
          <ac:spMkLst>
            <pc:docMk/>
            <pc:sldMk cId="1674287317" sldId="2540"/>
            <ac:spMk id="2" creationId="{CC47FBD6-4B92-85B1-7096-E3E6129AFBD6}"/>
          </ac:spMkLst>
        </pc:spChg>
        <pc:spChg chg="mod">
          <ac:chgData name="Bhavin Virani" userId="bf0b72ea-01ff-4e38-b38a-550751833b62" providerId="ADAL" clId="{84C89EEC-20C0-40F2-961B-69896D676A13}" dt="2026-04-13T13:22:49.482" v="21" actId="13926"/>
          <ac:spMkLst>
            <pc:docMk/>
            <pc:sldMk cId="1674287317" sldId="2540"/>
            <ac:spMk id="4" creationId="{81468B9C-3E09-6551-841B-C7DE1285CFAF}"/>
          </ac:spMkLst>
        </pc:spChg>
      </pc:sldChg>
      <pc:sldChg chg="modSp mod">
        <pc:chgData name="Bhavin Virani" userId="bf0b72ea-01ff-4e38-b38a-550751833b62" providerId="ADAL" clId="{84C89EEC-20C0-40F2-961B-69896D676A13}" dt="2026-04-13T13:25:14.889" v="69" actId="13926"/>
        <pc:sldMkLst>
          <pc:docMk/>
          <pc:sldMk cId="1493165062" sldId="2146847663"/>
        </pc:sldMkLst>
        <pc:graphicFrameChg chg="modGraphic">
          <ac:chgData name="Bhavin Virani" userId="bf0b72ea-01ff-4e38-b38a-550751833b62" providerId="ADAL" clId="{84C89EEC-20C0-40F2-961B-69896D676A13}" dt="2026-04-13T13:25:14.889" v="69" actId="13926"/>
          <ac:graphicFrameMkLst>
            <pc:docMk/>
            <pc:sldMk cId="1493165062" sldId="2146847663"/>
            <ac:graphicFrameMk id="4" creationId="{1F206F9D-D1C0-E84B-AB3D-7815480756E3}"/>
          </ac:graphicFrameMkLst>
        </pc:graphicFrameChg>
      </pc:sldChg>
      <pc:sldChg chg="modSp mod">
        <pc:chgData name="Bhavin Virani" userId="bf0b72ea-01ff-4e38-b38a-550751833b62" providerId="ADAL" clId="{84C89EEC-20C0-40F2-961B-69896D676A13}" dt="2026-04-13T14:25:44.348" v="440" actId="20578"/>
        <pc:sldMkLst>
          <pc:docMk/>
          <pc:sldMk cId="4072381126" sldId="2147376133"/>
        </pc:sldMkLst>
        <pc:spChg chg="mod">
          <ac:chgData name="Bhavin Virani" userId="bf0b72ea-01ff-4e38-b38a-550751833b62" providerId="ADAL" clId="{84C89EEC-20C0-40F2-961B-69896D676A13}" dt="2026-04-13T14:24:09.357" v="194" actId="6549"/>
          <ac:spMkLst>
            <pc:docMk/>
            <pc:sldMk cId="4072381126" sldId="2147376133"/>
            <ac:spMk id="29" creationId="{BC6CF73E-D970-8E73-B4EA-5871B88A6D48}"/>
          </ac:spMkLst>
        </pc:spChg>
        <pc:spChg chg="mod">
          <ac:chgData name="Bhavin Virani" userId="bf0b72ea-01ff-4e38-b38a-550751833b62" providerId="ADAL" clId="{84C89EEC-20C0-40F2-961B-69896D676A13}" dt="2026-04-13T14:25:44.348" v="440" actId="20578"/>
          <ac:spMkLst>
            <pc:docMk/>
            <pc:sldMk cId="4072381126" sldId="2147376133"/>
            <ac:spMk id="69" creationId="{CB3B64FB-4886-1160-613B-A39241CE4E42}"/>
          </ac:spMkLst>
        </pc:spChg>
        <pc:spChg chg="mod">
          <ac:chgData name="Bhavin Virani" userId="bf0b72ea-01ff-4e38-b38a-550751833b62" providerId="ADAL" clId="{84C89EEC-20C0-40F2-961B-69896D676A13}" dt="2026-04-13T14:24:19.762" v="195" actId="6549"/>
          <ac:spMkLst>
            <pc:docMk/>
            <pc:sldMk cId="4072381126" sldId="2147376133"/>
            <ac:spMk id="70" creationId="{5FDB5787-C89E-26AC-8C5B-6FBF805C4353}"/>
          </ac:spMkLst>
        </pc:spChg>
      </pc:sldChg>
      <pc:sldChg chg="modSp mod">
        <pc:chgData name="Bhavin Virani" userId="bf0b72ea-01ff-4e38-b38a-550751833b62" providerId="ADAL" clId="{84C89EEC-20C0-40F2-961B-69896D676A13}" dt="2026-04-13T13:26:00.899" v="142" actId="20577"/>
        <pc:sldMkLst>
          <pc:docMk/>
          <pc:sldMk cId="2567840335" sldId="2147376142"/>
        </pc:sldMkLst>
        <pc:graphicFrameChg chg="modGraphic">
          <ac:chgData name="Bhavin Virani" userId="bf0b72ea-01ff-4e38-b38a-550751833b62" providerId="ADAL" clId="{84C89EEC-20C0-40F2-961B-69896D676A13}" dt="2026-04-13T13:26:00.899" v="142" actId="20577"/>
          <ac:graphicFrameMkLst>
            <pc:docMk/>
            <pc:sldMk cId="2567840335" sldId="2147376142"/>
            <ac:graphicFrameMk id="4" creationId="{1F206F9D-D1C0-E84B-AB3D-7815480756E3}"/>
          </ac:graphicFrameMkLst>
        </pc:graphicFrameChg>
      </pc:sldChg>
      <pc:sldChg chg="modSp mod">
        <pc:chgData name="Bhavin Virani" userId="bf0b72ea-01ff-4e38-b38a-550751833b62" providerId="ADAL" clId="{84C89EEC-20C0-40F2-961B-69896D676A13}" dt="2026-04-13T13:20:05.756" v="8" actId="13926"/>
        <pc:sldMkLst>
          <pc:docMk/>
          <pc:sldMk cId="805924071" sldId="2147376145"/>
        </pc:sldMkLst>
        <pc:spChg chg="mod">
          <ac:chgData name="Bhavin Virani" userId="bf0b72ea-01ff-4e38-b38a-550751833b62" providerId="ADAL" clId="{84C89EEC-20C0-40F2-961B-69896D676A13}" dt="2026-04-13T13:19:42.025" v="1" actId="13926"/>
          <ac:spMkLst>
            <pc:docMk/>
            <pc:sldMk cId="805924071" sldId="2147376145"/>
            <ac:spMk id="7" creationId="{CFE8223A-D84A-B8CB-485D-7C0D5D5C0A53}"/>
          </ac:spMkLst>
        </pc:spChg>
        <pc:spChg chg="mod">
          <ac:chgData name="Bhavin Virani" userId="bf0b72ea-01ff-4e38-b38a-550751833b62" providerId="ADAL" clId="{84C89EEC-20C0-40F2-961B-69896D676A13}" dt="2026-04-13T13:19:42.025" v="1" actId="13926"/>
          <ac:spMkLst>
            <pc:docMk/>
            <pc:sldMk cId="805924071" sldId="2147376145"/>
            <ac:spMk id="16" creationId="{C1971D7B-4223-F3B0-9335-84539427B344}"/>
          </ac:spMkLst>
        </pc:spChg>
        <pc:spChg chg="mod">
          <ac:chgData name="Bhavin Virani" userId="bf0b72ea-01ff-4e38-b38a-550751833b62" providerId="ADAL" clId="{84C89EEC-20C0-40F2-961B-69896D676A13}" dt="2026-04-13T13:19:42.025" v="1" actId="13926"/>
          <ac:spMkLst>
            <pc:docMk/>
            <pc:sldMk cId="805924071" sldId="2147376145"/>
            <ac:spMk id="18" creationId="{77F665E0-F4CB-FA69-0A4E-9A030722A2A5}"/>
          </ac:spMkLst>
        </pc:spChg>
        <pc:spChg chg="mod">
          <ac:chgData name="Bhavin Virani" userId="bf0b72ea-01ff-4e38-b38a-550751833b62" providerId="ADAL" clId="{84C89EEC-20C0-40F2-961B-69896D676A13}" dt="2026-04-13T13:19:42.025" v="1" actId="13926"/>
          <ac:spMkLst>
            <pc:docMk/>
            <pc:sldMk cId="805924071" sldId="2147376145"/>
            <ac:spMk id="21" creationId="{307E1873-3101-0887-FD06-97A8E86AACA4}"/>
          </ac:spMkLst>
        </pc:spChg>
        <pc:spChg chg="mod">
          <ac:chgData name="Bhavin Virani" userId="bf0b72ea-01ff-4e38-b38a-550751833b62" providerId="ADAL" clId="{84C89EEC-20C0-40F2-961B-69896D676A13}" dt="2026-04-13T13:19:42.025" v="1" actId="13926"/>
          <ac:spMkLst>
            <pc:docMk/>
            <pc:sldMk cId="805924071" sldId="2147376145"/>
            <ac:spMk id="26" creationId="{B5437B3A-3439-7377-A33E-C28261A706E8}"/>
          </ac:spMkLst>
        </pc:spChg>
        <pc:spChg chg="mod">
          <ac:chgData name="Bhavin Virani" userId="bf0b72ea-01ff-4e38-b38a-550751833b62" providerId="ADAL" clId="{84C89EEC-20C0-40F2-961B-69896D676A13}" dt="2026-04-13T13:19:42.025" v="1" actId="13926"/>
          <ac:spMkLst>
            <pc:docMk/>
            <pc:sldMk cId="805924071" sldId="2147376145"/>
            <ac:spMk id="28" creationId="{7CC3D83C-3755-617D-1C6B-34823183E84D}"/>
          </ac:spMkLst>
        </pc:spChg>
        <pc:spChg chg="mod">
          <ac:chgData name="Bhavin Virani" userId="bf0b72ea-01ff-4e38-b38a-550751833b62" providerId="ADAL" clId="{84C89EEC-20C0-40F2-961B-69896D676A13}" dt="2026-04-13T13:19:48.225" v="2" actId="13926"/>
          <ac:spMkLst>
            <pc:docMk/>
            <pc:sldMk cId="805924071" sldId="2147376145"/>
            <ac:spMk id="30" creationId="{61B8EE88-C168-E55E-7F9D-ADA69D8D2CCE}"/>
          </ac:spMkLst>
        </pc:spChg>
        <pc:spChg chg="mod">
          <ac:chgData name="Bhavin Virani" userId="bf0b72ea-01ff-4e38-b38a-550751833b62" providerId="ADAL" clId="{84C89EEC-20C0-40F2-961B-69896D676A13}" dt="2026-04-13T13:19:51.428" v="3" actId="13926"/>
          <ac:spMkLst>
            <pc:docMk/>
            <pc:sldMk cId="805924071" sldId="2147376145"/>
            <ac:spMk id="31" creationId="{5EC83332-A35A-8434-D27D-5658AE3F5F01}"/>
          </ac:spMkLst>
        </pc:spChg>
        <pc:spChg chg="mod">
          <ac:chgData name="Bhavin Virani" userId="bf0b72ea-01ff-4e38-b38a-550751833b62" providerId="ADAL" clId="{84C89EEC-20C0-40F2-961B-69896D676A13}" dt="2026-04-13T13:19:53.725" v="4" actId="13926"/>
          <ac:spMkLst>
            <pc:docMk/>
            <pc:sldMk cId="805924071" sldId="2147376145"/>
            <ac:spMk id="34" creationId="{3B38D75F-31CA-3BF2-25D8-06D28EE1A8EF}"/>
          </ac:spMkLst>
        </pc:spChg>
        <pc:spChg chg="mod">
          <ac:chgData name="Bhavin Virani" userId="bf0b72ea-01ff-4e38-b38a-550751833b62" providerId="ADAL" clId="{84C89EEC-20C0-40F2-961B-69896D676A13}" dt="2026-04-13T13:19:56.515" v="5" actId="13926"/>
          <ac:spMkLst>
            <pc:docMk/>
            <pc:sldMk cId="805924071" sldId="2147376145"/>
            <ac:spMk id="35" creationId="{6F15E53C-3329-B9B1-443F-EA4AB6194B83}"/>
          </ac:spMkLst>
        </pc:spChg>
        <pc:spChg chg="mod">
          <ac:chgData name="Bhavin Virani" userId="bf0b72ea-01ff-4e38-b38a-550751833b62" providerId="ADAL" clId="{84C89EEC-20C0-40F2-961B-69896D676A13}" dt="2026-04-13T13:19:59.195" v="6" actId="13926"/>
          <ac:spMkLst>
            <pc:docMk/>
            <pc:sldMk cId="805924071" sldId="2147376145"/>
            <ac:spMk id="36" creationId="{D194C80D-5B2B-89D6-63AD-6AB4CDB6DB52}"/>
          </ac:spMkLst>
        </pc:spChg>
        <pc:spChg chg="mod">
          <ac:chgData name="Bhavin Virani" userId="bf0b72ea-01ff-4e38-b38a-550751833b62" providerId="ADAL" clId="{84C89EEC-20C0-40F2-961B-69896D676A13}" dt="2026-04-13T13:19:42.025" v="1" actId="13926"/>
          <ac:spMkLst>
            <pc:docMk/>
            <pc:sldMk cId="805924071" sldId="2147376145"/>
            <ac:spMk id="38" creationId="{ECAB7ECE-98FE-FB06-FC99-1DEB8D9A741E}"/>
          </ac:spMkLst>
        </pc:spChg>
        <pc:spChg chg="mod">
          <ac:chgData name="Bhavin Virani" userId="bf0b72ea-01ff-4e38-b38a-550751833b62" providerId="ADAL" clId="{84C89EEC-20C0-40F2-961B-69896D676A13}" dt="2026-04-13T13:20:05.756" v="8" actId="13926"/>
          <ac:spMkLst>
            <pc:docMk/>
            <pc:sldMk cId="805924071" sldId="2147376145"/>
            <ac:spMk id="39" creationId="{807A96C0-36E3-48CE-F9D1-A09F83882C7A}"/>
          </ac:spMkLst>
        </pc:spChg>
        <pc:spChg chg="mod">
          <ac:chgData name="Bhavin Virani" userId="bf0b72ea-01ff-4e38-b38a-550751833b62" providerId="ADAL" clId="{84C89EEC-20C0-40F2-961B-69896D676A13}" dt="2026-04-13T13:20:02.857" v="7" actId="13926"/>
          <ac:spMkLst>
            <pc:docMk/>
            <pc:sldMk cId="805924071" sldId="2147376145"/>
            <ac:spMk id="40" creationId="{AE198008-88A3-0E42-4AB3-6897897F3FD5}"/>
          </ac:spMkLst>
        </pc:spChg>
      </pc:sldChg>
      <pc:sldChg chg="addSp modSp mod">
        <pc:chgData name="Bhavin Virani" userId="bf0b72ea-01ff-4e38-b38a-550751833b62" providerId="ADAL" clId="{84C89EEC-20C0-40F2-961B-69896D676A13}" dt="2026-04-13T13:25:45.479" v="113" actId="13926"/>
        <pc:sldMkLst>
          <pc:docMk/>
          <pc:sldMk cId="664921250" sldId="2147376146"/>
        </pc:sldMkLst>
        <pc:spChg chg="add mod">
          <ac:chgData name="Bhavin Virani" userId="bf0b72ea-01ff-4e38-b38a-550751833b62" providerId="ADAL" clId="{84C89EEC-20C0-40F2-961B-69896D676A13}" dt="2026-04-13T13:25:37.322" v="111" actId="20577"/>
          <ac:spMkLst>
            <pc:docMk/>
            <pc:sldMk cId="664921250" sldId="2147376146"/>
            <ac:spMk id="3" creationId="{035C28B8-14BB-F37C-3C59-70BA0C5AB6B6}"/>
          </ac:spMkLst>
        </pc:spChg>
        <pc:graphicFrameChg chg="modGraphic">
          <ac:chgData name="Bhavin Virani" userId="bf0b72ea-01ff-4e38-b38a-550751833b62" providerId="ADAL" clId="{84C89EEC-20C0-40F2-961B-69896D676A13}" dt="2026-04-13T13:25:45.479" v="113" actId="13926"/>
          <ac:graphicFrameMkLst>
            <pc:docMk/>
            <pc:sldMk cId="664921250" sldId="2147376146"/>
            <ac:graphicFrameMk id="4" creationId="{1F206F9D-D1C0-E84B-AB3D-7815480756E3}"/>
          </ac:graphicFrameMkLst>
        </pc:graphicFrameChg>
      </pc:sldChg>
      <pc:sldChg chg="addSp modSp mod">
        <pc:chgData name="Bhavin Virani" userId="bf0b72ea-01ff-4e38-b38a-550751833b62" providerId="ADAL" clId="{84C89EEC-20C0-40F2-961B-69896D676A13}" dt="2026-04-13T13:24:04.897" v="25"/>
        <pc:sldMkLst>
          <pc:docMk/>
          <pc:sldMk cId="268335899" sldId="2147376147"/>
        </pc:sldMkLst>
        <pc:spChg chg="mod">
          <ac:chgData name="Bhavin Virani" userId="bf0b72ea-01ff-4e38-b38a-550751833b62" providerId="ADAL" clId="{84C89EEC-20C0-40F2-961B-69896D676A13}" dt="2026-04-13T13:21:30.459" v="17" actId="13926"/>
          <ac:spMkLst>
            <pc:docMk/>
            <pc:sldMk cId="268335899" sldId="2147376147"/>
            <ac:spMk id="2" creationId="{5673E43D-A7CF-6D03-A44E-B86124910C24}"/>
          </ac:spMkLst>
        </pc:spChg>
        <pc:spChg chg="add mod">
          <ac:chgData name="Bhavin Virani" userId="bf0b72ea-01ff-4e38-b38a-550751833b62" providerId="ADAL" clId="{84C89EEC-20C0-40F2-961B-69896D676A13}" dt="2026-04-13T13:24:04.897" v="25"/>
          <ac:spMkLst>
            <pc:docMk/>
            <pc:sldMk cId="268335899" sldId="2147376147"/>
            <ac:spMk id="9" creationId="{9EEC1D9D-9C86-CF34-0C54-54420BCF90C8}"/>
          </ac:spMkLst>
        </pc:spChg>
      </pc:sldChg>
      <pc:sldChg chg="addSp modSp mod">
        <pc:chgData name="Bhavin Virani" userId="bf0b72ea-01ff-4e38-b38a-550751833b62" providerId="ADAL" clId="{84C89EEC-20C0-40F2-961B-69896D676A13}" dt="2026-04-13T13:23:23.582" v="23"/>
        <pc:sldMkLst>
          <pc:docMk/>
          <pc:sldMk cId="3265257778" sldId="2147376148"/>
        </pc:sldMkLst>
        <pc:spChg chg="add mod">
          <ac:chgData name="Bhavin Virani" userId="bf0b72ea-01ff-4e38-b38a-550751833b62" providerId="ADAL" clId="{84C89EEC-20C0-40F2-961B-69896D676A13}" dt="2026-04-13T13:23:23.582" v="23"/>
          <ac:spMkLst>
            <pc:docMk/>
            <pc:sldMk cId="3265257778" sldId="2147376148"/>
            <ac:spMk id="5" creationId="{EDD07328-26DA-2240-1E9C-29C2FF76ACF1}"/>
          </ac:spMkLst>
        </pc:spChg>
        <pc:spChg chg="mod">
          <ac:chgData name="Bhavin Virani" userId="bf0b72ea-01ff-4e38-b38a-550751833b62" providerId="ADAL" clId="{84C89EEC-20C0-40F2-961B-69896D676A13}" dt="2026-04-13T13:20:55.036" v="16" actId="13926"/>
          <ac:spMkLst>
            <pc:docMk/>
            <pc:sldMk cId="3265257778" sldId="2147376148"/>
            <ac:spMk id="136" creationId="{5F3C491A-053C-EFE7-9764-9A76E3F96311}"/>
          </ac:spMkLst>
        </pc:spChg>
      </pc:sldChg>
      <pc:sldChg chg="modSp mod">
        <pc:chgData name="Bhavin Virani" userId="bf0b72ea-01ff-4e38-b38a-550751833b62" providerId="ADAL" clId="{84C89EEC-20C0-40F2-961B-69896D676A13}" dt="2026-04-13T13:20:41.186" v="15" actId="13926"/>
        <pc:sldMkLst>
          <pc:docMk/>
          <pc:sldMk cId="160129735" sldId="2147376151"/>
        </pc:sldMkLst>
        <pc:spChg chg="mod">
          <ac:chgData name="Bhavin Virani" userId="bf0b72ea-01ff-4e38-b38a-550751833b62" providerId="ADAL" clId="{84C89EEC-20C0-40F2-961B-69896D676A13}" dt="2026-04-13T13:20:21.998" v="10" actId="13926"/>
          <ac:spMkLst>
            <pc:docMk/>
            <pc:sldMk cId="160129735" sldId="2147376151"/>
            <ac:spMk id="3" creationId="{A936DEEE-D24D-9AEF-F580-BEEDEB4D08D7}"/>
          </ac:spMkLst>
        </pc:spChg>
        <pc:spChg chg="mod">
          <ac:chgData name="Bhavin Virani" userId="bf0b72ea-01ff-4e38-b38a-550751833b62" providerId="ADAL" clId="{84C89EEC-20C0-40F2-961B-69896D676A13}" dt="2026-04-13T13:20:19.376" v="9" actId="13926"/>
          <ac:spMkLst>
            <pc:docMk/>
            <pc:sldMk cId="160129735" sldId="2147376151"/>
            <ac:spMk id="4" creationId="{5FE8B53D-77B1-8B2D-B105-17F2DB483DFD}"/>
          </ac:spMkLst>
        </pc:spChg>
        <pc:spChg chg="mod">
          <ac:chgData name="Bhavin Virani" userId="bf0b72ea-01ff-4e38-b38a-550751833b62" providerId="ADAL" clId="{84C89EEC-20C0-40F2-961B-69896D676A13}" dt="2026-04-13T13:20:41.186" v="15" actId="13926"/>
          <ac:spMkLst>
            <pc:docMk/>
            <pc:sldMk cId="160129735" sldId="2147376151"/>
            <ac:spMk id="5" creationId="{200DBA97-B110-0345-C935-E93B76AB255D}"/>
          </ac:spMkLst>
        </pc:spChg>
        <pc:spChg chg="mod">
          <ac:chgData name="Bhavin Virani" userId="bf0b72ea-01ff-4e38-b38a-550751833b62" providerId="ADAL" clId="{84C89EEC-20C0-40F2-961B-69896D676A13}" dt="2026-04-13T13:20:24.306" v="11" actId="13926"/>
          <ac:spMkLst>
            <pc:docMk/>
            <pc:sldMk cId="160129735" sldId="2147376151"/>
            <ac:spMk id="30" creationId="{2CAC2406-4C52-785F-4F2A-95E3A0CAEE6B}"/>
          </ac:spMkLst>
        </pc:spChg>
        <pc:spChg chg="mod">
          <ac:chgData name="Bhavin Virani" userId="bf0b72ea-01ff-4e38-b38a-550751833b62" providerId="ADAL" clId="{84C89EEC-20C0-40F2-961B-69896D676A13}" dt="2026-04-13T13:20:28.683" v="12" actId="13926"/>
          <ac:spMkLst>
            <pc:docMk/>
            <pc:sldMk cId="160129735" sldId="2147376151"/>
            <ac:spMk id="33" creationId="{74A79B64-3D75-C053-F591-F820414D3BF0}"/>
          </ac:spMkLst>
        </pc:spChg>
        <pc:spChg chg="mod">
          <ac:chgData name="Bhavin Virani" userId="bf0b72ea-01ff-4e38-b38a-550751833b62" providerId="ADAL" clId="{84C89EEC-20C0-40F2-961B-69896D676A13}" dt="2026-04-13T13:20:33.625" v="13" actId="13926"/>
          <ac:spMkLst>
            <pc:docMk/>
            <pc:sldMk cId="160129735" sldId="2147376151"/>
            <ac:spMk id="34" creationId="{BAEE6ADE-C162-78B9-5993-D889AFEB3E47}"/>
          </ac:spMkLst>
        </pc:spChg>
        <pc:spChg chg="mod">
          <ac:chgData name="Bhavin Virani" userId="bf0b72ea-01ff-4e38-b38a-550751833b62" providerId="ADAL" clId="{84C89EEC-20C0-40F2-961B-69896D676A13}" dt="2026-04-13T13:20:36.462" v="14" actId="13926"/>
          <ac:spMkLst>
            <pc:docMk/>
            <pc:sldMk cId="160129735" sldId="2147376151"/>
            <ac:spMk id="35" creationId="{5F91EB8B-EDDF-16E2-3AC2-6B9273B5C652}"/>
          </ac:spMkLst>
        </pc:spChg>
      </pc:sldChg>
      <pc:sldChg chg="add del">
        <pc:chgData name="Bhavin Virani" userId="bf0b72ea-01ff-4e38-b38a-550751833b62" providerId="ADAL" clId="{84C89EEC-20C0-40F2-961B-69896D676A13}" dt="2026-04-13T13:22:31.778" v="20"/>
        <pc:sldMkLst>
          <pc:docMk/>
          <pc:sldMk cId="4165800408" sldId="214737615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BDB51C-341C-413E-997D-6C5337C29912}" type="datetimeFigureOut">
              <a:rPr lang="en-US" smtClean="0"/>
              <a:t>4/13/2026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A22E43-8919-429A-B014-0AF4FF83BFA5}" type="slidenum">
              <a:rPr lang="en-US" smtClean="0"/>
              <a:t>‹#›</a:t>
            </a:fld>
            <a:endParaRPr lang="en-US"/>
          </a:p>
        </p:txBody>
      </p:sp>
    </p:spTree>
    <p:extLst>
      <p:ext uri="{BB962C8B-B14F-4D97-AF65-F5344CB8AC3E}">
        <p14:creationId xmlns:p14="http://schemas.microsoft.com/office/powerpoint/2010/main" val="3516475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42B3412-EB5A-47BE-BB2F-64D0FC37D7D0}" type="slidenum">
              <a:rPr lang="en-US" smtClean="0"/>
              <a:t>4</a:t>
            </a:fld>
            <a:endParaRPr lang="en-US"/>
          </a:p>
        </p:txBody>
      </p:sp>
    </p:spTree>
    <p:extLst>
      <p:ext uri="{BB962C8B-B14F-4D97-AF65-F5344CB8AC3E}">
        <p14:creationId xmlns:p14="http://schemas.microsoft.com/office/powerpoint/2010/main" val="2625241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A22E43-8919-429A-B014-0AF4FF83BFA5}" type="slidenum">
              <a:rPr lang="en-US" smtClean="0"/>
              <a:t>8</a:t>
            </a:fld>
            <a:endParaRPr lang="en-US"/>
          </a:p>
        </p:txBody>
      </p:sp>
    </p:spTree>
    <p:extLst>
      <p:ext uri="{BB962C8B-B14F-4D97-AF65-F5344CB8AC3E}">
        <p14:creationId xmlns:p14="http://schemas.microsoft.com/office/powerpoint/2010/main" val="6134905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Add migration pieces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F51DB6-9766-45D9-9D9B-77298589ED3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678385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F51DB6-9766-45D9-9D9B-77298589ED39}" type="slidenum">
              <a:rPr lang="en-US" smtClean="0"/>
              <a:t>20</a:t>
            </a:fld>
            <a:endParaRPr lang="en-US"/>
          </a:p>
        </p:txBody>
      </p:sp>
    </p:spTree>
    <p:extLst>
      <p:ext uri="{BB962C8B-B14F-4D97-AF65-F5344CB8AC3E}">
        <p14:creationId xmlns:p14="http://schemas.microsoft.com/office/powerpoint/2010/main" val="5634198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F51DB6-9766-45D9-9D9B-77298589ED39}" type="slidenum">
              <a:rPr lang="en-US" smtClean="0"/>
              <a:t>21</a:t>
            </a:fld>
            <a:endParaRPr lang="en-US"/>
          </a:p>
        </p:txBody>
      </p:sp>
    </p:spTree>
    <p:extLst>
      <p:ext uri="{BB962C8B-B14F-4D97-AF65-F5344CB8AC3E}">
        <p14:creationId xmlns:p14="http://schemas.microsoft.com/office/powerpoint/2010/main" val="2546010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F51DB6-9766-45D9-9D9B-77298589ED39}" type="slidenum">
              <a:rPr lang="en-US" smtClean="0"/>
              <a:t>22</a:t>
            </a:fld>
            <a:endParaRPr lang="en-US"/>
          </a:p>
        </p:txBody>
      </p:sp>
    </p:spTree>
    <p:extLst>
      <p:ext uri="{BB962C8B-B14F-4D97-AF65-F5344CB8AC3E}">
        <p14:creationId xmlns:p14="http://schemas.microsoft.com/office/powerpoint/2010/main" val="4034676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F51DB6-9766-45D9-9D9B-77298589ED39}" type="slidenum">
              <a:rPr lang="en-US" smtClean="0"/>
              <a:t>23</a:t>
            </a:fld>
            <a:endParaRPr lang="en-US"/>
          </a:p>
        </p:txBody>
      </p:sp>
    </p:spTree>
    <p:extLst>
      <p:ext uri="{BB962C8B-B14F-4D97-AF65-F5344CB8AC3E}">
        <p14:creationId xmlns:p14="http://schemas.microsoft.com/office/powerpoint/2010/main" val="34315157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EB1E4D0-56F2-45A1-8D3C-EECF81249F7C}" type="slidenum">
              <a:rPr lang="en-US" smtClean="0"/>
              <a:pPr>
                <a:defRPr/>
              </a:pPr>
              <a:t>25</a:t>
            </a:fld>
            <a:endParaRPr lang="en-US"/>
          </a:p>
        </p:txBody>
      </p:sp>
    </p:spTree>
    <p:extLst>
      <p:ext uri="{BB962C8B-B14F-4D97-AF65-F5344CB8AC3E}">
        <p14:creationId xmlns:p14="http://schemas.microsoft.com/office/powerpoint/2010/main" val="3243185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svg"/><Relationship Id="rId18" Type="http://schemas.openxmlformats.org/officeDocument/2006/relationships/image" Target="../media/image30.png"/><Relationship Id="rId26" Type="http://schemas.openxmlformats.org/officeDocument/2006/relationships/image" Target="../media/image36.png"/><Relationship Id="rId3" Type="http://schemas.openxmlformats.org/officeDocument/2006/relationships/image" Target="../media/image1.png"/><Relationship Id="rId21" Type="http://schemas.openxmlformats.org/officeDocument/2006/relationships/image" Target="../media/image33.svg"/><Relationship Id="rId7" Type="http://schemas.openxmlformats.org/officeDocument/2006/relationships/image" Target="../media/image19.svg"/><Relationship Id="rId12" Type="http://schemas.openxmlformats.org/officeDocument/2006/relationships/image" Target="../media/image24.png"/><Relationship Id="rId17" Type="http://schemas.openxmlformats.org/officeDocument/2006/relationships/image" Target="../media/image29.svg"/><Relationship Id="rId25" Type="http://schemas.openxmlformats.org/officeDocument/2006/relationships/image" Target="../media/image11.png"/><Relationship Id="rId2" Type="http://schemas.openxmlformats.org/officeDocument/2006/relationships/image" Target="../media/image15.png"/><Relationship Id="rId16" Type="http://schemas.openxmlformats.org/officeDocument/2006/relationships/image" Target="../media/image28.png"/><Relationship Id="rId20" Type="http://schemas.openxmlformats.org/officeDocument/2006/relationships/image" Target="../media/image32.png"/><Relationship Id="rId1" Type="http://schemas.openxmlformats.org/officeDocument/2006/relationships/slideMaster" Target="../slideMasters/slideMaster2.xml"/><Relationship Id="rId6" Type="http://schemas.openxmlformats.org/officeDocument/2006/relationships/image" Target="../media/image18.png"/><Relationship Id="rId11" Type="http://schemas.openxmlformats.org/officeDocument/2006/relationships/image" Target="../media/image23.svg"/><Relationship Id="rId24" Type="http://schemas.openxmlformats.org/officeDocument/2006/relationships/image" Target="../media/image35.png"/><Relationship Id="rId5" Type="http://schemas.openxmlformats.org/officeDocument/2006/relationships/image" Target="../media/image17.svg"/><Relationship Id="rId15" Type="http://schemas.openxmlformats.org/officeDocument/2006/relationships/image" Target="../media/image27.svg"/><Relationship Id="rId23" Type="http://schemas.openxmlformats.org/officeDocument/2006/relationships/image" Target="../media/image34.png"/><Relationship Id="rId10" Type="http://schemas.openxmlformats.org/officeDocument/2006/relationships/image" Target="../media/image22.png"/><Relationship Id="rId19" Type="http://schemas.openxmlformats.org/officeDocument/2006/relationships/image" Target="../media/image31.svg"/><Relationship Id="rId4" Type="http://schemas.openxmlformats.org/officeDocument/2006/relationships/image" Target="../media/image16.png"/><Relationship Id="rId9" Type="http://schemas.openxmlformats.org/officeDocument/2006/relationships/image" Target="../media/image21.svg"/><Relationship Id="rId14" Type="http://schemas.openxmlformats.org/officeDocument/2006/relationships/image" Target="../media/image26.png"/><Relationship Id="rId22" Type="http://schemas.openxmlformats.org/officeDocument/2006/relationships/image" Target="../media/image10.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39.svg"/><Relationship Id="rId4" Type="http://schemas.openxmlformats.org/officeDocument/2006/relationships/image" Target="../media/image38.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Master" Target="../slideMasters/slideMaster2.xml"/><Relationship Id="rId5" Type="http://schemas.openxmlformats.org/officeDocument/2006/relationships/image" Target="../media/image37.pn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svg"/><Relationship Id="rId3" Type="http://schemas.openxmlformats.org/officeDocument/2006/relationships/image" Target="../media/image10.png"/><Relationship Id="rId7" Type="http://schemas.openxmlformats.org/officeDocument/2006/relationships/image" Target="../media/image45.png"/><Relationship Id="rId12" Type="http://schemas.openxmlformats.org/officeDocument/2006/relationships/image" Target="../media/image50.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44.png"/><Relationship Id="rId11" Type="http://schemas.openxmlformats.org/officeDocument/2006/relationships/image" Target="../media/image49.svg"/><Relationship Id="rId5" Type="http://schemas.openxmlformats.org/officeDocument/2006/relationships/image" Target="../media/image43.jpeg"/><Relationship Id="rId15" Type="http://schemas.openxmlformats.org/officeDocument/2006/relationships/image" Target="../media/image53.svg"/><Relationship Id="rId10" Type="http://schemas.openxmlformats.org/officeDocument/2006/relationships/image" Target="../media/image48.png"/><Relationship Id="rId4" Type="http://schemas.openxmlformats.org/officeDocument/2006/relationships/image" Target="../media/image42.png"/><Relationship Id="rId9" Type="http://schemas.openxmlformats.org/officeDocument/2006/relationships/image" Target="../media/image47.svg"/><Relationship Id="rId14" Type="http://schemas.openxmlformats.org/officeDocument/2006/relationships/image" Target="../media/image52.png"/></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59.png"/><Relationship Id="rId3" Type="http://schemas.openxmlformats.org/officeDocument/2006/relationships/image" Target="../media/image52.png"/><Relationship Id="rId7" Type="http://schemas.openxmlformats.org/officeDocument/2006/relationships/image" Target="../media/image54.jpeg"/><Relationship Id="rId12" Type="http://schemas.openxmlformats.org/officeDocument/2006/relationships/image" Target="../media/image58.sv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42.png"/><Relationship Id="rId11" Type="http://schemas.openxmlformats.org/officeDocument/2006/relationships/image" Target="../media/image57.png"/><Relationship Id="rId5" Type="http://schemas.openxmlformats.org/officeDocument/2006/relationships/image" Target="../media/image10.png"/><Relationship Id="rId15" Type="http://schemas.openxmlformats.org/officeDocument/2006/relationships/image" Target="../media/image45.png"/><Relationship Id="rId10" Type="http://schemas.openxmlformats.org/officeDocument/2006/relationships/image" Target="../media/image56.svg"/><Relationship Id="rId4" Type="http://schemas.openxmlformats.org/officeDocument/2006/relationships/image" Target="../media/image53.svg"/><Relationship Id="rId9" Type="http://schemas.openxmlformats.org/officeDocument/2006/relationships/image" Target="../media/image55.png"/><Relationship Id="rId14" Type="http://schemas.openxmlformats.org/officeDocument/2006/relationships/image" Target="../media/image60.svg"/></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svg"/><Relationship Id="rId3" Type="http://schemas.openxmlformats.org/officeDocument/2006/relationships/image" Target="../media/image61.jpeg"/><Relationship Id="rId7" Type="http://schemas.openxmlformats.org/officeDocument/2006/relationships/image" Target="../media/image45.png"/><Relationship Id="rId12" Type="http://schemas.openxmlformats.org/officeDocument/2006/relationships/image" Target="../media/image52.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64.svg"/><Relationship Id="rId11" Type="http://schemas.openxmlformats.org/officeDocument/2006/relationships/image" Target="../media/image51.svg"/><Relationship Id="rId5" Type="http://schemas.openxmlformats.org/officeDocument/2006/relationships/image" Target="../media/image63.png"/><Relationship Id="rId10" Type="http://schemas.openxmlformats.org/officeDocument/2006/relationships/image" Target="../media/image50.png"/><Relationship Id="rId4" Type="http://schemas.openxmlformats.org/officeDocument/2006/relationships/image" Target="../media/image62.png"/><Relationship Id="rId9" Type="http://schemas.openxmlformats.org/officeDocument/2006/relationships/image" Target="../media/image49.svg"/><Relationship Id="rId14" Type="http://schemas.openxmlformats.org/officeDocument/2006/relationships/image" Target="../media/image10.png"/></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7.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73.svg"/><Relationship Id="rId2" Type="http://schemas.openxmlformats.org/officeDocument/2006/relationships/image" Target="../media/image72.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6BBD41-A6C6-4A44-9AB5-FC6DF722DE95}" type="datetimeFigureOut">
              <a:rPr lang="en-US" smtClean="0"/>
              <a:t>4/13/2026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ED053F-1E9F-4C67-AB28-F6344AD48605}" type="slidenum">
              <a:rPr lang="en-US" smtClean="0"/>
              <a:t>‹#›</a:t>
            </a:fld>
            <a:endParaRPr lang="en-US"/>
          </a:p>
        </p:txBody>
      </p:sp>
    </p:spTree>
    <p:extLst>
      <p:ext uri="{BB962C8B-B14F-4D97-AF65-F5344CB8AC3E}">
        <p14:creationId xmlns:p14="http://schemas.microsoft.com/office/powerpoint/2010/main" val="382545494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2_Custom Layou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7A9DE6A-C645-2058-E58F-23C7EB948E4C}"/>
              </a:ext>
            </a:extLst>
          </p:cNvPr>
          <p:cNvSpPr/>
          <p:nvPr userDrawn="1"/>
        </p:nvSpPr>
        <p:spPr>
          <a:xfrm>
            <a:off x="0" y="-2"/>
            <a:ext cx="6129543" cy="8229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4B52EBFE-DB21-1540-1CF9-5430515DA527}"/>
              </a:ext>
            </a:extLst>
          </p:cNvPr>
          <p:cNvSpPr/>
          <p:nvPr userDrawn="1"/>
        </p:nvSpPr>
        <p:spPr>
          <a:xfrm>
            <a:off x="6068553" y="-2"/>
            <a:ext cx="6129543" cy="82296"/>
          </a:xfrm>
          <a:prstGeom prst="rect">
            <a:avLst/>
          </a:prstGeom>
          <a:solidFill>
            <a:srgbClr val="EE7D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5" name="Picture 14">
            <a:extLst>
              <a:ext uri="{FF2B5EF4-FFF2-40B4-BE49-F238E27FC236}">
                <a16:creationId xmlns:a16="http://schemas.microsoft.com/office/drawing/2014/main" id="{B2F4B87B-1242-4DDE-F14B-2BDC3167EC6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sp>
        <p:nvSpPr>
          <p:cNvPr id="2" name="Title 1">
            <a:extLst>
              <a:ext uri="{FF2B5EF4-FFF2-40B4-BE49-F238E27FC236}">
                <a16:creationId xmlns:a16="http://schemas.microsoft.com/office/drawing/2014/main" id="{198A16A4-A4E3-F19D-0954-C3DACBBCDBAF}"/>
              </a:ext>
            </a:extLst>
          </p:cNvPr>
          <p:cNvSpPr>
            <a:spLocks noGrp="1"/>
          </p:cNvSpPr>
          <p:nvPr userDrawn="1">
            <p:ph type="title" hasCustomPrompt="1"/>
          </p:nvPr>
        </p:nvSpPr>
        <p:spPr>
          <a:xfrm>
            <a:off x="179221" y="89767"/>
            <a:ext cx="10515600" cy="615950"/>
          </a:xfrm>
        </p:spPr>
        <p:txBody>
          <a:bodyPr>
            <a:noAutofit/>
          </a:bodyPr>
          <a:lstStyle>
            <a:lvl1pPr algn="l">
              <a:defRPr lang="en-US" sz="2600" b="0" kern="0" baseline="0" dirty="0">
                <a:solidFill>
                  <a:srgbClr val="484848"/>
                </a:solidFill>
                <a:latin typeface="Calibri" panose="020F0502020204030204" pitchFamily="34" charset="0"/>
                <a:ea typeface="Calibri" panose="020F0502020204030204" pitchFamily="34" charset="0"/>
                <a:cs typeface="Calibri" panose="020F0502020204030204" pitchFamily="34" charset="0"/>
              </a:defRPr>
            </a:lvl1pPr>
          </a:lstStyle>
          <a:p>
            <a:r>
              <a:rPr lang="en-US"/>
              <a:t>CLICK TO EDIT MASTER TITLE STYLE</a:t>
            </a:r>
          </a:p>
        </p:txBody>
      </p:sp>
      <p:sp>
        <p:nvSpPr>
          <p:cNvPr id="4" name="Title 11">
            <a:extLst>
              <a:ext uri="{FF2B5EF4-FFF2-40B4-BE49-F238E27FC236}">
                <a16:creationId xmlns:a16="http://schemas.microsoft.com/office/drawing/2014/main" id="{5F918708-6067-DA15-C965-15F0DE68C58A}"/>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b="0" kern="0" baseline="0">
                <a:solidFill>
                  <a:schemeClr val="tx1">
                    <a:lumMod val="95000"/>
                    <a:lumOff val="5000"/>
                  </a:schemeClr>
                </a:solidFill>
                <a:latin typeface="+mn-lt"/>
                <a:ea typeface="Roboto Condensed" panose="02000000000000000000" pitchFamily="2" charset="0"/>
                <a:cs typeface="Arial" panose="020B0604020202020204" pitchFamily="34" charset="0"/>
              </a:rPr>
              <a:t> </a:t>
            </a:r>
            <a:r>
              <a:rPr lang="en-US" sz="800" b="0" kern="0" baseline="0">
                <a:solidFill>
                  <a:srgbClr val="202020"/>
                </a:solidFill>
                <a:latin typeface="+mn-lt"/>
                <a:ea typeface="Roboto Condensed" panose="02000000000000000000" pitchFamily="2" charset="0"/>
                <a:cs typeface="Poppins" panose="02000000000000000000" pitchFamily="2" charset="0"/>
              </a:rPr>
              <a:t>© 2024 ComplianceQuest. All rights reserved. </a:t>
            </a:r>
          </a:p>
        </p:txBody>
      </p:sp>
    </p:spTree>
    <p:extLst>
      <p:ext uri="{BB962C8B-B14F-4D97-AF65-F5344CB8AC3E}">
        <p14:creationId xmlns:p14="http://schemas.microsoft.com/office/powerpoint/2010/main" val="27153867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6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225ECFC-42C7-AD4E-9CEE-F16E2BBA0985}"/>
              </a:ext>
            </a:extLst>
          </p:cNvPr>
          <p:cNvSpPr/>
          <p:nvPr userDrawn="1"/>
        </p:nvSpPr>
        <p:spPr>
          <a:xfrm>
            <a:off x="355600" y="0"/>
            <a:ext cx="11480800" cy="914400"/>
          </a:xfrm>
          <a:prstGeom prst="rect">
            <a:avLst/>
          </a:prstGeom>
          <a:gradFill flip="none" rotWithShape="1">
            <a:gsLst>
              <a:gs pos="0">
                <a:srgbClr val="0072BC"/>
              </a:gs>
              <a:gs pos="100000">
                <a:srgbClr val="19427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F528D5CC-8BCA-9C48-8D8D-0466F3B7D01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0723" y="6607191"/>
            <a:ext cx="1371939" cy="213718"/>
          </a:xfrm>
          <a:prstGeom prst="rect">
            <a:avLst/>
          </a:prstGeom>
        </p:spPr>
      </p:pic>
      <p:sp>
        <p:nvSpPr>
          <p:cNvPr id="16" name="Title 11">
            <a:extLst>
              <a:ext uri="{FF2B5EF4-FFF2-40B4-BE49-F238E27FC236}">
                <a16:creationId xmlns:a16="http://schemas.microsoft.com/office/drawing/2014/main" id="{5C4CB025-E1C8-F04E-B46D-F9024990E50D}"/>
              </a:ext>
            </a:extLst>
          </p:cNvPr>
          <p:cNvSpPr txBox="1">
            <a:spLocks/>
          </p:cNvSpPr>
          <p:nvPr userDrawn="1"/>
        </p:nvSpPr>
        <p:spPr>
          <a:xfrm>
            <a:off x="-50533" y="6625141"/>
            <a:ext cx="4675082" cy="177817"/>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800">
                <a:solidFill>
                  <a:schemeClr val="tx1">
                    <a:lumMod val="95000"/>
                    <a:lumOff val="5000"/>
                  </a:schemeClr>
                </a:solidFill>
                <a:latin typeface="Roboto Condensed" panose="02000000000000000000" pitchFamily="2" charset="0"/>
                <a:ea typeface="Roboto Condensed" panose="02000000000000000000" pitchFamily="2" charset="0"/>
                <a:cs typeface="Open Sans Light" panose="020B0306030504020204" pitchFamily="34" charset="0"/>
              </a:rPr>
              <a:t> © 2024 ComplianceQuest. All rights reserved. </a:t>
            </a:r>
          </a:p>
        </p:txBody>
      </p:sp>
      <p:grpSp>
        <p:nvGrpSpPr>
          <p:cNvPr id="17" name="Group 16">
            <a:extLst>
              <a:ext uri="{FF2B5EF4-FFF2-40B4-BE49-F238E27FC236}">
                <a16:creationId xmlns:a16="http://schemas.microsoft.com/office/drawing/2014/main" id="{A312587D-E77A-1948-8886-DD795D06C8BE}"/>
              </a:ext>
            </a:extLst>
          </p:cNvPr>
          <p:cNvGrpSpPr/>
          <p:nvPr userDrawn="1"/>
        </p:nvGrpSpPr>
        <p:grpSpPr>
          <a:xfrm>
            <a:off x="3178540" y="6583244"/>
            <a:ext cx="5834917" cy="261610"/>
            <a:chOff x="3162778" y="469949"/>
            <a:chExt cx="5834917" cy="261610"/>
          </a:xfrm>
        </p:grpSpPr>
        <p:sp>
          <p:nvSpPr>
            <p:cNvPr id="18" name="TextBox 17">
              <a:extLst>
                <a:ext uri="{FF2B5EF4-FFF2-40B4-BE49-F238E27FC236}">
                  <a16:creationId xmlns:a16="http://schemas.microsoft.com/office/drawing/2014/main" id="{1E93EEA0-CF93-0D40-B069-F5CA90E94A87}"/>
                </a:ext>
              </a:extLst>
            </p:cNvPr>
            <p:cNvSpPr txBox="1"/>
            <p:nvPr/>
          </p:nvSpPr>
          <p:spPr>
            <a:xfrm>
              <a:off x="3162778" y="469949"/>
              <a:ext cx="5834917" cy="261610"/>
            </a:xfrm>
            <a:prstGeom prst="rect">
              <a:avLst/>
            </a:prstGeom>
            <a:noFill/>
          </p:spPr>
          <p:txBody>
            <a:bodyPr wrap="square" rtlCol="0">
              <a:spAutoFit/>
            </a:bodyPr>
            <a:lstStyle/>
            <a:p>
              <a:pPr algn="ctr"/>
              <a:r>
                <a:rPr lang="en-US" sz="1050">
                  <a:latin typeface="Roboto Condensed" panose="02000000000000000000" pitchFamily="2" charset="0"/>
                  <a:ea typeface="Roboto Condensed" panose="02000000000000000000" pitchFamily="2" charset="0"/>
                </a:rPr>
                <a:t>Quality | Safety | Compliance | Collaboration</a:t>
              </a:r>
            </a:p>
          </p:txBody>
        </p:sp>
        <p:cxnSp>
          <p:nvCxnSpPr>
            <p:cNvPr id="19" name="Straight Connector 18">
              <a:extLst>
                <a:ext uri="{FF2B5EF4-FFF2-40B4-BE49-F238E27FC236}">
                  <a16:creationId xmlns:a16="http://schemas.microsoft.com/office/drawing/2014/main" id="{7B162F39-946F-B14C-A0C0-21E9273ACA6B}"/>
                </a:ext>
              </a:extLst>
            </p:cNvPr>
            <p:cNvCxnSpPr/>
            <p:nvPr/>
          </p:nvCxnSpPr>
          <p:spPr>
            <a:xfrm flipH="1">
              <a:off x="4416097" y="595303"/>
              <a:ext cx="192690" cy="0"/>
            </a:xfrm>
            <a:prstGeom prst="line">
              <a:avLst/>
            </a:prstGeom>
            <a:ln w="19050">
              <a:solidFill>
                <a:srgbClr val="EE7D3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CE221B1-3ED1-AA40-AD09-E10FE4389F67}"/>
                </a:ext>
              </a:extLst>
            </p:cNvPr>
            <p:cNvCxnSpPr/>
            <p:nvPr/>
          </p:nvCxnSpPr>
          <p:spPr>
            <a:xfrm flipH="1">
              <a:off x="7551686" y="595303"/>
              <a:ext cx="192690" cy="0"/>
            </a:xfrm>
            <a:prstGeom prst="line">
              <a:avLst/>
            </a:prstGeom>
            <a:ln w="19050">
              <a:solidFill>
                <a:srgbClr val="EE7D31"/>
              </a:solidFill>
            </a:ln>
          </p:spPr>
          <p:style>
            <a:lnRef idx="1">
              <a:schemeClr val="accent1"/>
            </a:lnRef>
            <a:fillRef idx="0">
              <a:schemeClr val="accent1"/>
            </a:fillRef>
            <a:effectRef idx="0">
              <a:schemeClr val="accent1"/>
            </a:effectRef>
            <a:fontRef idx="minor">
              <a:schemeClr val="tx1"/>
            </a:fontRef>
          </p:style>
        </p:cxnSp>
      </p:grpSp>
      <p:sp>
        <p:nvSpPr>
          <p:cNvPr id="21" name="Rounded Rectangle 20">
            <a:extLst>
              <a:ext uri="{FF2B5EF4-FFF2-40B4-BE49-F238E27FC236}">
                <a16:creationId xmlns:a16="http://schemas.microsoft.com/office/drawing/2014/main" id="{22D4561D-E8F0-D94D-A8F7-6E929892B538}"/>
              </a:ext>
            </a:extLst>
          </p:cNvPr>
          <p:cNvSpPr/>
          <p:nvPr userDrawn="1"/>
        </p:nvSpPr>
        <p:spPr>
          <a:xfrm>
            <a:off x="-182880" y="256895"/>
            <a:ext cx="720296" cy="384397"/>
          </a:xfrm>
          <a:prstGeom prst="roundRect">
            <a:avLst>
              <a:gd name="adj" fmla="val 50000"/>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56400AB9-F37E-44D7-AAE4-AE6807547082}" type="slidenum">
              <a:rPr lang="en-US" smtClean="0">
                <a:solidFill>
                  <a:schemeClr val="bg1"/>
                </a:solidFill>
              </a:rPr>
              <a:t>‹#›</a:t>
            </a:fld>
            <a:endParaRPr lang="en-US">
              <a:solidFill>
                <a:schemeClr val="bg1"/>
              </a:solidFill>
            </a:endParaRPr>
          </a:p>
        </p:txBody>
      </p:sp>
      <p:sp>
        <p:nvSpPr>
          <p:cNvPr id="22" name="Title 1">
            <a:extLst>
              <a:ext uri="{FF2B5EF4-FFF2-40B4-BE49-F238E27FC236}">
                <a16:creationId xmlns:a16="http://schemas.microsoft.com/office/drawing/2014/main" id="{7A8C61DA-36F6-064F-90F8-0300239083ED}"/>
              </a:ext>
            </a:extLst>
          </p:cNvPr>
          <p:cNvSpPr>
            <a:spLocks noGrp="1"/>
          </p:cNvSpPr>
          <p:nvPr>
            <p:ph type="title" hasCustomPrompt="1"/>
          </p:nvPr>
        </p:nvSpPr>
        <p:spPr>
          <a:xfrm>
            <a:off x="838200" y="149401"/>
            <a:ext cx="10515600" cy="615950"/>
          </a:xfrm>
        </p:spPr>
        <p:txBody>
          <a:bodyPr>
            <a:noAutofit/>
          </a:bodyPr>
          <a:lstStyle>
            <a:lvl1pPr algn="ctr">
              <a:defRPr lang="en-US" sz="4000" b="1" kern="1200" dirty="0">
                <a:solidFill>
                  <a:schemeClr val="bg1"/>
                </a:solidFill>
                <a:latin typeface="+mj-lt"/>
                <a:ea typeface="Roboto Condensed" panose="02000000000000000000" pitchFamily="2" charset="0"/>
                <a:cs typeface="+mn-cs"/>
              </a:defRPr>
            </a:lvl1pPr>
          </a:lstStyle>
          <a:p>
            <a:r>
              <a:rPr lang="en-US"/>
              <a:t>CLICK TO EDIT MASTER TITLE STYLE</a:t>
            </a:r>
          </a:p>
        </p:txBody>
      </p:sp>
    </p:spTree>
    <p:extLst>
      <p:ext uri="{BB962C8B-B14F-4D97-AF65-F5344CB8AC3E}">
        <p14:creationId xmlns:p14="http://schemas.microsoft.com/office/powerpoint/2010/main" val="139792528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_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80052713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A cartoon of a cat&#10;&#10;Description automatically generated with low confidence">
            <a:extLst>
              <a:ext uri="{FF2B5EF4-FFF2-40B4-BE49-F238E27FC236}">
                <a16:creationId xmlns:a16="http://schemas.microsoft.com/office/drawing/2014/main" id="{8B899C95-A49B-D986-CBCC-C90C3CDB6D3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9497" y="5255665"/>
            <a:ext cx="960704" cy="1528444"/>
          </a:xfrm>
          <a:prstGeom prst="rect">
            <a:avLst/>
          </a:prstGeom>
        </p:spPr>
      </p:pic>
      <p:grpSp>
        <p:nvGrpSpPr>
          <p:cNvPr id="3" name="Group 2">
            <a:extLst>
              <a:ext uri="{FF2B5EF4-FFF2-40B4-BE49-F238E27FC236}">
                <a16:creationId xmlns:a16="http://schemas.microsoft.com/office/drawing/2014/main" id="{D277909F-60FB-48D1-9888-B7FAFEA96CAF}"/>
              </a:ext>
            </a:extLst>
          </p:cNvPr>
          <p:cNvGrpSpPr/>
          <p:nvPr userDrawn="1"/>
        </p:nvGrpSpPr>
        <p:grpSpPr>
          <a:xfrm>
            <a:off x="0" y="-2"/>
            <a:ext cx="12198096" cy="82296"/>
            <a:chOff x="0" y="-2"/>
            <a:chExt cx="12192000" cy="82296"/>
          </a:xfrm>
        </p:grpSpPr>
        <p:sp>
          <p:nvSpPr>
            <p:cNvPr id="7" name="Rectangle 6">
              <a:extLst>
                <a:ext uri="{FF2B5EF4-FFF2-40B4-BE49-F238E27FC236}">
                  <a16:creationId xmlns:a16="http://schemas.microsoft.com/office/drawing/2014/main" id="{0A625BFD-E930-86E5-CD9F-7D4875065992}"/>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4A839676-7B09-74E3-76FA-256EF0FB1B43}"/>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9" name="Picture 8">
            <a:extLst>
              <a:ext uri="{FF2B5EF4-FFF2-40B4-BE49-F238E27FC236}">
                <a16:creationId xmlns:a16="http://schemas.microsoft.com/office/drawing/2014/main" id="{2B89556A-31AE-A756-6B70-8C0D6FA2B7F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sp>
        <p:nvSpPr>
          <p:cNvPr id="2" name="Title 1">
            <a:extLst>
              <a:ext uri="{FF2B5EF4-FFF2-40B4-BE49-F238E27FC236}">
                <a16:creationId xmlns:a16="http://schemas.microsoft.com/office/drawing/2014/main" id="{EB243D42-850C-A041-5435-ED7A0A7473DD}"/>
              </a:ext>
            </a:extLst>
          </p:cNvPr>
          <p:cNvSpPr>
            <a:spLocks noGrp="1"/>
          </p:cNvSpPr>
          <p:nvPr>
            <p:ph type="title" hasCustomPrompt="1"/>
          </p:nvPr>
        </p:nvSpPr>
        <p:spPr>
          <a:xfrm>
            <a:off x="179221" y="199096"/>
            <a:ext cx="10515600" cy="615950"/>
          </a:xfrm>
        </p:spPr>
        <p:txBody>
          <a:bodyPr>
            <a:noAutofit/>
          </a:bodyPr>
          <a:lstStyle>
            <a:lvl1pPr algn="l">
              <a:defRPr lang="en-US" sz="2600" b="0" kern="0" baseline="0" dirty="0">
                <a:solidFill>
                  <a:srgbClr val="494949"/>
                </a:solidFill>
                <a:latin typeface="Circular Std Bold" panose="020B0804020101010102" pitchFamily="34" charset="0"/>
                <a:ea typeface="Roboto Condensed" panose="02000000000000000000" pitchFamily="2" charset="0"/>
                <a:cs typeface="Circular Std Bold" panose="020B0804020101010102" pitchFamily="34" charset="0"/>
              </a:defRPr>
            </a:lvl1pPr>
          </a:lstStyle>
          <a:p>
            <a:r>
              <a:rPr lang="en-US"/>
              <a:t>CLICK TO EDIT MASTER TITLE STYLE</a:t>
            </a:r>
          </a:p>
        </p:txBody>
      </p:sp>
      <p:sp>
        <p:nvSpPr>
          <p:cNvPr id="4" name="Title 11">
            <a:extLst>
              <a:ext uri="{FF2B5EF4-FFF2-40B4-BE49-F238E27FC236}">
                <a16:creationId xmlns:a16="http://schemas.microsoft.com/office/drawing/2014/main" id="{33AA87A2-ED29-9692-37CD-6AE2FEB7506C}"/>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b="0" kern="0" baseline="0">
                <a:solidFill>
                  <a:schemeClr val="tx1">
                    <a:lumMod val="95000"/>
                    <a:lumOff val="5000"/>
                  </a:schemeClr>
                </a:solidFill>
                <a:latin typeface="+mn-lt"/>
                <a:ea typeface="Roboto Condensed" panose="02000000000000000000" pitchFamily="2" charset="0"/>
                <a:cs typeface="Arial" panose="020B0604020202020204" pitchFamily="34" charset="0"/>
              </a:rPr>
              <a:t> </a:t>
            </a:r>
            <a:r>
              <a:rPr lang="en-US" sz="800" b="0" kern="0" baseline="0">
                <a:solidFill>
                  <a:srgbClr val="202020"/>
                </a:solidFill>
                <a:latin typeface="+mn-lt"/>
                <a:ea typeface="Roboto Condensed" panose="02000000000000000000" pitchFamily="2" charset="0"/>
                <a:cs typeface="Poppins" panose="02000000000000000000" pitchFamily="2" charset="0"/>
              </a:rPr>
              <a:t>© 2024 ComplianceQuest. All rights reserved. </a:t>
            </a:r>
          </a:p>
        </p:txBody>
      </p:sp>
    </p:spTree>
    <p:extLst>
      <p:ext uri="{BB962C8B-B14F-4D97-AF65-F5344CB8AC3E}">
        <p14:creationId xmlns:p14="http://schemas.microsoft.com/office/powerpoint/2010/main" val="334333589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6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0F58F99-22CD-A6C1-AA83-201173245D2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8337" y="323262"/>
            <a:ext cx="2361872" cy="367618"/>
          </a:xfrm>
          <a:prstGeom prst="rect">
            <a:avLst/>
          </a:prstGeom>
        </p:spPr>
      </p:pic>
      <p:sp>
        <p:nvSpPr>
          <p:cNvPr id="5" name="Title 11">
            <a:extLst>
              <a:ext uri="{FF2B5EF4-FFF2-40B4-BE49-F238E27FC236}">
                <a16:creationId xmlns:a16="http://schemas.microsoft.com/office/drawing/2014/main" id="{53BAA806-C542-1598-EED8-34F5E3431755}"/>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kern="0" baseline="0">
                <a:solidFill>
                  <a:schemeClr val="tx1">
                    <a:lumMod val="95000"/>
                    <a:lumOff val="5000"/>
                  </a:schemeClr>
                </a:solidFill>
                <a:latin typeface="Arial" panose="020B0604020202020204" pitchFamily="34" charset="0"/>
                <a:ea typeface="Roboto Condensed" panose="02000000000000000000" pitchFamily="2" charset="0"/>
                <a:cs typeface="Arial" panose="020B0604020202020204" pitchFamily="34" charset="0"/>
              </a:rPr>
              <a:t> </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2024 </a:t>
            </a:r>
            <a:r>
              <a:rPr lang="en-US" sz="800" kern="0" baseline="0" err="1">
                <a:solidFill>
                  <a:srgbClr val="202020"/>
                </a:solidFill>
                <a:latin typeface="Poppins" panose="02000000000000000000" pitchFamily="2" charset="0"/>
                <a:ea typeface="Roboto Condensed" panose="02000000000000000000" pitchFamily="2" charset="0"/>
                <a:cs typeface="Poppins" panose="02000000000000000000" pitchFamily="2" charset="0"/>
              </a:rPr>
              <a:t>ComplianceQuest</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All rights reserved. </a:t>
            </a:r>
          </a:p>
        </p:txBody>
      </p:sp>
    </p:spTree>
    <p:extLst>
      <p:ext uri="{BB962C8B-B14F-4D97-AF65-F5344CB8AC3E}">
        <p14:creationId xmlns:p14="http://schemas.microsoft.com/office/powerpoint/2010/main" val="12035788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1_Custom Layout">
    <p:spTree>
      <p:nvGrpSpPr>
        <p:cNvPr id="1" name=""/>
        <p:cNvGrpSpPr/>
        <p:nvPr/>
      </p:nvGrpSpPr>
      <p:grpSpPr>
        <a:xfrm>
          <a:off x="0" y="0"/>
          <a:ext cx="0" cy="0"/>
          <a:chOff x="0" y="0"/>
          <a:chExt cx="0" cy="0"/>
        </a:xfrm>
      </p:grpSpPr>
      <p:sp>
        <p:nvSpPr>
          <p:cNvPr id="5" name="Title 11">
            <a:extLst>
              <a:ext uri="{FF2B5EF4-FFF2-40B4-BE49-F238E27FC236}">
                <a16:creationId xmlns:a16="http://schemas.microsoft.com/office/drawing/2014/main" id="{53BAA806-C542-1598-EED8-34F5E3431755}"/>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kern="0" baseline="0">
                <a:solidFill>
                  <a:schemeClr val="tx1">
                    <a:lumMod val="95000"/>
                    <a:lumOff val="5000"/>
                  </a:schemeClr>
                </a:solidFill>
                <a:latin typeface="Arial" panose="020B0604020202020204" pitchFamily="34" charset="0"/>
                <a:ea typeface="Roboto Condensed" panose="02000000000000000000" pitchFamily="2" charset="0"/>
                <a:cs typeface="Arial" panose="020B0604020202020204" pitchFamily="34" charset="0"/>
              </a:rPr>
              <a:t> </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2024 </a:t>
            </a:r>
            <a:r>
              <a:rPr lang="en-US" sz="800" kern="0" baseline="0" err="1">
                <a:solidFill>
                  <a:srgbClr val="202020"/>
                </a:solidFill>
                <a:latin typeface="Poppins" panose="02000000000000000000" pitchFamily="2" charset="0"/>
                <a:ea typeface="Roboto Condensed" panose="02000000000000000000" pitchFamily="2" charset="0"/>
                <a:cs typeface="Poppins" panose="02000000000000000000" pitchFamily="2" charset="0"/>
              </a:rPr>
              <a:t>ComplianceQuest</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All rights reserved. </a:t>
            </a:r>
          </a:p>
        </p:txBody>
      </p:sp>
      <p:pic>
        <p:nvPicPr>
          <p:cNvPr id="4" name="Picture 3" descr="A picture containing text, vector graphics&#10;&#10;Description automatically generated">
            <a:extLst>
              <a:ext uri="{FF2B5EF4-FFF2-40B4-BE49-F238E27FC236}">
                <a16:creationId xmlns:a16="http://schemas.microsoft.com/office/drawing/2014/main" id="{2D790E3E-ECD8-439B-47B3-3895329DC133}"/>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7451" r="22223"/>
          <a:stretch/>
        </p:blipFill>
        <p:spPr>
          <a:xfrm>
            <a:off x="179221" y="5046762"/>
            <a:ext cx="911538" cy="1811238"/>
          </a:xfrm>
          <a:prstGeom prst="rect">
            <a:avLst/>
          </a:prstGeom>
        </p:spPr>
      </p:pic>
      <p:grpSp>
        <p:nvGrpSpPr>
          <p:cNvPr id="6" name="Group 5">
            <a:extLst>
              <a:ext uri="{FF2B5EF4-FFF2-40B4-BE49-F238E27FC236}">
                <a16:creationId xmlns:a16="http://schemas.microsoft.com/office/drawing/2014/main" id="{354B150C-AFD5-151E-BAB0-6DB452986D0E}"/>
              </a:ext>
            </a:extLst>
          </p:cNvPr>
          <p:cNvGrpSpPr/>
          <p:nvPr userDrawn="1"/>
        </p:nvGrpSpPr>
        <p:grpSpPr>
          <a:xfrm>
            <a:off x="0" y="-2"/>
            <a:ext cx="12198096" cy="82296"/>
            <a:chOff x="0" y="-2"/>
            <a:chExt cx="12192000" cy="82296"/>
          </a:xfrm>
        </p:grpSpPr>
        <p:sp>
          <p:nvSpPr>
            <p:cNvPr id="7" name="Rectangle 6">
              <a:extLst>
                <a:ext uri="{FF2B5EF4-FFF2-40B4-BE49-F238E27FC236}">
                  <a16:creationId xmlns:a16="http://schemas.microsoft.com/office/drawing/2014/main" id="{FFBA69B3-CF9A-447B-D8FD-7D5755954A15}"/>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3A4CF5A6-3A6C-4B58-815F-94C5863EE8E9}"/>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9" name="Picture 8">
            <a:extLst>
              <a:ext uri="{FF2B5EF4-FFF2-40B4-BE49-F238E27FC236}">
                <a16:creationId xmlns:a16="http://schemas.microsoft.com/office/drawing/2014/main" id="{96E31539-6A97-29AD-1CBD-87C52A29ECE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sp>
        <p:nvSpPr>
          <p:cNvPr id="2" name="Title 1">
            <a:extLst>
              <a:ext uri="{FF2B5EF4-FFF2-40B4-BE49-F238E27FC236}">
                <a16:creationId xmlns:a16="http://schemas.microsoft.com/office/drawing/2014/main" id="{4B3BBB47-4070-BB58-B6AC-ACE9EB4DF0FA}"/>
              </a:ext>
            </a:extLst>
          </p:cNvPr>
          <p:cNvSpPr>
            <a:spLocks noGrp="1"/>
          </p:cNvSpPr>
          <p:nvPr>
            <p:ph type="title" hasCustomPrompt="1"/>
          </p:nvPr>
        </p:nvSpPr>
        <p:spPr>
          <a:xfrm>
            <a:off x="179221" y="199096"/>
            <a:ext cx="10515600" cy="615950"/>
          </a:xfrm>
        </p:spPr>
        <p:txBody>
          <a:bodyPr>
            <a:noAutofit/>
          </a:bodyPr>
          <a:lstStyle>
            <a:lvl1pPr algn="l">
              <a:defRPr lang="en-US" sz="2600" b="0" kern="0" baseline="0" dirty="0">
                <a:solidFill>
                  <a:srgbClr val="494949"/>
                </a:solidFill>
                <a:latin typeface="Circular Std Bold" panose="020B0804020101010102" pitchFamily="34" charset="0"/>
                <a:ea typeface="Roboto Condensed" panose="02000000000000000000" pitchFamily="2" charset="0"/>
                <a:cs typeface="Circular Std Bold" panose="020B0804020101010102" pitchFamily="34" charset="0"/>
              </a:defRPr>
            </a:lvl1pPr>
          </a:lstStyle>
          <a:p>
            <a:r>
              <a:rPr lang="en-US"/>
              <a:t>CLICK TO EDIT MASTER TITLE STYLE</a:t>
            </a:r>
          </a:p>
        </p:txBody>
      </p:sp>
    </p:spTree>
    <p:extLst>
      <p:ext uri="{BB962C8B-B14F-4D97-AF65-F5344CB8AC3E}">
        <p14:creationId xmlns:p14="http://schemas.microsoft.com/office/powerpoint/2010/main" val="8749239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0F58F99-22CD-A6C1-AA83-201173245D2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8337" y="323262"/>
            <a:ext cx="2361872" cy="367618"/>
          </a:xfrm>
          <a:prstGeom prst="rect">
            <a:avLst/>
          </a:prstGeom>
        </p:spPr>
      </p:pic>
      <p:sp>
        <p:nvSpPr>
          <p:cNvPr id="5" name="Title 11">
            <a:extLst>
              <a:ext uri="{FF2B5EF4-FFF2-40B4-BE49-F238E27FC236}">
                <a16:creationId xmlns:a16="http://schemas.microsoft.com/office/drawing/2014/main" id="{53BAA806-C542-1598-EED8-34F5E3431755}"/>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kern="0" baseline="0">
                <a:solidFill>
                  <a:schemeClr val="tx1">
                    <a:lumMod val="95000"/>
                    <a:lumOff val="5000"/>
                  </a:schemeClr>
                </a:solidFill>
                <a:latin typeface="Arial" panose="020B0604020202020204" pitchFamily="34" charset="0"/>
                <a:ea typeface="Roboto Condensed" panose="02000000000000000000" pitchFamily="2" charset="0"/>
                <a:cs typeface="Arial" panose="020B0604020202020204" pitchFamily="34" charset="0"/>
              </a:rPr>
              <a:t> </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2024 </a:t>
            </a:r>
            <a:r>
              <a:rPr lang="en-US" sz="800" kern="0" baseline="0" err="1">
                <a:solidFill>
                  <a:srgbClr val="202020"/>
                </a:solidFill>
                <a:latin typeface="Poppins" panose="02000000000000000000" pitchFamily="2" charset="0"/>
                <a:ea typeface="Roboto Condensed" panose="02000000000000000000" pitchFamily="2" charset="0"/>
                <a:cs typeface="Poppins" panose="02000000000000000000" pitchFamily="2" charset="0"/>
              </a:rPr>
              <a:t>ComplianceQuest</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All rights reserved. </a:t>
            </a:r>
          </a:p>
        </p:txBody>
      </p:sp>
      <p:pic>
        <p:nvPicPr>
          <p:cNvPr id="3" name="Picture 2">
            <a:extLst>
              <a:ext uri="{FF2B5EF4-FFF2-40B4-BE49-F238E27FC236}">
                <a16:creationId xmlns:a16="http://schemas.microsoft.com/office/drawing/2014/main" id="{17635E7A-B593-7E68-4AB9-E077A0667ED9}"/>
              </a:ext>
            </a:extLst>
          </p:cNvPr>
          <p:cNvPicPr>
            <a:picLocks noChangeAspect="1"/>
          </p:cNvPicPr>
          <p:nvPr userDrawn="1"/>
        </p:nvPicPr>
        <p:blipFill>
          <a:blip r:embed="rId3"/>
          <a:stretch>
            <a:fillRect/>
          </a:stretch>
        </p:blipFill>
        <p:spPr>
          <a:xfrm>
            <a:off x="47413" y="5383828"/>
            <a:ext cx="3430694" cy="1474172"/>
          </a:xfrm>
          <a:prstGeom prst="rect">
            <a:avLst/>
          </a:prstGeom>
        </p:spPr>
      </p:pic>
      <p:grpSp>
        <p:nvGrpSpPr>
          <p:cNvPr id="6" name="Group 5">
            <a:extLst>
              <a:ext uri="{FF2B5EF4-FFF2-40B4-BE49-F238E27FC236}">
                <a16:creationId xmlns:a16="http://schemas.microsoft.com/office/drawing/2014/main" id="{A017161A-D37E-104F-772F-AA8DAADC922E}"/>
              </a:ext>
            </a:extLst>
          </p:cNvPr>
          <p:cNvGrpSpPr/>
          <p:nvPr userDrawn="1"/>
        </p:nvGrpSpPr>
        <p:grpSpPr>
          <a:xfrm>
            <a:off x="0" y="-2"/>
            <a:ext cx="12198096" cy="82296"/>
            <a:chOff x="0" y="-2"/>
            <a:chExt cx="12192000" cy="82296"/>
          </a:xfrm>
        </p:grpSpPr>
        <p:sp>
          <p:nvSpPr>
            <p:cNvPr id="7" name="Rectangle 6">
              <a:extLst>
                <a:ext uri="{FF2B5EF4-FFF2-40B4-BE49-F238E27FC236}">
                  <a16:creationId xmlns:a16="http://schemas.microsoft.com/office/drawing/2014/main" id="{B3E06596-5D5A-AB3D-6D60-4DC74E7B8C4C}"/>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71537472-CF3D-C3D9-5EE6-5C2B33DD9AE3}"/>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 name="Title 1">
            <a:extLst>
              <a:ext uri="{FF2B5EF4-FFF2-40B4-BE49-F238E27FC236}">
                <a16:creationId xmlns:a16="http://schemas.microsoft.com/office/drawing/2014/main" id="{5CC7A286-3BA7-AAFC-2EDF-FE5E3DED1215}"/>
              </a:ext>
            </a:extLst>
          </p:cNvPr>
          <p:cNvSpPr>
            <a:spLocks noGrp="1"/>
          </p:cNvSpPr>
          <p:nvPr>
            <p:ph type="title" hasCustomPrompt="1"/>
          </p:nvPr>
        </p:nvSpPr>
        <p:spPr>
          <a:xfrm>
            <a:off x="179221" y="199096"/>
            <a:ext cx="10515600" cy="615950"/>
          </a:xfrm>
        </p:spPr>
        <p:txBody>
          <a:bodyPr>
            <a:noAutofit/>
          </a:bodyPr>
          <a:lstStyle>
            <a:lvl1pPr algn="l">
              <a:defRPr lang="en-US" sz="2600" b="0" kern="0" baseline="0" dirty="0">
                <a:solidFill>
                  <a:srgbClr val="494949"/>
                </a:solidFill>
                <a:latin typeface="Circular Std Bold" panose="020B0804020101010102" pitchFamily="34" charset="0"/>
                <a:ea typeface="Roboto Condensed" panose="02000000000000000000" pitchFamily="2" charset="0"/>
                <a:cs typeface="Circular Std Bold" panose="020B0804020101010102" pitchFamily="34" charset="0"/>
              </a:defRPr>
            </a:lvl1pPr>
          </a:lstStyle>
          <a:p>
            <a:r>
              <a:rPr lang="en-US"/>
              <a:t>CLICK TO EDIT MASTER TITLE STYLE</a:t>
            </a:r>
          </a:p>
        </p:txBody>
      </p:sp>
    </p:spTree>
    <p:extLst>
      <p:ext uri="{BB962C8B-B14F-4D97-AF65-F5344CB8AC3E}">
        <p14:creationId xmlns:p14="http://schemas.microsoft.com/office/powerpoint/2010/main" val="89122589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5" name="Title 11">
            <a:extLst>
              <a:ext uri="{FF2B5EF4-FFF2-40B4-BE49-F238E27FC236}">
                <a16:creationId xmlns:a16="http://schemas.microsoft.com/office/drawing/2014/main" id="{53BAA806-C542-1598-EED8-34F5E3431755}"/>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kern="0" baseline="0">
                <a:solidFill>
                  <a:schemeClr val="tx1">
                    <a:lumMod val="95000"/>
                    <a:lumOff val="5000"/>
                  </a:schemeClr>
                </a:solidFill>
                <a:latin typeface="Arial" panose="020B0604020202020204" pitchFamily="34" charset="0"/>
                <a:ea typeface="Roboto Condensed" panose="02000000000000000000" pitchFamily="2" charset="0"/>
                <a:cs typeface="Arial" panose="020B0604020202020204" pitchFamily="34" charset="0"/>
              </a:rPr>
              <a:t> </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2024 </a:t>
            </a:r>
            <a:r>
              <a:rPr lang="en-US" sz="800" kern="0" baseline="0" err="1">
                <a:solidFill>
                  <a:srgbClr val="202020"/>
                </a:solidFill>
                <a:latin typeface="Poppins" panose="02000000000000000000" pitchFamily="2" charset="0"/>
                <a:ea typeface="Roboto Condensed" panose="02000000000000000000" pitchFamily="2" charset="0"/>
                <a:cs typeface="Poppins" panose="02000000000000000000" pitchFamily="2" charset="0"/>
              </a:rPr>
              <a:t>ComplianceQuest</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All rights reserved. </a:t>
            </a:r>
          </a:p>
        </p:txBody>
      </p:sp>
      <p:pic>
        <p:nvPicPr>
          <p:cNvPr id="4" name="Picture 3">
            <a:extLst>
              <a:ext uri="{FF2B5EF4-FFF2-40B4-BE49-F238E27FC236}">
                <a16:creationId xmlns:a16="http://schemas.microsoft.com/office/drawing/2014/main" id="{FD01DD06-76C8-3E34-E041-B1CC37F8FA9D}"/>
              </a:ext>
            </a:extLst>
          </p:cNvPr>
          <p:cNvPicPr>
            <a:picLocks noChangeAspect="1"/>
          </p:cNvPicPr>
          <p:nvPr userDrawn="1"/>
        </p:nvPicPr>
        <p:blipFill>
          <a:blip r:embed="rId2"/>
          <a:stretch>
            <a:fillRect/>
          </a:stretch>
        </p:blipFill>
        <p:spPr>
          <a:xfrm>
            <a:off x="119497" y="5317434"/>
            <a:ext cx="1114714" cy="1620114"/>
          </a:xfrm>
          <a:prstGeom prst="rect">
            <a:avLst/>
          </a:prstGeom>
        </p:spPr>
      </p:pic>
      <p:sp>
        <p:nvSpPr>
          <p:cNvPr id="6" name="Title 11">
            <a:extLst>
              <a:ext uri="{FF2B5EF4-FFF2-40B4-BE49-F238E27FC236}">
                <a16:creationId xmlns:a16="http://schemas.microsoft.com/office/drawing/2014/main" id="{52DC0F2C-E607-5578-EF12-C9D10361CB4C}"/>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kern="0" baseline="0">
                <a:solidFill>
                  <a:schemeClr val="tx1">
                    <a:lumMod val="95000"/>
                    <a:lumOff val="5000"/>
                  </a:schemeClr>
                </a:solidFill>
                <a:latin typeface="Arial" panose="020B0604020202020204" pitchFamily="34" charset="0"/>
                <a:ea typeface="Roboto Condensed" panose="02000000000000000000" pitchFamily="2" charset="0"/>
                <a:cs typeface="Arial" panose="020B0604020202020204" pitchFamily="34" charset="0"/>
              </a:rPr>
              <a:t> </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2024 </a:t>
            </a:r>
            <a:r>
              <a:rPr lang="en-US" sz="800" kern="0" baseline="0" err="1">
                <a:solidFill>
                  <a:srgbClr val="202020"/>
                </a:solidFill>
                <a:latin typeface="Poppins" panose="02000000000000000000" pitchFamily="2" charset="0"/>
                <a:ea typeface="Roboto Condensed" panose="02000000000000000000" pitchFamily="2" charset="0"/>
                <a:cs typeface="Poppins" panose="02000000000000000000" pitchFamily="2" charset="0"/>
              </a:rPr>
              <a:t>ComplianceQuest</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All rights reserved. </a:t>
            </a:r>
          </a:p>
        </p:txBody>
      </p:sp>
      <p:grpSp>
        <p:nvGrpSpPr>
          <p:cNvPr id="7" name="Group 6">
            <a:extLst>
              <a:ext uri="{FF2B5EF4-FFF2-40B4-BE49-F238E27FC236}">
                <a16:creationId xmlns:a16="http://schemas.microsoft.com/office/drawing/2014/main" id="{4F9DF13B-884A-EC62-3E19-818C648CE722}"/>
              </a:ext>
            </a:extLst>
          </p:cNvPr>
          <p:cNvGrpSpPr/>
          <p:nvPr userDrawn="1"/>
        </p:nvGrpSpPr>
        <p:grpSpPr>
          <a:xfrm>
            <a:off x="0" y="-2"/>
            <a:ext cx="12198096" cy="82296"/>
            <a:chOff x="0" y="-2"/>
            <a:chExt cx="12192000" cy="82296"/>
          </a:xfrm>
        </p:grpSpPr>
        <p:sp>
          <p:nvSpPr>
            <p:cNvPr id="8" name="Rectangle 7">
              <a:extLst>
                <a:ext uri="{FF2B5EF4-FFF2-40B4-BE49-F238E27FC236}">
                  <a16:creationId xmlns:a16="http://schemas.microsoft.com/office/drawing/2014/main" id="{F5FBAC87-979D-D3E4-0144-0B88228C1A72}"/>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E911228F-C4BA-E5C9-3B66-1D02B5D429F9}"/>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10" name="Picture 9">
            <a:extLst>
              <a:ext uri="{FF2B5EF4-FFF2-40B4-BE49-F238E27FC236}">
                <a16:creationId xmlns:a16="http://schemas.microsoft.com/office/drawing/2014/main" id="{35EBD7B0-6D36-7941-785B-E38389590F0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sp>
        <p:nvSpPr>
          <p:cNvPr id="2" name="Title 1">
            <a:extLst>
              <a:ext uri="{FF2B5EF4-FFF2-40B4-BE49-F238E27FC236}">
                <a16:creationId xmlns:a16="http://schemas.microsoft.com/office/drawing/2014/main" id="{B3EEEF89-FB41-316C-B98E-6BD92148B109}"/>
              </a:ext>
            </a:extLst>
          </p:cNvPr>
          <p:cNvSpPr>
            <a:spLocks noGrp="1"/>
          </p:cNvSpPr>
          <p:nvPr>
            <p:ph type="title" hasCustomPrompt="1"/>
          </p:nvPr>
        </p:nvSpPr>
        <p:spPr>
          <a:xfrm>
            <a:off x="179221" y="199096"/>
            <a:ext cx="10515600" cy="615950"/>
          </a:xfrm>
        </p:spPr>
        <p:txBody>
          <a:bodyPr>
            <a:noAutofit/>
          </a:bodyPr>
          <a:lstStyle>
            <a:lvl1pPr algn="l">
              <a:defRPr lang="en-US" sz="2600" b="0" kern="0" baseline="0" dirty="0">
                <a:solidFill>
                  <a:srgbClr val="494949"/>
                </a:solidFill>
                <a:latin typeface="Circular Std Bold" panose="020B0804020101010102" pitchFamily="34" charset="0"/>
                <a:ea typeface="Roboto Condensed" panose="02000000000000000000" pitchFamily="2" charset="0"/>
                <a:cs typeface="Circular Std Bold" panose="020B0804020101010102" pitchFamily="34" charset="0"/>
              </a:defRPr>
            </a:lvl1pPr>
          </a:lstStyle>
          <a:p>
            <a:r>
              <a:rPr lang="en-US"/>
              <a:t>CLICK TO EDIT MASTER TITLE STYLE</a:t>
            </a:r>
          </a:p>
        </p:txBody>
      </p:sp>
    </p:spTree>
    <p:extLst>
      <p:ext uri="{BB962C8B-B14F-4D97-AF65-F5344CB8AC3E}">
        <p14:creationId xmlns:p14="http://schemas.microsoft.com/office/powerpoint/2010/main" val="205353007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5" name="Title 11">
            <a:extLst>
              <a:ext uri="{FF2B5EF4-FFF2-40B4-BE49-F238E27FC236}">
                <a16:creationId xmlns:a16="http://schemas.microsoft.com/office/drawing/2014/main" id="{53BAA806-C542-1598-EED8-34F5E3431755}"/>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kern="0" baseline="0">
                <a:solidFill>
                  <a:schemeClr val="tx1">
                    <a:lumMod val="95000"/>
                    <a:lumOff val="5000"/>
                  </a:schemeClr>
                </a:solidFill>
                <a:latin typeface="Arial" panose="020B0604020202020204" pitchFamily="34" charset="0"/>
                <a:ea typeface="Roboto Condensed" panose="02000000000000000000" pitchFamily="2" charset="0"/>
                <a:cs typeface="Arial" panose="020B0604020202020204" pitchFamily="34" charset="0"/>
              </a:rPr>
              <a:t> </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2024 </a:t>
            </a:r>
            <a:r>
              <a:rPr lang="en-US" sz="800" kern="0" baseline="0" err="1">
                <a:solidFill>
                  <a:srgbClr val="202020"/>
                </a:solidFill>
                <a:latin typeface="Poppins" panose="02000000000000000000" pitchFamily="2" charset="0"/>
                <a:ea typeface="Roboto Condensed" panose="02000000000000000000" pitchFamily="2" charset="0"/>
                <a:cs typeface="Poppins" panose="02000000000000000000" pitchFamily="2" charset="0"/>
              </a:rPr>
              <a:t>ComplianceQuest</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All rights reserved. </a:t>
            </a:r>
          </a:p>
        </p:txBody>
      </p:sp>
      <p:pic>
        <p:nvPicPr>
          <p:cNvPr id="2050" name="Picture 2" descr="Image preview">
            <a:extLst>
              <a:ext uri="{FF2B5EF4-FFF2-40B4-BE49-F238E27FC236}">
                <a16:creationId xmlns:a16="http://schemas.microsoft.com/office/drawing/2014/main" id="{B7170555-7C6F-C34D-24DF-6AD241084DCD}"/>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0160" y="4949363"/>
            <a:ext cx="1045751" cy="1792224"/>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a:extLst>
              <a:ext uri="{FF2B5EF4-FFF2-40B4-BE49-F238E27FC236}">
                <a16:creationId xmlns:a16="http://schemas.microsoft.com/office/drawing/2014/main" id="{05462057-9223-DAEE-6870-D5FC7C6C357D}"/>
              </a:ext>
            </a:extLst>
          </p:cNvPr>
          <p:cNvGrpSpPr/>
          <p:nvPr userDrawn="1"/>
        </p:nvGrpSpPr>
        <p:grpSpPr>
          <a:xfrm>
            <a:off x="0" y="-2"/>
            <a:ext cx="12198096" cy="82296"/>
            <a:chOff x="0" y="-2"/>
            <a:chExt cx="12192000" cy="82296"/>
          </a:xfrm>
        </p:grpSpPr>
        <p:sp>
          <p:nvSpPr>
            <p:cNvPr id="6" name="Rectangle 5">
              <a:extLst>
                <a:ext uri="{FF2B5EF4-FFF2-40B4-BE49-F238E27FC236}">
                  <a16:creationId xmlns:a16="http://schemas.microsoft.com/office/drawing/2014/main" id="{7F320DD8-BCC2-548F-9850-75637FA1A95D}"/>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B54B7D3F-0A97-4713-A2EE-C62A8A563463}"/>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8" name="Picture 7">
            <a:extLst>
              <a:ext uri="{FF2B5EF4-FFF2-40B4-BE49-F238E27FC236}">
                <a16:creationId xmlns:a16="http://schemas.microsoft.com/office/drawing/2014/main" id="{DC3F7678-EE32-DF3B-0748-85B92D15825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sp>
        <p:nvSpPr>
          <p:cNvPr id="2" name="Title 1">
            <a:extLst>
              <a:ext uri="{FF2B5EF4-FFF2-40B4-BE49-F238E27FC236}">
                <a16:creationId xmlns:a16="http://schemas.microsoft.com/office/drawing/2014/main" id="{116CE982-287F-72B8-C9A2-C2B72CC7B3BF}"/>
              </a:ext>
            </a:extLst>
          </p:cNvPr>
          <p:cNvSpPr>
            <a:spLocks noGrp="1"/>
          </p:cNvSpPr>
          <p:nvPr>
            <p:ph type="title" hasCustomPrompt="1"/>
          </p:nvPr>
        </p:nvSpPr>
        <p:spPr>
          <a:xfrm>
            <a:off x="179221" y="199096"/>
            <a:ext cx="10515600" cy="615950"/>
          </a:xfrm>
        </p:spPr>
        <p:txBody>
          <a:bodyPr>
            <a:noAutofit/>
          </a:bodyPr>
          <a:lstStyle>
            <a:lvl1pPr algn="l">
              <a:defRPr lang="en-US" sz="2600" b="0" kern="0" baseline="0" dirty="0">
                <a:solidFill>
                  <a:srgbClr val="494949"/>
                </a:solidFill>
                <a:latin typeface="Circular Std Bold" panose="020B0804020101010102" pitchFamily="34" charset="0"/>
                <a:ea typeface="Roboto Condensed" panose="02000000000000000000" pitchFamily="2" charset="0"/>
                <a:cs typeface="Circular Std Bold" panose="020B0804020101010102" pitchFamily="34" charset="0"/>
              </a:defRPr>
            </a:lvl1pPr>
          </a:lstStyle>
          <a:p>
            <a:r>
              <a:rPr lang="en-US"/>
              <a:t>CLICK TO EDIT MASTER TITLE STYLE</a:t>
            </a:r>
          </a:p>
        </p:txBody>
      </p:sp>
    </p:spTree>
    <p:extLst>
      <p:ext uri="{BB962C8B-B14F-4D97-AF65-F5344CB8AC3E}">
        <p14:creationId xmlns:p14="http://schemas.microsoft.com/office/powerpoint/2010/main" val="10718572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E98390A4-5FAC-B415-CBAE-788BB3B93C9A}"/>
              </a:ext>
            </a:extLst>
          </p:cNvPr>
          <p:cNvGrpSpPr/>
          <p:nvPr userDrawn="1"/>
        </p:nvGrpSpPr>
        <p:grpSpPr>
          <a:xfrm>
            <a:off x="0" y="-2"/>
            <a:ext cx="12198096" cy="82296"/>
            <a:chOff x="0" y="-2"/>
            <a:chExt cx="12192000" cy="82296"/>
          </a:xfrm>
        </p:grpSpPr>
        <p:sp>
          <p:nvSpPr>
            <p:cNvPr id="6" name="Rectangle 5">
              <a:extLst>
                <a:ext uri="{FF2B5EF4-FFF2-40B4-BE49-F238E27FC236}">
                  <a16:creationId xmlns:a16="http://schemas.microsoft.com/office/drawing/2014/main" id="{8AAB1B2C-8200-5ED4-E09A-26A684571D80}"/>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394F70B0-AAE7-FCE7-CE14-212FE52CE1A0}"/>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8" name="Picture 7">
            <a:extLst>
              <a:ext uri="{FF2B5EF4-FFF2-40B4-BE49-F238E27FC236}">
                <a16:creationId xmlns:a16="http://schemas.microsoft.com/office/drawing/2014/main" id="{1D9CDE7B-44B5-0714-1D7C-3F8883523D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sp>
        <p:nvSpPr>
          <p:cNvPr id="3" name="Title 1">
            <a:extLst>
              <a:ext uri="{FF2B5EF4-FFF2-40B4-BE49-F238E27FC236}">
                <a16:creationId xmlns:a16="http://schemas.microsoft.com/office/drawing/2014/main" id="{8A309A68-A8A4-9636-2197-F591F994CF4A}"/>
              </a:ext>
            </a:extLst>
          </p:cNvPr>
          <p:cNvSpPr>
            <a:spLocks noGrp="1"/>
          </p:cNvSpPr>
          <p:nvPr>
            <p:ph type="title" hasCustomPrompt="1"/>
          </p:nvPr>
        </p:nvSpPr>
        <p:spPr>
          <a:xfrm>
            <a:off x="179221" y="82294"/>
            <a:ext cx="10515600" cy="615950"/>
          </a:xfrm>
        </p:spPr>
        <p:txBody>
          <a:bodyPr>
            <a:noAutofit/>
          </a:bodyPr>
          <a:lstStyle>
            <a:lvl1pPr algn="l">
              <a:defRPr lang="en-US" sz="2600" b="0" kern="0" baseline="0" dirty="0">
                <a:solidFill>
                  <a:srgbClr val="484848"/>
                </a:solidFill>
                <a:latin typeface="Calibri" panose="020F0502020204030204" pitchFamily="34" charset="0"/>
                <a:ea typeface="Calibri" panose="020F0502020204030204" pitchFamily="34" charset="0"/>
                <a:cs typeface="Calibri" panose="020F0502020204030204" pitchFamily="34" charset="0"/>
              </a:defRPr>
            </a:lvl1pPr>
          </a:lstStyle>
          <a:p>
            <a:r>
              <a:rPr lang="en-US"/>
              <a:t>CLICK TO EDIT MASTER TITLE STYLE</a:t>
            </a:r>
          </a:p>
        </p:txBody>
      </p:sp>
      <p:sp>
        <p:nvSpPr>
          <p:cNvPr id="2" name="Title 11">
            <a:extLst>
              <a:ext uri="{FF2B5EF4-FFF2-40B4-BE49-F238E27FC236}">
                <a16:creationId xmlns:a16="http://schemas.microsoft.com/office/drawing/2014/main" id="{7BD3154B-4784-D235-427E-F03CE476F208}"/>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b="0" kern="0" baseline="0">
                <a:solidFill>
                  <a:schemeClr val="tx1">
                    <a:lumMod val="95000"/>
                    <a:lumOff val="5000"/>
                  </a:schemeClr>
                </a:solidFill>
                <a:latin typeface="+mn-lt"/>
                <a:ea typeface="Roboto Condensed" panose="02000000000000000000" pitchFamily="2" charset="0"/>
                <a:cs typeface="Arial" panose="020B0604020202020204" pitchFamily="34" charset="0"/>
              </a:rPr>
              <a:t> </a:t>
            </a:r>
            <a:r>
              <a:rPr lang="en-US" sz="800" b="0" kern="0" baseline="0">
                <a:solidFill>
                  <a:srgbClr val="202020"/>
                </a:solidFill>
                <a:latin typeface="+mn-lt"/>
                <a:ea typeface="Roboto Condensed" panose="02000000000000000000" pitchFamily="2" charset="0"/>
                <a:cs typeface="Poppins" panose="02000000000000000000" pitchFamily="2" charset="0"/>
              </a:rPr>
              <a:t>© 2024 ComplianceQuest. All rights reserved. </a:t>
            </a:r>
          </a:p>
        </p:txBody>
      </p:sp>
    </p:spTree>
    <p:extLst>
      <p:ext uri="{BB962C8B-B14F-4D97-AF65-F5344CB8AC3E}">
        <p14:creationId xmlns:p14="http://schemas.microsoft.com/office/powerpoint/2010/main" val="35033974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1_Custom Layout">
    <p:spTree>
      <p:nvGrpSpPr>
        <p:cNvPr id="1" name=""/>
        <p:cNvGrpSpPr/>
        <p:nvPr/>
      </p:nvGrpSpPr>
      <p:grpSpPr>
        <a:xfrm>
          <a:off x="0" y="0"/>
          <a:ext cx="0" cy="0"/>
          <a:chOff x="0" y="0"/>
          <a:chExt cx="0" cy="0"/>
        </a:xfrm>
      </p:grpSpPr>
      <p:pic>
        <p:nvPicPr>
          <p:cNvPr id="27" name="Picture 6" descr="Image preview">
            <a:extLst>
              <a:ext uri="{FF2B5EF4-FFF2-40B4-BE49-F238E27FC236}">
                <a16:creationId xmlns:a16="http://schemas.microsoft.com/office/drawing/2014/main" id="{5E9499AB-A47A-6B62-DF92-411BFE94EC1A}"/>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rot="21332882" flipH="1">
            <a:off x="11224459" y="2389934"/>
            <a:ext cx="776264" cy="135184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1">
            <a:extLst>
              <a:ext uri="{FF2B5EF4-FFF2-40B4-BE49-F238E27FC236}">
                <a16:creationId xmlns:a16="http://schemas.microsoft.com/office/drawing/2014/main" id="{A19C8A9F-A4E5-6570-E760-A4F07CFBFF09}"/>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b="0" kern="0" baseline="0">
                <a:solidFill>
                  <a:schemeClr val="tx1">
                    <a:lumMod val="95000"/>
                    <a:lumOff val="5000"/>
                  </a:schemeClr>
                </a:solidFill>
                <a:latin typeface="+mn-lt"/>
                <a:ea typeface="Roboto Condensed" panose="02000000000000000000" pitchFamily="2" charset="0"/>
                <a:cs typeface="Arial" panose="020B0604020202020204" pitchFamily="34" charset="0"/>
              </a:rPr>
              <a:t> </a:t>
            </a:r>
            <a:r>
              <a:rPr lang="en-US" sz="800" b="0" kern="0" baseline="0">
                <a:solidFill>
                  <a:srgbClr val="202020"/>
                </a:solidFill>
                <a:latin typeface="+mn-lt"/>
                <a:ea typeface="Roboto Condensed" panose="02000000000000000000" pitchFamily="2" charset="0"/>
                <a:cs typeface="Poppins" panose="02000000000000000000" pitchFamily="2" charset="0"/>
              </a:rPr>
              <a:t>© 2024 ComplianceQuest. All rights reserved. </a:t>
            </a:r>
          </a:p>
        </p:txBody>
      </p:sp>
      <p:grpSp>
        <p:nvGrpSpPr>
          <p:cNvPr id="6" name="Group 5">
            <a:extLst>
              <a:ext uri="{FF2B5EF4-FFF2-40B4-BE49-F238E27FC236}">
                <a16:creationId xmlns:a16="http://schemas.microsoft.com/office/drawing/2014/main" id="{B07C1EE3-57E9-D9C4-3A02-C2F7BB3EDB0E}"/>
              </a:ext>
            </a:extLst>
          </p:cNvPr>
          <p:cNvGrpSpPr/>
          <p:nvPr userDrawn="1"/>
        </p:nvGrpSpPr>
        <p:grpSpPr>
          <a:xfrm>
            <a:off x="0" y="-2"/>
            <a:ext cx="12198096" cy="82296"/>
            <a:chOff x="0" y="-2"/>
            <a:chExt cx="12192000" cy="82296"/>
          </a:xfrm>
        </p:grpSpPr>
        <p:sp>
          <p:nvSpPr>
            <p:cNvPr id="3" name="Rectangle 2">
              <a:extLst>
                <a:ext uri="{FF2B5EF4-FFF2-40B4-BE49-F238E27FC236}">
                  <a16:creationId xmlns:a16="http://schemas.microsoft.com/office/drawing/2014/main" id="{7CDEF0BB-EA98-6FFC-5C71-ACBB023777DE}"/>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1008D365-4B7E-5627-EA44-6D7C29B324BA}"/>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7" name="Picture 6">
            <a:extLst>
              <a:ext uri="{FF2B5EF4-FFF2-40B4-BE49-F238E27FC236}">
                <a16:creationId xmlns:a16="http://schemas.microsoft.com/office/drawing/2014/main" id="{6082F291-CF63-6839-3672-66F1970B2D2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pic>
        <p:nvPicPr>
          <p:cNvPr id="19" name="Picture 18">
            <a:extLst>
              <a:ext uri="{FF2B5EF4-FFF2-40B4-BE49-F238E27FC236}">
                <a16:creationId xmlns:a16="http://schemas.microsoft.com/office/drawing/2014/main" id="{B810C196-CCB3-97F1-599D-727589960AED}"/>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28029" y="873711"/>
            <a:ext cx="4221486" cy="657062"/>
          </a:xfrm>
          <a:prstGeom prst="rect">
            <a:avLst/>
          </a:prstGeom>
        </p:spPr>
      </p:pic>
      <p:sp>
        <p:nvSpPr>
          <p:cNvPr id="25" name="Oval 24">
            <a:extLst>
              <a:ext uri="{FF2B5EF4-FFF2-40B4-BE49-F238E27FC236}">
                <a16:creationId xmlns:a16="http://schemas.microsoft.com/office/drawing/2014/main" id="{CF83BFF7-0E0B-56BB-34D2-1BE14ECC4085}"/>
              </a:ext>
            </a:extLst>
          </p:cNvPr>
          <p:cNvSpPr/>
          <p:nvPr userDrawn="1"/>
        </p:nvSpPr>
        <p:spPr>
          <a:xfrm>
            <a:off x="6747984" y="874444"/>
            <a:ext cx="4864608" cy="4864608"/>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6" name="Picture 2" descr="Image preview">
            <a:extLst>
              <a:ext uri="{FF2B5EF4-FFF2-40B4-BE49-F238E27FC236}">
                <a16:creationId xmlns:a16="http://schemas.microsoft.com/office/drawing/2014/main" id="{CEE53FEA-9404-ED1F-FD22-E9867F20239E}"/>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0995259" y="5490610"/>
            <a:ext cx="882416" cy="535534"/>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a:extLst>
              <a:ext uri="{FF2B5EF4-FFF2-40B4-BE49-F238E27FC236}">
                <a16:creationId xmlns:a16="http://schemas.microsoft.com/office/drawing/2014/main" id="{00FB4B6D-68DC-E2FF-3046-342A683D40F4}"/>
              </a:ext>
            </a:extLst>
          </p:cNvPr>
          <p:cNvPicPr>
            <a:picLocks noChangeAspect="1"/>
          </p:cNvPicPr>
          <p:nvPr userDrawn="1"/>
        </p:nvPicPr>
        <p:blipFill>
          <a:blip r:embed="rId6"/>
          <a:stretch>
            <a:fillRect/>
          </a:stretch>
        </p:blipFill>
        <p:spPr>
          <a:xfrm>
            <a:off x="6731857" y="864543"/>
            <a:ext cx="4884410" cy="4884410"/>
          </a:xfrm>
          <a:prstGeom prst="rect">
            <a:avLst/>
          </a:prstGeom>
        </p:spPr>
      </p:pic>
      <p:pic>
        <p:nvPicPr>
          <p:cNvPr id="35" name="Picture 34">
            <a:extLst>
              <a:ext uri="{FF2B5EF4-FFF2-40B4-BE49-F238E27FC236}">
                <a16:creationId xmlns:a16="http://schemas.microsoft.com/office/drawing/2014/main" id="{26E20BE2-9C5B-5BAB-CF79-8A0CF809AD32}"/>
              </a:ext>
            </a:extLst>
          </p:cNvPr>
          <p:cNvPicPr>
            <a:picLocks noChangeAspect="1"/>
          </p:cNvPicPr>
          <p:nvPr userDrawn="1"/>
        </p:nvPicPr>
        <p:blipFill>
          <a:blip r:embed="rId7"/>
          <a:stretch>
            <a:fillRect/>
          </a:stretch>
        </p:blipFill>
        <p:spPr>
          <a:xfrm>
            <a:off x="10103011" y="4371160"/>
            <a:ext cx="833644" cy="1815904"/>
          </a:xfrm>
          <a:prstGeom prst="rect">
            <a:avLst/>
          </a:prstGeom>
        </p:spPr>
      </p:pic>
      <p:pic>
        <p:nvPicPr>
          <p:cNvPr id="36" name="Picture 2" descr="Image preview">
            <a:extLst>
              <a:ext uri="{FF2B5EF4-FFF2-40B4-BE49-F238E27FC236}">
                <a16:creationId xmlns:a16="http://schemas.microsoft.com/office/drawing/2014/main" id="{4511FEDB-94D8-5C82-4639-7332DAF2D5BE}"/>
              </a:ext>
            </a:extLst>
          </p:cNvPr>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flipV="1">
            <a:off x="10103011" y="2112400"/>
            <a:ext cx="1862016" cy="1862016"/>
          </a:xfrm>
          <a:prstGeom prst="rect">
            <a:avLst/>
          </a:prstGeom>
          <a:noFill/>
          <a:extLst>
            <a:ext uri="{909E8E84-426E-40DD-AFC4-6F175D3DCCD1}">
              <a14:hiddenFill xmlns:a14="http://schemas.microsoft.com/office/drawing/2010/main">
                <a:solidFill>
                  <a:srgbClr val="FFFFFF"/>
                </a:solidFill>
              </a14:hiddenFill>
            </a:ext>
          </a:extLst>
        </p:spPr>
      </p:pic>
      <p:sp>
        <p:nvSpPr>
          <p:cNvPr id="37" name="Freeform: Shape 36">
            <a:extLst>
              <a:ext uri="{FF2B5EF4-FFF2-40B4-BE49-F238E27FC236}">
                <a16:creationId xmlns:a16="http://schemas.microsoft.com/office/drawing/2014/main" id="{D43755D3-FA5E-0CF0-E96F-6F6A22E3FFA3}"/>
              </a:ext>
            </a:extLst>
          </p:cNvPr>
          <p:cNvSpPr/>
          <p:nvPr userDrawn="1"/>
        </p:nvSpPr>
        <p:spPr>
          <a:xfrm>
            <a:off x="10587353" y="2679242"/>
            <a:ext cx="815812" cy="815812"/>
          </a:xfrm>
          <a:custGeom>
            <a:avLst/>
            <a:gdLst>
              <a:gd name="connsiteX0" fmla="*/ 4419600 w 4724400"/>
              <a:gd name="connsiteY0" fmla="*/ 2438400 h 4724400"/>
              <a:gd name="connsiteX1" fmla="*/ 4724400 w 4724400"/>
              <a:gd name="connsiteY1" fmla="*/ 2133600 h 4724400"/>
              <a:gd name="connsiteX2" fmla="*/ 4419600 w 4724400"/>
              <a:gd name="connsiteY2" fmla="*/ 1828800 h 4724400"/>
              <a:gd name="connsiteX3" fmla="*/ 4265752 w 4724400"/>
              <a:gd name="connsiteY3" fmla="*/ 1872005 h 4724400"/>
              <a:gd name="connsiteX4" fmla="*/ 3986175 w 4724400"/>
              <a:gd name="connsiteY4" fmla="*/ 1592428 h 4724400"/>
              <a:gd name="connsiteX5" fmla="*/ 4114800 w 4724400"/>
              <a:gd name="connsiteY5" fmla="*/ 1219200 h 4724400"/>
              <a:gd name="connsiteX6" fmla="*/ 3986175 w 4724400"/>
              <a:gd name="connsiteY6" fmla="*/ 845972 h 4724400"/>
              <a:gd name="connsiteX7" fmla="*/ 4265752 w 4724400"/>
              <a:gd name="connsiteY7" fmla="*/ 566395 h 4724400"/>
              <a:gd name="connsiteX8" fmla="*/ 4419600 w 4724400"/>
              <a:gd name="connsiteY8" fmla="*/ 609600 h 4724400"/>
              <a:gd name="connsiteX9" fmla="*/ 4724400 w 4724400"/>
              <a:gd name="connsiteY9" fmla="*/ 304800 h 4724400"/>
              <a:gd name="connsiteX10" fmla="*/ 4419600 w 4724400"/>
              <a:gd name="connsiteY10" fmla="*/ 0 h 4724400"/>
              <a:gd name="connsiteX11" fmla="*/ 4114800 w 4724400"/>
              <a:gd name="connsiteY11" fmla="*/ 304800 h 4724400"/>
              <a:gd name="connsiteX12" fmla="*/ 4158006 w 4724400"/>
              <a:gd name="connsiteY12" fmla="*/ 458648 h 4724400"/>
              <a:gd name="connsiteX13" fmla="*/ 3878428 w 4724400"/>
              <a:gd name="connsiteY13" fmla="*/ 738226 h 4724400"/>
              <a:gd name="connsiteX14" fmla="*/ 3505200 w 4724400"/>
              <a:gd name="connsiteY14" fmla="*/ 609600 h 4724400"/>
              <a:gd name="connsiteX15" fmla="*/ 3090062 w 4724400"/>
              <a:gd name="connsiteY15" fmla="*/ 774040 h 4724400"/>
              <a:gd name="connsiteX16" fmla="*/ 2648407 w 4724400"/>
              <a:gd name="connsiteY16" fmla="*/ 405994 h 4724400"/>
              <a:gd name="connsiteX17" fmla="*/ 2667000 w 4724400"/>
              <a:gd name="connsiteY17" fmla="*/ 304800 h 4724400"/>
              <a:gd name="connsiteX18" fmla="*/ 2362200 w 4724400"/>
              <a:gd name="connsiteY18" fmla="*/ 0 h 4724400"/>
              <a:gd name="connsiteX19" fmla="*/ 2057400 w 4724400"/>
              <a:gd name="connsiteY19" fmla="*/ 304800 h 4724400"/>
              <a:gd name="connsiteX20" fmla="*/ 2075993 w 4724400"/>
              <a:gd name="connsiteY20" fmla="*/ 405994 h 4724400"/>
              <a:gd name="connsiteX21" fmla="*/ 1634338 w 4724400"/>
              <a:gd name="connsiteY21" fmla="*/ 774040 h 4724400"/>
              <a:gd name="connsiteX22" fmla="*/ 1219200 w 4724400"/>
              <a:gd name="connsiteY22" fmla="*/ 609600 h 4724400"/>
              <a:gd name="connsiteX23" fmla="*/ 845972 w 4724400"/>
              <a:gd name="connsiteY23" fmla="*/ 738226 h 4724400"/>
              <a:gd name="connsiteX24" fmla="*/ 566395 w 4724400"/>
              <a:gd name="connsiteY24" fmla="*/ 458648 h 4724400"/>
              <a:gd name="connsiteX25" fmla="*/ 609600 w 4724400"/>
              <a:gd name="connsiteY25" fmla="*/ 304800 h 4724400"/>
              <a:gd name="connsiteX26" fmla="*/ 304800 w 4724400"/>
              <a:gd name="connsiteY26" fmla="*/ 0 h 4724400"/>
              <a:gd name="connsiteX27" fmla="*/ 0 w 4724400"/>
              <a:gd name="connsiteY27" fmla="*/ 304800 h 4724400"/>
              <a:gd name="connsiteX28" fmla="*/ 304800 w 4724400"/>
              <a:gd name="connsiteY28" fmla="*/ 609600 h 4724400"/>
              <a:gd name="connsiteX29" fmla="*/ 458648 w 4724400"/>
              <a:gd name="connsiteY29" fmla="*/ 566395 h 4724400"/>
              <a:gd name="connsiteX30" fmla="*/ 738226 w 4724400"/>
              <a:gd name="connsiteY30" fmla="*/ 845972 h 4724400"/>
              <a:gd name="connsiteX31" fmla="*/ 609600 w 4724400"/>
              <a:gd name="connsiteY31" fmla="*/ 1219200 h 4724400"/>
              <a:gd name="connsiteX32" fmla="*/ 738226 w 4724400"/>
              <a:gd name="connsiteY32" fmla="*/ 1592428 h 4724400"/>
              <a:gd name="connsiteX33" fmla="*/ 458648 w 4724400"/>
              <a:gd name="connsiteY33" fmla="*/ 1872005 h 4724400"/>
              <a:gd name="connsiteX34" fmla="*/ 304800 w 4724400"/>
              <a:gd name="connsiteY34" fmla="*/ 1828800 h 4724400"/>
              <a:gd name="connsiteX35" fmla="*/ 0 w 4724400"/>
              <a:gd name="connsiteY35" fmla="*/ 2133600 h 4724400"/>
              <a:gd name="connsiteX36" fmla="*/ 304800 w 4724400"/>
              <a:gd name="connsiteY36" fmla="*/ 2438400 h 4724400"/>
              <a:gd name="connsiteX37" fmla="*/ 609600 w 4724400"/>
              <a:gd name="connsiteY37" fmla="*/ 2133600 h 4724400"/>
              <a:gd name="connsiteX38" fmla="*/ 566395 w 4724400"/>
              <a:gd name="connsiteY38" fmla="*/ 1979752 h 4724400"/>
              <a:gd name="connsiteX39" fmla="*/ 845972 w 4724400"/>
              <a:gd name="connsiteY39" fmla="*/ 1700174 h 4724400"/>
              <a:gd name="connsiteX40" fmla="*/ 1219200 w 4724400"/>
              <a:gd name="connsiteY40" fmla="*/ 1828800 h 4724400"/>
              <a:gd name="connsiteX41" fmla="*/ 1640434 w 4724400"/>
              <a:gd name="connsiteY41" fmla="*/ 1658798 h 4724400"/>
              <a:gd name="connsiteX42" fmla="*/ 2076069 w 4724400"/>
              <a:gd name="connsiteY42" fmla="*/ 2032178 h 4724400"/>
              <a:gd name="connsiteX43" fmla="*/ 2057400 w 4724400"/>
              <a:gd name="connsiteY43" fmla="*/ 2133600 h 4724400"/>
              <a:gd name="connsiteX44" fmla="*/ 2126742 w 4724400"/>
              <a:gd name="connsiteY44" fmla="*/ 2324710 h 4724400"/>
              <a:gd name="connsiteX45" fmla="*/ 2113179 w 4724400"/>
              <a:gd name="connsiteY45" fmla="*/ 2313432 h 4724400"/>
              <a:gd name="connsiteX46" fmla="*/ 1547470 w 4724400"/>
              <a:gd name="connsiteY46" fmla="*/ 2992298 h 4724400"/>
              <a:gd name="connsiteX47" fmla="*/ 1219200 w 4724400"/>
              <a:gd name="connsiteY47" fmla="*/ 2895600 h 4724400"/>
              <a:gd name="connsiteX48" fmla="*/ 735940 w 4724400"/>
              <a:gd name="connsiteY48" fmla="*/ 3135097 h 4724400"/>
              <a:gd name="connsiteX49" fmla="*/ 596875 w 4724400"/>
              <a:gd name="connsiteY49" fmla="*/ 3054020 h 4724400"/>
              <a:gd name="connsiteX50" fmla="*/ 609600 w 4724400"/>
              <a:gd name="connsiteY50" fmla="*/ 2971800 h 4724400"/>
              <a:gd name="connsiteX51" fmla="*/ 304800 w 4724400"/>
              <a:gd name="connsiteY51" fmla="*/ 2667000 h 4724400"/>
              <a:gd name="connsiteX52" fmla="*/ 0 w 4724400"/>
              <a:gd name="connsiteY52" fmla="*/ 2971800 h 4724400"/>
              <a:gd name="connsiteX53" fmla="*/ 304800 w 4724400"/>
              <a:gd name="connsiteY53" fmla="*/ 3276600 h 4724400"/>
              <a:gd name="connsiteX54" fmla="*/ 521132 w 4724400"/>
              <a:gd name="connsiteY54" fmla="*/ 3186151 h 4724400"/>
              <a:gd name="connsiteX55" fmla="*/ 658520 w 4724400"/>
              <a:gd name="connsiteY55" fmla="*/ 3266313 h 4724400"/>
              <a:gd name="connsiteX56" fmla="*/ 609600 w 4724400"/>
              <a:gd name="connsiteY56" fmla="*/ 3505200 h 4724400"/>
              <a:gd name="connsiteX57" fmla="*/ 738226 w 4724400"/>
              <a:gd name="connsiteY57" fmla="*/ 3878428 h 4724400"/>
              <a:gd name="connsiteX58" fmla="*/ 458648 w 4724400"/>
              <a:gd name="connsiteY58" fmla="*/ 4158006 h 4724400"/>
              <a:gd name="connsiteX59" fmla="*/ 304800 w 4724400"/>
              <a:gd name="connsiteY59" fmla="*/ 4114800 h 4724400"/>
              <a:gd name="connsiteX60" fmla="*/ 0 w 4724400"/>
              <a:gd name="connsiteY60" fmla="*/ 4419600 h 4724400"/>
              <a:gd name="connsiteX61" fmla="*/ 304800 w 4724400"/>
              <a:gd name="connsiteY61" fmla="*/ 4724400 h 4724400"/>
              <a:gd name="connsiteX62" fmla="*/ 609600 w 4724400"/>
              <a:gd name="connsiteY62" fmla="*/ 4419600 h 4724400"/>
              <a:gd name="connsiteX63" fmla="*/ 566395 w 4724400"/>
              <a:gd name="connsiteY63" fmla="*/ 4265752 h 4724400"/>
              <a:gd name="connsiteX64" fmla="*/ 845972 w 4724400"/>
              <a:gd name="connsiteY64" fmla="*/ 3986175 h 4724400"/>
              <a:gd name="connsiteX65" fmla="*/ 1219200 w 4724400"/>
              <a:gd name="connsiteY65" fmla="*/ 4114800 h 4724400"/>
              <a:gd name="connsiteX66" fmla="*/ 1828800 w 4724400"/>
              <a:gd name="connsiteY66" fmla="*/ 3505200 h 4724400"/>
              <a:gd name="connsiteX67" fmla="*/ 1826971 w 4724400"/>
              <a:gd name="connsiteY67" fmla="*/ 3468776 h 4724400"/>
              <a:gd name="connsiteX68" fmla="*/ 2163318 w 4724400"/>
              <a:gd name="connsiteY68" fmla="*/ 3405683 h 4724400"/>
              <a:gd name="connsiteX69" fmla="*/ 2438400 w 4724400"/>
              <a:gd name="connsiteY69" fmla="*/ 3581400 h 4724400"/>
              <a:gd name="connsiteX70" fmla="*/ 2667000 w 4724400"/>
              <a:gd name="connsiteY70" fmla="*/ 3476092 h 4724400"/>
              <a:gd name="connsiteX71" fmla="*/ 2957093 w 4724400"/>
              <a:gd name="connsiteY71" fmla="*/ 3621176 h 4724400"/>
              <a:gd name="connsiteX72" fmla="*/ 2895600 w 4724400"/>
              <a:gd name="connsiteY72" fmla="*/ 3886200 h 4724400"/>
              <a:gd name="connsiteX73" fmla="*/ 2911831 w 4724400"/>
              <a:gd name="connsiteY73" fmla="*/ 4023589 h 4724400"/>
              <a:gd name="connsiteX74" fmla="*/ 2307565 w 4724400"/>
              <a:gd name="connsiteY74" fmla="*/ 4246169 h 4724400"/>
              <a:gd name="connsiteX75" fmla="*/ 2057400 w 4724400"/>
              <a:gd name="connsiteY75" fmla="*/ 4114800 h 4724400"/>
              <a:gd name="connsiteX76" fmla="*/ 1752600 w 4724400"/>
              <a:gd name="connsiteY76" fmla="*/ 4419600 h 4724400"/>
              <a:gd name="connsiteX77" fmla="*/ 2057400 w 4724400"/>
              <a:gd name="connsiteY77" fmla="*/ 4724400 h 4724400"/>
              <a:gd name="connsiteX78" fmla="*/ 2362200 w 4724400"/>
              <a:gd name="connsiteY78" fmla="*/ 4419600 h 4724400"/>
              <a:gd name="connsiteX79" fmla="*/ 2359152 w 4724400"/>
              <a:gd name="connsiteY79" fmla="*/ 4389654 h 4724400"/>
              <a:gd name="connsiteX80" fmla="*/ 2964485 w 4724400"/>
              <a:gd name="connsiteY80" fmla="*/ 4166616 h 4724400"/>
              <a:gd name="connsiteX81" fmla="*/ 3505200 w 4724400"/>
              <a:gd name="connsiteY81" fmla="*/ 4495800 h 4724400"/>
              <a:gd name="connsiteX82" fmla="*/ 3988460 w 4724400"/>
              <a:gd name="connsiteY82" fmla="*/ 4256304 h 4724400"/>
              <a:gd name="connsiteX83" fmla="*/ 4127526 w 4724400"/>
              <a:gd name="connsiteY83" fmla="*/ 4337381 h 4724400"/>
              <a:gd name="connsiteX84" fmla="*/ 4114800 w 4724400"/>
              <a:gd name="connsiteY84" fmla="*/ 4419600 h 4724400"/>
              <a:gd name="connsiteX85" fmla="*/ 4419600 w 4724400"/>
              <a:gd name="connsiteY85" fmla="*/ 4724400 h 4724400"/>
              <a:gd name="connsiteX86" fmla="*/ 4724400 w 4724400"/>
              <a:gd name="connsiteY86" fmla="*/ 4419600 h 4724400"/>
              <a:gd name="connsiteX87" fmla="*/ 4419600 w 4724400"/>
              <a:gd name="connsiteY87" fmla="*/ 4114800 h 4724400"/>
              <a:gd name="connsiteX88" fmla="*/ 4203268 w 4724400"/>
              <a:gd name="connsiteY88" fmla="*/ 4205250 h 4724400"/>
              <a:gd name="connsiteX89" fmla="*/ 4065880 w 4724400"/>
              <a:gd name="connsiteY89" fmla="*/ 4125087 h 4724400"/>
              <a:gd name="connsiteX90" fmla="*/ 4114800 w 4724400"/>
              <a:gd name="connsiteY90" fmla="*/ 3886200 h 4724400"/>
              <a:gd name="connsiteX91" fmla="*/ 3581400 w 4724400"/>
              <a:gd name="connsiteY91" fmla="*/ 3281858 h 4724400"/>
              <a:gd name="connsiteX92" fmla="*/ 3581400 w 4724400"/>
              <a:gd name="connsiteY92" fmla="*/ 2884780 h 4724400"/>
              <a:gd name="connsiteX93" fmla="*/ 3810000 w 4724400"/>
              <a:gd name="connsiteY93" fmla="*/ 2590800 h 4724400"/>
              <a:gd name="connsiteX94" fmla="*/ 3505200 w 4724400"/>
              <a:gd name="connsiteY94" fmla="*/ 2286000 h 4724400"/>
              <a:gd name="connsiteX95" fmla="*/ 3200400 w 4724400"/>
              <a:gd name="connsiteY95" fmla="*/ 2590800 h 4724400"/>
              <a:gd name="connsiteX96" fmla="*/ 3429000 w 4724400"/>
              <a:gd name="connsiteY96" fmla="*/ 2884780 h 4724400"/>
              <a:gd name="connsiteX97" fmla="*/ 3429000 w 4724400"/>
              <a:gd name="connsiteY97" fmla="*/ 3281858 h 4724400"/>
              <a:gd name="connsiteX98" fmla="*/ 3040609 w 4724400"/>
              <a:gd name="connsiteY98" fmla="*/ 3492475 h 4724400"/>
              <a:gd name="connsiteX99" fmla="*/ 2736266 w 4724400"/>
              <a:gd name="connsiteY99" fmla="*/ 3340303 h 4724400"/>
              <a:gd name="connsiteX100" fmla="*/ 2743200 w 4724400"/>
              <a:gd name="connsiteY100" fmla="*/ 3276600 h 4724400"/>
              <a:gd name="connsiteX101" fmla="*/ 2438400 w 4724400"/>
              <a:gd name="connsiteY101" fmla="*/ 2971800 h 4724400"/>
              <a:gd name="connsiteX102" fmla="*/ 2135734 w 4724400"/>
              <a:gd name="connsiteY102" fmla="*/ 3255798 h 4724400"/>
              <a:gd name="connsiteX103" fmla="*/ 1799463 w 4724400"/>
              <a:gd name="connsiteY103" fmla="*/ 3318815 h 4724400"/>
              <a:gd name="connsiteX104" fmla="*/ 1664360 w 4724400"/>
              <a:gd name="connsiteY104" fmla="*/ 3089986 h 4724400"/>
              <a:gd name="connsiteX105" fmla="*/ 2230298 w 4724400"/>
              <a:gd name="connsiteY105" fmla="*/ 2410892 h 4724400"/>
              <a:gd name="connsiteX106" fmla="*/ 2217039 w 4724400"/>
              <a:gd name="connsiteY106" fmla="*/ 2399843 h 4724400"/>
              <a:gd name="connsiteX107" fmla="*/ 2362200 w 4724400"/>
              <a:gd name="connsiteY107" fmla="*/ 2438400 h 4724400"/>
              <a:gd name="connsiteX108" fmla="*/ 2667000 w 4724400"/>
              <a:gd name="connsiteY108" fmla="*/ 2133600 h 4724400"/>
              <a:gd name="connsiteX109" fmla="*/ 2641778 w 4724400"/>
              <a:gd name="connsiteY109" fmla="*/ 2012747 h 4724400"/>
              <a:gd name="connsiteX110" fmla="*/ 3089910 w 4724400"/>
              <a:gd name="connsiteY110" fmla="*/ 1664208 h 4724400"/>
              <a:gd name="connsiteX111" fmla="*/ 3505200 w 4724400"/>
              <a:gd name="connsiteY111" fmla="*/ 1828800 h 4724400"/>
              <a:gd name="connsiteX112" fmla="*/ 3878428 w 4724400"/>
              <a:gd name="connsiteY112" fmla="*/ 1700174 h 4724400"/>
              <a:gd name="connsiteX113" fmla="*/ 4158006 w 4724400"/>
              <a:gd name="connsiteY113" fmla="*/ 1979752 h 4724400"/>
              <a:gd name="connsiteX114" fmla="*/ 4114800 w 4724400"/>
              <a:gd name="connsiteY114" fmla="*/ 2133600 h 4724400"/>
              <a:gd name="connsiteX115" fmla="*/ 4419600 w 4724400"/>
              <a:gd name="connsiteY115" fmla="*/ 2438400 h 4724400"/>
              <a:gd name="connsiteX116" fmla="*/ 4419600 w 4724400"/>
              <a:gd name="connsiteY116" fmla="*/ 1981200 h 4724400"/>
              <a:gd name="connsiteX117" fmla="*/ 4572000 w 4724400"/>
              <a:gd name="connsiteY117" fmla="*/ 2133600 h 4724400"/>
              <a:gd name="connsiteX118" fmla="*/ 4419600 w 4724400"/>
              <a:gd name="connsiteY118" fmla="*/ 2286000 h 4724400"/>
              <a:gd name="connsiteX119" fmla="*/ 4267200 w 4724400"/>
              <a:gd name="connsiteY119" fmla="*/ 2133600 h 4724400"/>
              <a:gd name="connsiteX120" fmla="*/ 4419600 w 4724400"/>
              <a:gd name="connsiteY120" fmla="*/ 1981200 h 4724400"/>
              <a:gd name="connsiteX121" fmla="*/ 4419600 w 4724400"/>
              <a:gd name="connsiteY121" fmla="*/ 152400 h 4724400"/>
              <a:gd name="connsiteX122" fmla="*/ 4572000 w 4724400"/>
              <a:gd name="connsiteY122" fmla="*/ 304800 h 4724400"/>
              <a:gd name="connsiteX123" fmla="*/ 4419600 w 4724400"/>
              <a:gd name="connsiteY123" fmla="*/ 457200 h 4724400"/>
              <a:gd name="connsiteX124" fmla="*/ 4267200 w 4724400"/>
              <a:gd name="connsiteY124" fmla="*/ 304800 h 4724400"/>
              <a:gd name="connsiteX125" fmla="*/ 4419600 w 4724400"/>
              <a:gd name="connsiteY125" fmla="*/ 152400 h 4724400"/>
              <a:gd name="connsiteX126" fmla="*/ 304800 w 4724400"/>
              <a:gd name="connsiteY126" fmla="*/ 457200 h 4724400"/>
              <a:gd name="connsiteX127" fmla="*/ 152400 w 4724400"/>
              <a:gd name="connsiteY127" fmla="*/ 304800 h 4724400"/>
              <a:gd name="connsiteX128" fmla="*/ 304800 w 4724400"/>
              <a:gd name="connsiteY128" fmla="*/ 152400 h 4724400"/>
              <a:gd name="connsiteX129" fmla="*/ 457200 w 4724400"/>
              <a:gd name="connsiteY129" fmla="*/ 304800 h 4724400"/>
              <a:gd name="connsiteX130" fmla="*/ 304800 w 4724400"/>
              <a:gd name="connsiteY130" fmla="*/ 457200 h 4724400"/>
              <a:gd name="connsiteX131" fmla="*/ 304800 w 4724400"/>
              <a:gd name="connsiteY131" fmla="*/ 2286000 h 4724400"/>
              <a:gd name="connsiteX132" fmla="*/ 152400 w 4724400"/>
              <a:gd name="connsiteY132" fmla="*/ 2133600 h 4724400"/>
              <a:gd name="connsiteX133" fmla="*/ 304800 w 4724400"/>
              <a:gd name="connsiteY133" fmla="*/ 1981200 h 4724400"/>
              <a:gd name="connsiteX134" fmla="*/ 457200 w 4724400"/>
              <a:gd name="connsiteY134" fmla="*/ 2133600 h 4724400"/>
              <a:gd name="connsiteX135" fmla="*/ 304800 w 4724400"/>
              <a:gd name="connsiteY135" fmla="*/ 2286000 h 4724400"/>
              <a:gd name="connsiteX136" fmla="*/ 304800 w 4724400"/>
              <a:gd name="connsiteY136" fmla="*/ 3124200 h 4724400"/>
              <a:gd name="connsiteX137" fmla="*/ 152400 w 4724400"/>
              <a:gd name="connsiteY137" fmla="*/ 2971800 h 4724400"/>
              <a:gd name="connsiteX138" fmla="*/ 304800 w 4724400"/>
              <a:gd name="connsiteY138" fmla="*/ 2819400 h 4724400"/>
              <a:gd name="connsiteX139" fmla="*/ 457200 w 4724400"/>
              <a:gd name="connsiteY139" fmla="*/ 2971800 h 4724400"/>
              <a:gd name="connsiteX140" fmla="*/ 304800 w 4724400"/>
              <a:gd name="connsiteY140" fmla="*/ 3124200 h 4724400"/>
              <a:gd name="connsiteX141" fmla="*/ 304800 w 4724400"/>
              <a:gd name="connsiteY141" fmla="*/ 4572000 h 4724400"/>
              <a:gd name="connsiteX142" fmla="*/ 152400 w 4724400"/>
              <a:gd name="connsiteY142" fmla="*/ 4419600 h 4724400"/>
              <a:gd name="connsiteX143" fmla="*/ 304800 w 4724400"/>
              <a:gd name="connsiteY143" fmla="*/ 4267200 h 4724400"/>
              <a:gd name="connsiteX144" fmla="*/ 457200 w 4724400"/>
              <a:gd name="connsiteY144" fmla="*/ 4419600 h 4724400"/>
              <a:gd name="connsiteX145" fmla="*/ 304800 w 4724400"/>
              <a:gd name="connsiteY145" fmla="*/ 4572000 h 4724400"/>
              <a:gd name="connsiteX146" fmla="*/ 2057400 w 4724400"/>
              <a:gd name="connsiteY146" fmla="*/ 4572000 h 4724400"/>
              <a:gd name="connsiteX147" fmla="*/ 1905000 w 4724400"/>
              <a:gd name="connsiteY147" fmla="*/ 4419600 h 4724400"/>
              <a:gd name="connsiteX148" fmla="*/ 2057400 w 4724400"/>
              <a:gd name="connsiteY148" fmla="*/ 4267200 h 4724400"/>
              <a:gd name="connsiteX149" fmla="*/ 2209800 w 4724400"/>
              <a:gd name="connsiteY149" fmla="*/ 4419600 h 4724400"/>
              <a:gd name="connsiteX150" fmla="*/ 2057400 w 4724400"/>
              <a:gd name="connsiteY150" fmla="*/ 4572000 h 4724400"/>
              <a:gd name="connsiteX151" fmla="*/ 4419600 w 4724400"/>
              <a:gd name="connsiteY151" fmla="*/ 4267200 h 4724400"/>
              <a:gd name="connsiteX152" fmla="*/ 4572000 w 4724400"/>
              <a:gd name="connsiteY152" fmla="*/ 4419600 h 4724400"/>
              <a:gd name="connsiteX153" fmla="*/ 4419600 w 4724400"/>
              <a:gd name="connsiteY153" fmla="*/ 4572000 h 4724400"/>
              <a:gd name="connsiteX154" fmla="*/ 4267200 w 4724400"/>
              <a:gd name="connsiteY154" fmla="*/ 4419600 h 4724400"/>
              <a:gd name="connsiteX155" fmla="*/ 4419600 w 4724400"/>
              <a:gd name="connsiteY155" fmla="*/ 4267200 h 4724400"/>
              <a:gd name="connsiteX156" fmla="*/ 3352800 w 4724400"/>
              <a:gd name="connsiteY156" fmla="*/ 2590800 h 4724400"/>
              <a:gd name="connsiteX157" fmla="*/ 3505200 w 4724400"/>
              <a:gd name="connsiteY157" fmla="*/ 2438400 h 4724400"/>
              <a:gd name="connsiteX158" fmla="*/ 3657600 w 4724400"/>
              <a:gd name="connsiteY158" fmla="*/ 2590800 h 4724400"/>
              <a:gd name="connsiteX159" fmla="*/ 3505200 w 4724400"/>
              <a:gd name="connsiteY159" fmla="*/ 2743200 h 4724400"/>
              <a:gd name="connsiteX160" fmla="*/ 3352800 w 4724400"/>
              <a:gd name="connsiteY160" fmla="*/ 2590800 h 4724400"/>
              <a:gd name="connsiteX161" fmla="*/ 3505200 w 4724400"/>
              <a:gd name="connsiteY161" fmla="*/ 3429000 h 4724400"/>
              <a:gd name="connsiteX162" fmla="*/ 3962400 w 4724400"/>
              <a:gd name="connsiteY162" fmla="*/ 3886200 h 4724400"/>
              <a:gd name="connsiteX163" fmla="*/ 3505200 w 4724400"/>
              <a:gd name="connsiteY163" fmla="*/ 4343400 h 4724400"/>
              <a:gd name="connsiteX164" fmla="*/ 3048000 w 4724400"/>
              <a:gd name="connsiteY164" fmla="*/ 3886200 h 4724400"/>
              <a:gd name="connsiteX165" fmla="*/ 3505200 w 4724400"/>
              <a:gd name="connsiteY165" fmla="*/ 3429000 h 4724400"/>
              <a:gd name="connsiteX166" fmla="*/ 2438400 w 4724400"/>
              <a:gd name="connsiteY166" fmla="*/ 3124200 h 4724400"/>
              <a:gd name="connsiteX167" fmla="*/ 2590800 w 4724400"/>
              <a:gd name="connsiteY167" fmla="*/ 3276600 h 4724400"/>
              <a:gd name="connsiteX168" fmla="*/ 2438400 w 4724400"/>
              <a:gd name="connsiteY168" fmla="*/ 3429000 h 4724400"/>
              <a:gd name="connsiteX169" fmla="*/ 2286000 w 4724400"/>
              <a:gd name="connsiteY169" fmla="*/ 3276600 h 4724400"/>
              <a:gd name="connsiteX170" fmla="*/ 2438400 w 4724400"/>
              <a:gd name="connsiteY170" fmla="*/ 3124200 h 4724400"/>
              <a:gd name="connsiteX171" fmla="*/ 1676400 w 4724400"/>
              <a:gd name="connsiteY171" fmla="*/ 3505200 h 4724400"/>
              <a:gd name="connsiteX172" fmla="*/ 1219200 w 4724400"/>
              <a:gd name="connsiteY172" fmla="*/ 3962400 h 4724400"/>
              <a:gd name="connsiteX173" fmla="*/ 762000 w 4724400"/>
              <a:gd name="connsiteY173" fmla="*/ 3505200 h 4724400"/>
              <a:gd name="connsiteX174" fmla="*/ 1219200 w 4724400"/>
              <a:gd name="connsiteY174" fmla="*/ 3048000 h 4724400"/>
              <a:gd name="connsiteX175" fmla="*/ 1676400 w 4724400"/>
              <a:gd name="connsiteY175" fmla="*/ 3505200 h 4724400"/>
              <a:gd name="connsiteX176" fmla="*/ 2362200 w 4724400"/>
              <a:gd name="connsiteY176" fmla="*/ 152400 h 4724400"/>
              <a:gd name="connsiteX177" fmla="*/ 2514600 w 4724400"/>
              <a:gd name="connsiteY177" fmla="*/ 304800 h 4724400"/>
              <a:gd name="connsiteX178" fmla="*/ 2362200 w 4724400"/>
              <a:gd name="connsiteY178" fmla="*/ 457200 h 4724400"/>
              <a:gd name="connsiteX179" fmla="*/ 2209800 w 4724400"/>
              <a:gd name="connsiteY179" fmla="*/ 304800 h 4724400"/>
              <a:gd name="connsiteX180" fmla="*/ 2362200 w 4724400"/>
              <a:gd name="connsiteY180" fmla="*/ 152400 h 4724400"/>
              <a:gd name="connsiteX181" fmla="*/ 1219200 w 4724400"/>
              <a:gd name="connsiteY181" fmla="*/ 1676400 h 4724400"/>
              <a:gd name="connsiteX182" fmla="*/ 762000 w 4724400"/>
              <a:gd name="connsiteY182" fmla="*/ 1219200 h 4724400"/>
              <a:gd name="connsiteX183" fmla="*/ 1219200 w 4724400"/>
              <a:gd name="connsiteY183" fmla="*/ 762000 h 4724400"/>
              <a:gd name="connsiteX184" fmla="*/ 1676400 w 4724400"/>
              <a:gd name="connsiteY184" fmla="*/ 1219200 h 4724400"/>
              <a:gd name="connsiteX185" fmla="*/ 1219200 w 4724400"/>
              <a:gd name="connsiteY185" fmla="*/ 1676400 h 4724400"/>
              <a:gd name="connsiteX186" fmla="*/ 2362200 w 4724400"/>
              <a:gd name="connsiteY186" fmla="*/ 2286000 h 4724400"/>
              <a:gd name="connsiteX187" fmla="*/ 2209800 w 4724400"/>
              <a:gd name="connsiteY187" fmla="*/ 2133600 h 4724400"/>
              <a:gd name="connsiteX188" fmla="*/ 2362200 w 4724400"/>
              <a:gd name="connsiteY188" fmla="*/ 1981200 h 4724400"/>
              <a:gd name="connsiteX189" fmla="*/ 2514600 w 4724400"/>
              <a:gd name="connsiteY189" fmla="*/ 2133600 h 4724400"/>
              <a:gd name="connsiteX190" fmla="*/ 2362200 w 4724400"/>
              <a:gd name="connsiteY190" fmla="*/ 2286000 h 4724400"/>
              <a:gd name="connsiteX191" fmla="*/ 2992145 w 4724400"/>
              <a:gd name="connsiteY191" fmla="*/ 1547089 h 4724400"/>
              <a:gd name="connsiteX192" fmla="*/ 2547290 w 4724400"/>
              <a:gd name="connsiteY192" fmla="*/ 1893113 h 4724400"/>
              <a:gd name="connsiteX193" fmla="*/ 2362200 w 4724400"/>
              <a:gd name="connsiteY193" fmla="*/ 1828800 h 4724400"/>
              <a:gd name="connsiteX194" fmla="*/ 2162251 w 4724400"/>
              <a:gd name="connsiteY194" fmla="*/ 1905381 h 4724400"/>
              <a:gd name="connsiteX195" fmla="*/ 1736370 w 4724400"/>
              <a:gd name="connsiteY195" fmla="*/ 1540383 h 4724400"/>
              <a:gd name="connsiteX196" fmla="*/ 1828800 w 4724400"/>
              <a:gd name="connsiteY196" fmla="*/ 1219200 h 4724400"/>
              <a:gd name="connsiteX197" fmla="*/ 1732102 w 4724400"/>
              <a:gd name="connsiteY197" fmla="*/ 891007 h 4724400"/>
              <a:gd name="connsiteX198" fmla="*/ 2161947 w 4724400"/>
              <a:gd name="connsiteY198" fmla="*/ 532790 h 4724400"/>
              <a:gd name="connsiteX199" fmla="*/ 2362200 w 4724400"/>
              <a:gd name="connsiteY199" fmla="*/ 609600 h 4724400"/>
              <a:gd name="connsiteX200" fmla="*/ 2562454 w 4724400"/>
              <a:gd name="connsiteY200" fmla="*/ 532790 h 4724400"/>
              <a:gd name="connsiteX201" fmla="*/ 2992298 w 4724400"/>
              <a:gd name="connsiteY201" fmla="*/ 891007 h 4724400"/>
              <a:gd name="connsiteX202" fmla="*/ 2895600 w 4724400"/>
              <a:gd name="connsiteY202" fmla="*/ 1219200 h 4724400"/>
              <a:gd name="connsiteX203" fmla="*/ 2992145 w 4724400"/>
              <a:gd name="connsiteY203" fmla="*/ 1547089 h 4724400"/>
              <a:gd name="connsiteX204" fmla="*/ 3505200 w 4724400"/>
              <a:gd name="connsiteY204" fmla="*/ 1676400 h 4724400"/>
              <a:gd name="connsiteX205" fmla="*/ 3048000 w 4724400"/>
              <a:gd name="connsiteY205" fmla="*/ 1219200 h 4724400"/>
              <a:gd name="connsiteX206" fmla="*/ 3505200 w 4724400"/>
              <a:gd name="connsiteY206" fmla="*/ 762000 h 4724400"/>
              <a:gd name="connsiteX207" fmla="*/ 3962400 w 4724400"/>
              <a:gd name="connsiteY207" fmla="*/ 1219200 h 4724400"/>
              <a:gd name="connsiteX208" fmla="*/ 3505200 w 4724400"/>
              <a:gd name="connsiteY208" fmla="*/ 1676400 h 472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Lst>
            <a:rect l="l" t="t" r="r" b="b"/>
            <a:pathLst>
              <a:path w="4724400" h="4724400">
                <a:moveTo>
                  <a:pt x="4419600" y="2438400"/>
                </a:moveTo>
                <a:cubicBezTo>
                  <a:pt x="4587698" y="2438400"/>
                  <a:pt x="4724400" y="2301697"/>
                  <a:pt x="4724400" y="2133600"/>
                </a:cubicBezTo>
                <a:cubicBezTo>
                  <a:pt x="4724400" y="1965503"/>
                  <a:pt x="4587698" y="1828800"/>
                  <a:pt x="4419600" y="1828800"/>
                </a:cubicBezTo>
                <a:cubicBezTo>
                  <a:pt x="4363212" y="1828800"/>
                  <a:pt x="4311091" y="1845183"/>
                  <a:pt x="4265752" y="1872005"/>
                </a:cubicBezTo>
                <a:lnTo>
                  <a:pt x="3986175" y="1592428"/>
                </a:lnTo>
                <a:cubicBezTo>
                  <a:pt x="4066489" y="1489100"/>
                  <a:pt x="4114800" y="1359865"/>
                  <a:pt x="4114800" y="1219200"/>
                </a:cubicBezTo>
                <a:cubicBezTo>
                  <a:pt x="4114800" y="1078535"/>
                  <a:pt x="4066489" y="949300"/>
                  <a:pt x="3986175" y="845972"/>
                </a:cubicBezTo>
                <a:lnTo>
                  <a:pt x="4265752" y="566395"/>
                </a:lnTo>
                <a:cubicBezTo>
                  <a:pt x="4311091" y="593217"/>
                  <a:pt x="4363212" y="609600"/>
                  <a:pt x="4419600" y="609600"/>
                </a:cubicBezTo>
                <a:cubicBezTo>
                  <a:pt x="4587698" y="609600"/>
                  <a:pt x="4724400" y="472897"/>
                  <a:pt x="4724400" y="304800"/>
                </a:cubicBezTo>
                <a:cubicBezTo>
                  <a:pt x="4724400" y="136703"/>
                  <a:pt x="4587698" y="0"/>
                  <a:pt x="4419600" y="0"/>
                </a:cubicBezTo>
                <a:cubicBezTo>
                  <a:pt x="4251503" y="0"/>
                  <a:pt x="4114800" y="136703"/>
                  <a:pt x="4114800" y="304800"/>
                </a:cubicBezTo>
                <a:cubicBezTo>
                  <a:pt x="4114800" y="361188"/>
                  <a:pt x="4131183" y="413309"/>
                  <a:pt x="4158006" y="458648"/>
                </a:cubicBezTo>
                <a:lnTo>
                  <a:pt x="3878428" y="738226"/>
                </a:lnTo>
                <a:cubicBezTo>
                  <a:pt x="3775101" y="657911"/>
                  <a:pt x="3645865" y="609600"/>
                  <a:pt x="3505200" y="609600"/>
                </a:cubicBezTo>
                <a:cubicBezTo>
                  <a:pt x="3344799" y="609600"/>
                  <a:pt x="3199028" y="672389"/>
                  <a:pt x="3090062" y="774040"/>
                </a:cubicBezTo>
                <a:lnTo>
                  <a:pt x="2648407" y="405994"/>
                </a:lnTo>
                <a:cubicBezTo>
                  <a:pt x="2659685" y="374142"/>
                  <a:pt x="2667000" y="340462"/>
                  <a:pt x="2667000" y="304800"/>
                </a:cubicBezTo>
                <a:cubicBezTo>
                  <a:pt x="2667000" y="136703"/>
                  <a:pt x="2530297" y="0"/>
                  <a:pt x="2362200" y="0"/>
                </a:cubicBezTo>
                <a:cubicBezTo>
                  <a:pt x="2194103" y="0"/>
                  <a:pt x="2057400" y="136703"/>
                  <a:pt x="2057400" y="304800"/>
                </a:cubicBezTo>
                <a:cubicBezTo>
                  <a:pt x="2057400" y="340462"/>
                  <a:pt x="2064715" y="374142"/>
                  <a:pt x="2075993" y="405994"/>
                </a:cubicBezTo>
                <a:lnTo>
                  <a:pt x="1634338" y="774040"/>
                </a:lnTo>
                <a:cubicBezTo>
                  <a:pt x="1525372" y="672389"/>
                  <a:pt x="1379601" y="609600"/>
                  <a:pt x="1219200" y="609600"/>
                </a:cubicBezTo>
                <a:cubicBezTo>
                  <a:pt x="1078535" y="609600"/>
                  <a:pt x="949300" y="657911"/>
                  <a:pt x="845972" y="738226"/>
                </a:cubicBezTo>
                <a:lnTo>
                  <a:pt x="566395" y="458648"/>
                </a:lnTo>
                <a:cubicBezTo>
                  <a:pt x="593217" y="413309"/>
                  <a:pt x="609600" y="361188"/>
                  <a:pt x="609600" y="304800"/>
                </a:cubicBezTo>
                <a:cubicBezTo>
                  <a:pt x="609600" y="136703"/>
                  <a:pt x="472897" y="0"/>
                  <a:pt x="304800" y="0"/>
                </a:cubicBezTo>
                <a:cubicBezTo>
                  <a:pt x="136703" y="0"/>
                  <a:pt x="0" y="136703"/>
                  <a:pt x="0" y="304800"/>
                </a:cubicBezTo>
                <a:cubicBezTo>
                  <a:pt x="0" y="472897"/>
                  <a:pt x="136703" y="609600"/>
                  <a:pt x="304800" y="609600"/>
                </a:cubicBezTo>
                <a:cubicBezTo>
                  <a:pt x="361188" y="609600"/>
                  <a:pt x="413309" y="593217"/>
                  <a:pt x="458648" y="566395"/>
                </a:cubicBezTo>
                <a:lnTo>
                  <a:pt x="738226" y="845972"/>
                </a:lnTo>
                <a:cubicBezTo>
                  <a:pt x="657911" y="949300"/>
                  <a:pt x="609600" y="1078535"/>
                  <a:pt x="609600" y="1219200"/>
                </a:cubicBezTo>
                <a:cubicBezTo>
                  <a:pt x="609600" y="1359865"/>
                  <a:pt x="657911" y="1489100"/>
                  <a:pt x="738226" y="1592428"/>
                </a:cubicBezTo>
                <a:lnTo>
                  <a:pt x="458648" y="1872005"/>
                </a:lnTo>
                <a:cubicBezTo>
                  <a:pt x="413309" y="1845183"/>
                  <a:pt x="361188" y="1828800"/>
                  <a:pt x="304800" y="1828800"/>
                </a:cubicBezTo>
                <a:cubicBezTo>
                  <a:pt x="136703" y="1828800"/>
                  <a:pt x="0" y="1965503"/>
                  <a:pt x="0" y="2133600"/>
                </a:cubicBezTo>
                <a:cubicBezTo>
                  <a:pt x="0" y="2301697"/>
                  <a:pt x="136703" y="2438400"/>
                  <a:pt x="304800" y="2438400"/>
                </a:cubicBezTo>
                <a:cubicBezTo>
                  <a:pt x="472897" y="2438400"/>
                  <a:pt x="609600" y="2301697"/>
                  <a:pt x="609600" y="2133600"/>
                </a:cubicBezTo>
                <a:cubicBezTo>
                  <a:pt x="609600" y="2077212"/>
                  <a:pt x="593217" y="2025091"/>
                  <a:pt x="566395" y="1979752"/>
                </a:cubicBezTo>
                <a:lnTo>
                  <a:pt x="845972" y="1700174"/>
                </a:lnTo>
                <a:cubicBezTo>
                  <a:pt x="949300" y="1780489"/>
                  <a:pt x="1078535" y="1828800"/>
                  <a:pt x="1219200" y="1828800"/>
                </a:cubicBezTo>
                <a:cubicBezTo>
                  <a:pt x="1382573" y="1828800"/>
                  <a:pt x="1530858" y="1763801"/>
                  <a:pt x="1640434" y="1658798"/>
                </a:cubicBezTo>
                <a:lnTo>
                  <a:pt x="2076069" y="2032178"/>
                </a:lnTo>
                <a:cubicBezTo>
                  <a:pt x="2064715" y="2064106"/>
                  <a:pt x="2057400" y="2097862"/>
                  <a:pt x="2057400" y="2133600"/>
                </a:cubicBezTo>
                <a:cubicBezTo>
                  <a:pt x="2057400" y="2206295"/>
                  <a:pt x="2084070" y="2272284"/>
                  <a:pt x="2126742" y="2324710"/>
                </a:cubicBezTo>
                <a:lnTo>
                  <a:pt x="2113179" y="2313432"/>
                </a:lnTo>
                <a:lnTo>
                  <a:pt x="1547470" y="2992298"/>
                </a:lnTo>
                <a:cubicBezTo>
                  <a:pt x="1452524" y="2931414"/>
                  <a:pt x="1340053" y="2895600"/>
                  <a:pt x="1219200" y="2895600"/>
                </a:cubicBezTo>
                <a:cubicBezTo>
                  <a:pt x="1022299" y="2895600"/>
                  <a:pt x="847496" y="2989783"/>
                  <a:pt x="735940" y="3135097"/>
                </a:cubicBezTo>
                <a:lnTo>
                  <a:pt x="596875" y="3054020"/>
                </a:lnTo>
                <a:cubicBezTo>
                  <a:pt x="604342" y="3027655"/>
                  <a:pt x="609600" y="3000451"/>
                  <a:pt x="609600" y="2971800"/>
                </a:cubicBezTo>
                <a:cubicBezTo>
                  <a:pt x="609600" y="2803703"/>
                  <a:pt x="472897" y="2667000"/>
                  <a:pt x="304800" y="2667000"/>
                </a:cubicBezTo>
                <a:cubicBezTo>
                  <a:pt x="136703" y="2667000"/>
                  <a:pt x="0" y="2803703"/>
                  <a:pt x="0" y="2971800"/>
                </a:cubicBezTo>
                <a:cubicBezTo>
                  <a:pt x="0" y="3139897"/>
                  <a:pt x="136703" y="3276600"/>
                  <a:pt x="304800" y="3276600"/>
                </a:cubicBezTo>
                <a:cubicBezTo>
                  <a:pt x="389306" y="3276600"/>
                  <a:pt x="465811" y="3241929"/>
                  <a:pt x="521132" y="3186151"/>
                </a:cubicBezTo>
                <a:lnTo>
                  <a:pt x="658520" y="3266313"/>
                </a:lnTo>
                <a:cubicBezTo>
                  <a:pt x="627050" y="3339694"/>
                  <a:pt x="609600" y="3420466"/>
                  <a:pt x="609600" y="3505200"/>
                </a:cubicBezTo>
                <a:cubicBezTo>
                  <a:pt x="609600" y="3645865"/>
                  <a:pt x="657911" y="3775101"/>
                  <a:pt x="738226" y="3878428"/>
                </a:cubicBezTo>
                <a:lnTo>
                  <a:pt x="458648" y="4158006"/>
                </a:lnTo>
                <a:cubicBezTo>
                  <a:pt x="413309" y="4131183"/>
                  <a:pt x="361188" y="4114800"/>
                  <a:pt x="304800" y="4114800"/>
                </a:cubicBezTo>
                <a:cubicBezTo>
                  <a:pt x="136703" y="4114800"/>
                  <a:pt x="0" y="4251503"/>
                  <a:pt x="0" y="4419600"/>
                </a:cubicBezTo>
                <a:cubicBezTo>
                  <a:pt x="0" y="4587698"/>
                  <a:pt x="136703" y="4724400"/>
                  <a:pt x="304800" y="4724400"/>
                </a:cubicBezTo>
                <a:cubicBezTo>
                  <a:pt x="472897" y="4724400"/>
                  <a:pt x="609600" y="4587698"/>
                  <a:pt x="609600" y="4419600"/>
                </a:cubicBezTo>
                <a:cubicBezTo>
                  <a:pt x="609600" y="4363212"/>
                  <a:pt x="593217" y="4311091"/>
                  <a:pt x="566395" y="4265752"/>
                </a:cubicBezTo>
                <a:lnTo>
                  <a:pt x="845972" y="3986175"/>
                </a:lnTo>
                <a:cubicBezTo>
                  <a:pt x="949300" y="4066489"/>
                  <a:pt x="1078535" y="4114800"/>
                  <a:pt x="1219200" y="4114800"/>
                </a:cubicBezTo>
                <a:cubicBezTo>
                  <a:pt x="1555318" y="4114800"/>
                  <a:pt x="1828800" y="3841318"/>
                  <a:pt x="1828800" y="3505200"/>
                </a:cubicBezTo>
                <a:cubicBezTo>
                  <a:pt x="1828800" y="3492932"/>
                  <a:pt x="1827657" y="3480892"/>
                  <a:pt x="1826971" y="3468776"/>
                </a:cubicBezTo>
                <a:lnTo>
                  <a:pt x="2163318" y="3405683"/>
                </a:lnTo>
                <a:cubicBezTo>
                  <a:pt x="2212086" y="3509162"/>
                  <a:pt x="2316633" y="3581400"/>
                  <a:pt x="2438400" y="3581400"/>
                </a:cubicBezTo>
                <a:cubicBezTo>
                  <a:pt x="2529840" y="3581400"/>
                  <a:pt x="2611069" y="3540100"/>
                  <a:pt x="2667000" y="3476092"/>
                </a:cubicBezTo>
                <a:lnTo>
                  <a:pt x="2957093" y="3621176"/>
                </a:lnTo>
                <a:cubicBezTo>
                  <a:pt x="2918079" y="3701415"/>
                  <a:pt x="2895600" y="3791102"/>
                  <a:pt x="2895600" y="3886200"/>
                </a:cubicBezTo>
                <a:cubicBezTo>
                  <a:pt x="2895600" y="3933520"/>
                  <a:pt x="2901544" y="3979393"/>
                  <a:pt x="2911831" y="4023589"/>
                </a:cubicBezTo>
                <a:lnTo>
                  <a:pt x="2307565" y="4246169"/>
                </a:lnTo>
                <a:cubicBezTo>
                  <a:pt x="2252472" y="4166997"/>
                  <a:pt x="2161032" y="4114800"/>
                  <a:pt x="2057400" y="4114800"/>
                </a:cubicBezTo>
                <a:cubicBezTo>
                  <a:pt x="1889303" y="4114800"/>
                  <a:pt x="1752600" y="4251503"/>
                  <a:pt x="1752600" y="4419600"/>
                </a:cubicBezTo>
                <a:cubicBezTo>
                  <a:pt x="1752600" y="4587698"/>
                  <a:pt x="1889303" y="4724400"/>
                  <a:pt x="2057400" y="4724400"/>
                </a:cubicBezTo>
                <a:cubicBezTo>
                  <a:pt x="2225497" y="4724400"/>
                  <a:pt x="2362200" y="4587698"/>
                  <a:pt x="2362200" y="4419600"/>
                </a:cubicBezTo>
                <a:cubicBezTo>
                  <a:pt x="2362200" y="4409313"/>
                  <a:pt x="2360143" y="4399636"/>
                  <a:pt x="2359152" y="4389654"/>
                </a:cubicBezTo>
                <a:lnTo>
                  <a:pt x="2964485" y="4166616"/>
                </a:lnTo>
                <a:cubicBezTo>
                  <a:pt x="3066212" y="4361917"/>
                  <a:pt x="3270199" y="4495800"/>
                  <a:pt x="3505200" y="4495800"/>
                </a:cubicBezTo>
                <a:cubicBezTo>
                  <a:pt x="3702101" y="4495800"/>
                  <a:pt x="3876904" y="4401617"/>
                  <a:pt x="3988460" y="4256304"/>
                </a:cubicBezTo>
                <a:lnTo>
                  <a:pt x="4127526" y="4337381"/>
                </a:lnTo>
                <a:cubicBezTo>
                  <a:pt x="4120058" y="4363746"/>
                  <a:pt x="4114800" y="4390949"/>
                  <a:pt x="4114800" y="4419600"/>
                </a:cubicBezTo>
                <a:cubicBezTo>
                  <a:pt x="4114800" y="4587698"/>
                  <a:pt x="4251503" y="4724400"/>
                  <a:pt x="4419600" y="4724400"/>
                </a:cubicBezTo>
                <a:cubicBezTo>
                  <a:pt x="4587698" y="4724400"/>
                  <a:pt x="4724400" y="4587698"/>
                  <a:pt x="4724400" y="4419600"/>
                </a:cubicBezTo>
                <a:cubicBezTo>
                  <a:pt x="4724400" y="4251503"/>
                  <a:pt x="4587698" y="4114800"/>
                  <a:pt x="4419600" y="4114800"/>
                </a:cubicBezTo>
                <a:cubicBezTo>
                  <a:pt x="4335094" y="4114800"/>
                  <a:pt x="4258590" y="4149471"/>
                  <a:pt x="4203268" y="4205250"/>
                </a:cubicBezTo>
                <a:lnTo>
                  <a:pt x="4065880" y="4125087"/>
                </a:lnTo>
                <a:cubicBezTo>
                  <a:pt x="4097350" y="4051707"/>
                  <a:pt x="4114800" y="3970934"/>
                  <a:pt x="4114800" y="3886200"/>
                </a:cubicBezTo>
                <a:cubicBezTo>
                  <a:pt x="4114800" y="3575914"/>
                  <a:pt x="3881628" y="3319577"/>
                  <a:pt x="3581400" y="3281858"/>
                </a:cubicBezTo>
                <a:lnTo>
                  <a:pt x="3581400" y="2884780"/>
                </a:lnTo>
                <a:cubicBezTo>
                  <a:pt x="3712540" y="2850718"/>
                  <a:pt x="3810000" y="2732380"/>
                  <a:pt x="3810000" y="2590800"/>
                </a:cubicBezTo>
                <a:cubicBezTo>
                  <a:pt x="3810000" y="2422703"/>
                  <a:pt x="3673297" y="2286000"/>
                  <a:pt x="3505200" y="2286000"/>
                </a:cubicBezTo>
                <a:cubicBezTo>
                  <a:pt x="3337103" y="2286000"/>
                  <a:pt x="3200400" y="2422703"/>
                  <a:pt x="3200400" y="2590800"/>
                </a:cubicBezTo>
                <a:cubicBezTo>
                  <a:pt x="3200400" y="2732380"/>
                  <a:pt x="3297860" y="2850718"/>
                  <a:pt x="3429000" y="2884780"/>
                </a:cubicBezTo>
                <a:lnTo>
                  <a:pt x="3429000" y="3281858"/>
                </a:lnTo>
                <a:cubicBezTo>
                  <a:pt x="3273933" y="3301289"/>
                  <a:pt x="3136926" y="3378937"/>
                  <a:pt x="3040609" y="3492475"/>
                </a:cubicBezTo>
                <a:lnTo>
                  <a:pt x="2736266" y="3340303"/>
                </a:lnTo>
                <a:cubicBezTo>
                  <a:pt x="2740685" y="3319729"/>
                  <a:pt x="2743200" y="3298469"/>
                  <a:pt x="2743200" y="3276600"/>
                </a:cubicBezTo>
                <a:cubicBezTo>
                  <a:pt x="2743200" y="3108503"/>
                  <a:pt x="2606497" y="2971800"/>
                  <a:pt x="2438400" y="2971800"/>
                </a:cubicBezTo>
                <a:cubicBezTo>
                  <a:pt x="2277389" y="2971800"/>
                  <a:pt x="2146630" y="3097606"/>
                  <a:pt x="2135734" y="3255798"/>
                </a:cubicBezTo>
                <a:lnTo>
                  <a:pt x="1799463" y="3318815"/>
                </a:lnTo>
                <a:cubicBezTo>
                  <a:pt x="1771650" y="3232480"/>
                  <a:pt x="1724863" y="3154833"/>
                  <a:pt x="1664360" y="3089986"/>
                </a:cubicBezTo>
                <a:lnTo>
                  <a:pt x="2230298" y="2410892"/>
                </a:lnTo>
                <a:lnTo>
                  <a:pt x="2217039" y="2399843"/>
                </a:lnTo>
                <a:cubicBezTo>
                  <a:pt x="2260321" y="2423693"/>
                  <a:pt x="2309317" y="2438400"/>
                  <a:pt x="2362200" y="2438400"/>
                </a:cubicBezTo>
                <a:cubicBezTo>
                  <a:pt x="2530297" y="2438400"/>
                  <a:pt x="2667000" y="2301697"/>
                  <a:pt x="2667000" y="2133600"/>
                </a:cubicBezTo>
                <a:cubicBezTo>
                  <a:pt x="2667000" y="2090623"/>
                  <a:pt x="2657856" y="2049856"/>
                  <a:pt x="2641778" y="2012747"/>
                </a:cubicBezTo>
                <a:lnTo>
                  <a:pt x="3089910" y="1664208"/>
                </a:lnTo>
                <a:cubicBezTo>
                  <a:pt x="3198876" y="1765935"/>
                  <a:pt x="3344647" y="1828800"/>
                  <a:pt x="3505200" y="1828800"/>
                </a:cubicBezTo>
                <a:cubicBezTo>
                  <a:pt x="3645865" y="1828800"/>
                  <a:pt x="3775101" y="1780489"/>
                  <a:pt x="3878428" y="1700174"/>
                </a:cubicBezTo>
                <a:lnTo>
                  <a:pt x="4158006" y="1979752"/>
                </a:lnTo>
                <a:cubicBezTo>
                  <a:pt x="4131183" y="2025091"/>
                  <a:pt x="4114800" y="2077212"/>
                  <a:pt x="4114800" y="2133600"/>
                </a:cubicBezTo>
                <a:cubicBezTo>
                  <a:pt x="4114800" y="2301697"/>
                  <a:pt x="4251503" y="2438400"/>
                  <a:pt x="4419600" y="2438400"/>
                </a:cubicBezTo>
                <a:close/>
                <a:moveTo>
                  <a:pt x="4419600" y="1981200"/>
                </a:moveTo>
                <a:cubicBezTo>
                  <a:pt x="4503649" y="1981200"/>
                  <a:pt x="4572000" y="2049551"/>
                  <a:pt x="4572000" y="2133600"/>
                </a:cubicBezTo>
                <a:cubicBezTo>
                  <a:pt x="4572000" y="2217649"/>
                  <a:pt x="4503649" y="2286000"/>
                  <a:pt x="4419600" y="2286000"/>
                </a:cubicBezTo>
                <a:cubicBezTo>
                  <a:pt x="4335552" y="2286000"/>
                  <a:pt x="4267200" y="2217649"/>
                  <a:pt x="4267200" y="2133600"/>
                </a:cubicBezTo>
                <a:cubicBezTo>
                  <a:pt x="4267200" y="2049551"/>
                  <a:pt x="4335552" y="1981200"/>
                  <a:pt x="4419600" y="1981200"/>
                </a:cubicBezTo>
                <a:close/>
                <a:moveTo>
                  <a:pt x="4419600" y="152400"/>
                </a:moveTo>
                <a:cubicBezTo>
                  <a:pt x="4503649" y="152400"/>
                  <a:pt x="4572000" y="220751"/>
                  <a:pt x="4572000" y="304800"/>
                </a:cubicBezTo>
                <a:cubicBezTo>
                  <a:pt x="4572000" y="388849"/>
                  <a:pt x="4503649" y="457200"/>
                  <a:pt x="4419600" y="457200"/>
                </a:cubicBezTo>
                <a:cubicBezTo>
                  <a:pt x="4335552" y="457200"/>
                  <a:pt x="4267200" y="388849"/>
                  <a:pt x="4267200" y="304800"/>
                </a:cubicBezTo>
                <a:cubicBezTo>
                  <a:pt x="4267200" y="220751"/>
                  <a:pt x="4335552" y="152400"/>
                  <a:pt x="4419600" y="152400"/>
                </a:cubicBezTo>
                <a:close/>
                <a:moveTo>
                  <a:pt x="304800" y="457200"/>
                </a:moveTo>
                <a:cubicBezTo>
                  <a:pt x="220751" y="457200"/>
                  <a:pt x="152400" y="388849"/>
                  <a:pt x="152400" y="304800"/>
                </a:cubicBezTo>
                <a:cubicBezTo>
                  <a:pt x="152400" y="220751"/>
                  <a:pt x="220751" y="152400"/>
                  <a:pt x="304800" y="152400"/>
                </a:cubicBezTo>
                <a:cubicBezTo>
                  <a:pt x="388849" y="152400"/>
                  <a:pt x="457200" y="220751"/>
                  <a:pt x="457200" y="304800"/>
                </a:cubicBezTo>
                <a:cubicBezTo>
                  <a:pt x="457200" y="388849"/>
                  <a:pt x="388849" y="457200"/>
                  <a:pt x="304800" y="457200"/>
                </a:cubicBezTo>
                <a:close/>
                <a:moveTo>
                  <a:pt x="304800" y="2286000"/>
                </a:moveTo>
                <a:cubicBezTo>
                  <a:pt x="220751" y="2286000"/>
                  <a:pt x="152400" y="2217649"/>
                  <a:pt x="152400" y="2133600"/>
                </a:cubicBezTo>
                <a:cubicBezTo>
                  <a:pt x="152400" y="2049551"/>
                  <a:pt x="220751" y="1981200"/>
                  <a:pt x="304800" y="1981200"/>
                </a:cubicBezTo>
                <a:cubicBezTo>
                  <a:pt x="388849" y="1981200"/>
                  <a:pt x="457200" y="2049551"/>
                  <a:pt x="457200" y="2133600"/>
                </a:cubicBezTo>
                <a:cubicBezTo>
                  <a:pt x="457200" y="2217649"/>
                  <a:pt x="388849" y="2286000"/>
                  <a:pt x="304800" y="2286000"/>
                </a:cubicBezTo>
                <a:close/>
                <a:moveTo>
                  <a:pt x="304800" y="3124200"/>
                </a:moveTo>
                <a:cubicBezTo>
                  <a:pt x="220751" y="3124200"/>
                  <a:pt x="152400" y="3055849"/>
                  <a:pt x="152400" y="2971800"/>
                </a:cubicBezTo>
                <a:cubicBezTo>
                  <a:pt x="152400" y="2887751"/>
                  <a:pt x="220751" y="2819400"/>
                  <a:pt x="304800" y="2819400"/>
                </a:cubicBezTo>
                <a:cubicBezTo>
                  <a:pt x="388849" y="2819400"/>
                  <a:pt x="457200" y="2887751"/>
                  <a:pt x="457200" y="2971800"/>
                </a:cubicBezTo>
                <a:cubicBezTo>
                  <a:pt x="457200" y="3055849"/>
                  <a:pt x="388849" y="3124200"/>
                  <a:pt x="304800" y="3124200"/>
                </a:cubicBezTo>
                <a:close/>
                <a:moveTo>
                  <a:pt x="304800" y="4572000"/>
                </a:moveTo>
                <a:cubicBezTo>
                  <a:pt x="220751" y="4572000"/>
                  <a:pt x="152400" y="4503649"/>
                  <a:pt x="152400" y="4419600"/>
                </a:cubicBezTo>
                <a:cubicBezTo>
                  <a:pt x="152400" y="4335552"/>
                  <a:pt x="220751" y="4267200"/>
                  <a:pt x="304800" y="4267200"/>
                </a:cubicBezTo>
                <a:cubicBezTo>
                  <a:pt x="388849" y="4267200"/>
                  <a:pt x="457200" y="4335552"/>
                  <a:pt x="457200" y="4419600"/>
                </a:cubicBezTo>
                <a:cubicBezTo>
                  <a:pt x="457200" y="4503649"/>
                  <a:pt x="388849" y="4572000"/>
                  <a:pt x="304800" y="4572000"/>
                </a:cubicBezTo>
                <a:close/>
                <a:moveTo>
                  <a:pt x="2057400" y="4572000"/>
                </a:moveTo>
                <a:cubicBezTo>
                  <a:pt x="1973351" y="4572000"/>
                  <a:pt x="1905000" y="4503649"/>
                  <a:pt x="1905000" y="4419600"/>
                </a:cubicBezTo>
                <a:cubicBezTo>
                  <a:pt x="1905000" y="4335552"/>
                  <a:pt x="1973351" y="4267200"/>
                  <a:pt x="2057400" y="4267200"/>
                </a:cubicBezTo>
                <a:cubicBezTo>
                  <a:pt x="2141449" y="4267200"/>
                  <a:pt x="2209800" y="4335552"/>
                  <a:pt x="2209800" y="4419600"/>
                </a:cubicBezTo>
                <a:cubicBezTo>
                  <a:pt x="2209800" y="4503649"/>
                  <a:pt x="2141449" y="4572000"/>
                  <a:pt x="2057400" y="4572000"/>
                </a:cubicBezTo>
                <a:close/>
                <a:moveTo>
                  <a:pt x="4419600" y="4267200"/>
                </a:moveTo>
                <a:cubicBezTo>
                  <a:pt x="4503649" y="4267200"/>
                  <a:pt x="4572000" y="4335552"/>
                  <a:pt x="4572000" y="4419600"/>
                </a:cubicBezTo>
                <a:cubicBezTo>
                  <a:pt x="4572000" y="4503649"/>
                  <a:pt x="4503649" y="4572000"/>
                  <a:pt x="4419600" y="4572000"/>
                </a:cubicBezTo>
                <a:cubicBezTo>
                  <a:pt x="4335552" y="4572000"/>
                  <a:pt x="4267200" y="4503649"/>
                  <a:pt x="4267200" y="4419600"/>
                </a:cubicBezTo>
                <a:cubicBezTo>
                  <a:pt x="4267200" y="4335552"/>
                  <a:pt x="4335552" y="4267200"/>
                  <a:pt x="4419600" y="4267200"/>
                </a:cubicBezTo>
                <a:close/>
                <a:moveTo>
                  <a:pt x="3352800" y="2590800"/>
                </a:moveTo>
                <a:cubicBezTo>
                  <a:pt x="3352800" y="2506751"/>
                  <a:pt x="3421151" y="2438400"/>
                  <a:pt x="3505200" y="2438400"/>
                </a:cubicBezTo>
                <a:cubicBezTo>
                  <a:pt x="3589249" y="2438400"/>
                  <a:pt x="3657600" y="2506751"/>
                  <a:pt x="3657600" y="2590800"/>
                </a:cubicBezTo>
                <a:cubicBezTo>
                  <a:pt x="3657600" y="2674849"/>
                  <a:pt x="3589249" y="2743200"/>
                  <a:pt x="3505200" y="2743200"/>
                </a:cubicBezTo>
                <a:cubicBezTo>
                  <a:pt x="3421151" y="2743200"/>
                  <a:pt x="3352800" y="2674849"/>
                  <a:pt x="3352800" y="2590800"/>
                </a:cubicBezTo>
                <a:close/>
                <a:moveTo>
                  <a:pt x="3505200" y="3429000"/>
                </a:moveTo>
                <a:cubicBezTo>
                  <a:pt x="3757346" y="3429000"/>
                  <a:pt x="3962400" y="3634054"/>
                  <a:pt x="3962400" y="3886200"/>
                </a:cubicBezTo>
                <a:cubicBezTo>
                  <a:pt x="3962400" y="4138346"/>
                  <a:pt x="3757346" y="4343400"/>
                  <a:pt x="3505200" y="4343400"/>
                </a:cubicBezTo>
                <a:cubicBezTo>
                  <a:pt x="3253054" y="4343400"/>
                  <a:pt x="3048000" y="4138346"/>
                  <a:pt x="3048000" y="3886200"/>
                </a:cubicBezTo>
                <a:cubicBezTo>
                  <a:pt x="3048000" y="3634054"/>
                  <a:pt x="3253054" y="3429000"/>
                  <a:pt x="3505200" y="3429000"/>
                </a:cubicBezTo>
                <a:close/>
                <a:moveTo>
                  <a:pt x="2438400" y="3124200"/>
                </a:moveTo>
                <a:cubicBezTo>
                  <a:pt x="2522449" y="3124200"/>
                  <a:pt x="2590800" y="3192551"/>
                  <a:pt x="2590800" y="3276600"/>
                </a:cubicBezTo>
                <a:cubicBezTo>
                  <a:pt x="2590800" y="3360649"/>
                  <a:pt x="2522449" y="3429000"/>
                  <a:pt x="2438400" y="3429000"/>
                </a:cubicBezTo>
                <a:cubicBezTo>
                  <a:pt x="2354351" y="3429000"/>
                  <a:pt x="2286000" y="3360649"/>
                  <a:pt x="2286000" y="3276600"/>
                </a:cubicBezTo>
                <a:cubicBezTo>
                  <a:pt x="2286000" y="3192551"/>
                  <a:pt x="2354351" y="3124200"/>
                  <a:pt x="2438400" y="3124200"/>
                </a:cubicBezTo>
                <a:close/>
                <a:moveTo>
                  <a:pt x="1676400" y="3505200"/>
                </a:moveTo>
                <a:cubicBezTo>
                  <a:pt x="1676400" y="3757346"/>
                  <a:pt x="1471346" y="3962400"/>
                  <a:pt x="1219200" y="3962400"/>
                </a:cubicBezTo>
                <a:cubicBezTo>
                  <a:pt x="967054" y="3962400"/>
                  <a:pt x="762000" y="3757346"/>
                  <a:pt x="762000" y="3505200"/>
                </a:cubicBezTo>
                <a:cubicBezTo>
                  <a:pt x="762000" y="3253054"/>
                  <a:pt x="967054" y="3048000"/>
                  <a:pt x="1219200" y="3048000"/>
                </a:cubicBezTo>
                <a:cubicBezTo>
                  <a:pt x="1471346" y="3048000"/>
                  <a:pt x="1676400" y="3253054"/>
                  <a:pt x="1676400" y="3505200"/>
                </a:cubicBezTo>
                <a:close/>
                <a:moveTo>
                  <a:pt x="2362200" y="152400"/>
                </a:moveTo>
                <a:cubicBezTo>
                  <a:pt x="2446249" y="152400"/>
                  <a:pt x="2514600" y="220751"/>
                  <a:pt x="2514600" y="304800"/>
                </a:cubicBezTo>
                <a:cubicBezTo>
                  <a:pt x="2514600" y="388849"/>
                  <a:pt x="2446249" y="457200"/>
                  <a:pt x="2362200" y="457200"/>
                </a:cubicBezTo>
                <a:cubicBezTo>
                  <a:pt x="2278151" y="457200"/>
                  <a:pt x="2209800" y="388849"/>
                  <a:pt x="2209800" y="304800"/>
                </a:cubicBezTo>
                <a:cubicBezTo>
                  <a:pt x="2209800" y="220751"/>
                  <a:pt x="2278151" y="152400"/>
                  <a:pt x="2362200" y="152400"/>
                </a:cubicBezTo>
                <a:close/>
                <a:moveTo>
                  <a:pt x="1219200" y="1676400"/>
                </a:moveTo>
                <a:cubicBezTo>
                  <a:pt x="967054" y="1676400"/>
                  <a:pt x="762000" y="1471346"/>
                  <a:pt x="762000" y="1219200"/>
                </a:cubicBezTo>
                <a:cubicBezTo>
                  <a:pt x="762000" y="967054"/>
                  <a:pt x="967054" y="762000"/>
                  <a:pt x="1219200" y="762000"/>
                </a:cubicBezTo>
                <a:cubicBezTo>
                  <a:pt x="1471346" y="762000"/>
                  <a:pt x="1676400" y="967054"/>
                  <a:pt x="1676400" y="1219200"/>
                </a:cubicBezTo>
                <a:cubicBezTo>
                  <a:pt x="1676400" y="1471346"/>
                  <a:pt x="1471346" y="1676400"/>
                  <a:pt x="1219200" y="1676400"/>
                </a:cubicBezTo>
                <a:close/>
                <a:moveTo>
                  <a:pt x="2362200" y="2286000"/>
                </a:moveTo>
                <a:cubicBezTo>
                  <a:pt x="2278151" y="2286000"/>
                  <a:pt x="2209800" y="2217649"/>
                  <a:pt x="2209800" y="2133600"/>
                </a:cubicBezTo>
                <a:cubicBezTo>
                  <a:pt x="2209800" y="2049551"/>
                  <a:pt x="2278151" y="1981200"/>
                  <a:pt x="2362200" y="1981200"/>
                </a:cubicBezTo>
                <a:cubicBezTo>
                  <a:pt x="2446249" y="1981200"/>
                  <a:pt x="2514600" y="2049551"/>
                  <a:pt x="2514600" y="2133600"/>
                </a:cubicBezTo>
                <a:cubicBezTo>
                  <a:pt x="2514600" y="2217649"/>
                  <a:pt x="2446249" y="2286000"/>
                  <a:pt x="2362200" y="2286000"/>
                </a:cubicBezTo>
                <a:close/>
                <a:moveTo>
                  <a:pt x="2992145" y="1547089"/>
                </a:moveTo>
                <a:lnTo>
                  <a:pt x="2547290" y="1893113"/>
                </a:lnTo>
                <a:cubicBezTo>
                  <a:pt x="2495779" y="1853413"/>
                  <a:pt x="2432076" y="1828800"/>
                  <a:pt x="2362200" y="1828800"/>
                </a:cubicBezTo>
                <a:cubicBezTo>
                  <a:pt x="2285391" y="1828800"/>
                  <a:pt x="2215896" y="1858289"/>
                  <a:pt x="2162251" y="1905381"/>
                </a:cubicBezTo>
                <a:lnTo>
                  <a:pt x="1736370" y="1540383"/>
                </a:lnTo>
                <a:cubicBezTo>
                  <a:pt x="1794586" y="1446962"/>
                  <a:pt x="1828800" y="1337158"/>
                  <a:pt x="1828800" y="1219200"/>
                </a:cubicBezTo>
                <a:cubicBezTo>
                  <a:pt x="1828800" y="1098347"/>
                  <a:pt x="1792986" y="985876"/>
                  <a:pt x="1732102" y="891007"/>
                </a:cubicBezTo>
                <a:lnTo>
                  <a:pt x="2161947" y="532790"/>
                </a:lnTo>
                <a:cubicBezTo>
                  <a:pt x="2215667" y="579958"/>
                  <a:pt x="2285238" y="609600"/>
                  <a:pt x="2362200" y="609600"/>
                </a:cubicBezTo>
                <a:cubicBezTo>
                  <a:pt x="2439162" y="609600"/>
                  <a:pt x="2508733" y="579958"/>
                  <a:pt x="2562454" y="532790"/>
                </a:cubicBezTo>
                <a:lnTo>
                  <a:pt x="2992298" y="891007"/>
                </a:lnTo>
                <a:cubicBezTo>
                  <a:pt x="2931414" y="985876"/>
                  <a:pt x="2895600" y="1098347"/>
                  <a:pt x="2895600" y="1219200"/>
                </a:cubicBezTo>
                <a:cubicBezTo>
                  <a:pt x="2895600" y="1339901"/>
                  <a:pt x="2931338" y="1452296"/>
                  <a:pt x="2992145" y="1547089"/>
                </a:cubicBezTo>
                <a:close/>
                <a:moveTo>
                  <a:pt x="3505200" y="1676400"/>
                </a:moveTo>
                <a:cubicBezTo>
                  <a:pt x="3253054" y="1676400"/>
                  <a:pt x="3048000" y="1471346"/>
                  <a:pt x="3048000" y="1219200"/>
                </a:cubicBezTo>
                <a:cubicBezTo>
                  <a:pt x="3048000" y="967054"/>
                  <a:pt x="3253054" y="762000"/>
                  <a:pt x="3505200" y="762000"/>
                </a:cubicBezTo>
                <a:cubicBezTo>
                  <a:pt x="3757346" y="762000"/>
                  <a:pt x="3962400" y="967054"/>
                  <a:pt x="3962400" y="1219200"/>
                </a:cubicBezTo>
                <a:cubicBezTo>
                  <a:pt x="3962400" y="1471346"/>
                  <a:pt x="3757346" y="1676400"/>
                  <a:pt x="3505200" y="1676400"/>
                </a:cubicBezTo>
                <a:close/>
              </a:path>
            </a:pathLst>
          </a:custGeom>
          <a:solidFill>
            <a:srgbClr val="EE7D31"/>
          </a:solidFill>
          <a:ln w="9525" cap="flat">
            <a:noFill/>
            <a:prstDash val="solid"/>
            <a:miter/>
          </a:ln>
        </p:spPr>
        <p:txBody>
          <a:bodyPr rtlCol="0" anchor="ctr"/>
          <a:lstStyle/>
          <a:p>
            <a:endParaRPr lang="en-IN"/>
          </a:p>
        </p:txBody>
      </p:sp>
    </p:spTree>
    <p:extLst>
      <p:ext uri="{BB962C8B-B14F-4D97-AF65-F5344CB8AC3E}">
        <p14:creationId xmlns:p14="http://schemas.microsoft.com/office/powerpoint/2010/main" val="26172745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7_Custom Layout">
    <p:spTree>
      <p:nvGrpSpPr>
        <p:cNvPr id="1" name=""/>
        <p:cNvGrpSpPr/>
        <p:nvPr/>
      </p:nvGrpSpPr>
      <p:grpSpPr>
        <a:xfrm>
          <a:off x="0" y="0"/>
          <a:ext cx="0" cy="0"/>
          <a:chOff x="0" y="0"/>
          <a:chExt cx="0" cy="0"/>
        </a:xfrm>
      </p:grpSpPr>
      <p:pic>
        <p:nvPicPr>
          <p:cNvPr id="29" name="Picture 6" descr="Image preview">
            <a:extLst>
              <a:ext uri="{FF2B5EF4-FFF2-40B4-BE49-F238E27FC236}">
                <a16:creationId xmlns:a16="http://schemas.microsoft.com/office/drawing/2014/main" id="{4CCDFDAB-785E-E784-6BE9-90336F8AE94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rot="666036">
            <a:off x="5892005" y="2336995"/>
            <a:ext cx="662448" cy="1153638"/>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B07C1EE3-57E9-D9C4-3A02-C2F7BB3EDB0E}"/>
              </a:ext>
            </a:extLst>
          </p:cNvPr>
          <p:cNvGrpSpPr/>
          <p:nvPr userDrawn="1"/>
        </p:nvGrpSpPr>
        <p:grpSpPr>
          <a:xfrm>
            <a:off x="0" y="-2"/>
            <a:ext cx="12198096" cy="82296"/>
            <a:chOff x="0" y="-2"/>
            <a:chExt cx="12192000" cy="82296"/>
          </a:xfrm>
        </p:grpSpPr>
        <p:sp>
          <p:nvSpPr>
            <p:cNvPr id="3" name="Rectangle 2">
              <a:extLst>
                <a:ext uri="{FF2B5EF4-FFF2-40B4-BE49-F238E27FC236}">
                  <a16:creationId xmlns:a16="http://schemas.microsoft.com/office/drawing/2014/main" id="{7CDEF0BB-EA98-6FFC-5C71-ACBB023777DE}"/>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1008D365-4B7E-5627-EA44-6D7C29B324BA}"/>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7" name="Picture 6">
            <a:extLst>
              <a:ext uri="{FF2B5EF4-FFF2-40B4-BE49-F238E27FC236}">
                <a16:creationId xmlns:a16="http://schemas.microsoft.com/office/drawing/2014/main" id="{6082F291-CF63-6839-3672-66F1970B2D2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pic>
        <p:nvPicPr>
          <p:cNvPr id="5" name="Graphic 4">
            <a:extLst>
              <a:ext uri="{FF2B5EF4-FFF2-40B4-BE49-F238E27FC236}">
                <a16:creationId xmlns:a16="http://schemas.microsoft.com/office/drawing/2014/main" id="{45111787-0AF5-3AA3-3E2E-8AD63B004FB3}"/>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309944" y="4356580"/>
            <a:ext cx="914400" cy="914400"/>
          </a:xfrm>
          <a:prstGeom prst="rect">
            <a:avLst/>
          </a:prstGeom>
        </p:spPr>
      </p:pic>
      <p:pic>
        <p:nvPicPr>
          <p:cNvPr id="8" name="Graphic 7">
            <a:extLst>
              <a:ext uri="{FF2B5EF4-FFF2-40B4-BE49-F238E27FC236}">
                <a16:creationId xmlns:a16="http://schemas.microsoft.com/office/drawing/2014/main" id="{F277DE4C-6F39-1C5D-4472-84DD85BC150A}"/>
              </a:ext>
            </a:extLst>
          </p:cNvPr>
          <p:cNvPicPr>
            <a:picLocks noChangeAspect="1"/>
          </p:cNvPicPr>
          <p:nvPr userDrawn="1"/>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380403" y="4813780"/>
            <a:ext cx="914400" cy="914400"/>
          </a:xfrm>
          <a:prstGeom prst="rect">
            <a:avLst/>
          </a:prstGeom>
        </p:spPr>
      </p:pic>
      <p:pic>
        <p:nvPicPr>
          <p:cNvPr id="9" name="Graphic 8">
            <a:extLst>
              <a:ext uri="{FF2B5EF4-FFF2-40B4-BE49-F238E27FC236}">
                <a16:creationId xmlns:a16="http://schemas.microsoft.com/office/drawing/2014/main" id="{15733983-93E6-12D9-97FF-12B0FF62AC8B}"/>
              </a:ext>
            </a:extLst>
          </p:cNvPr>
          <p:cNvPicPr>
            <a:picLocks noChangeAspect="1"/>
          </p:cNvPicPr>
          <p:nvPr userDrawn="1"/>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245330" y="4356580"/>
            <a:ext cx="914400" cy="914400"/>
          </a:xfrm>
          <a:prstGeom prst="rect">
            <a:avLst/>
          </a:prstGeom>
        </p:spPr>
      </p:pic>
      <p:pic>
        <p:nvPicPr>
          <p:cNvPr id="10" name="Graphic 9">
            <a:extLst>
              <a:ext uri="{FF2B5EF4-FFF2-40B4-BE49-F238E27FC236}">
                <a16:creationId xmlns:a16="http://schemas.microsoft.com/office/drawing/2014/main" id="{468C0EA0-0A75-4C9E-0B50-A727C22E7A6E}"/>
              </a:ext>
            </a:extLst>
          </p:cNvPr>
          <p:cNvPicPr>
            <a:picLocks noChangeAspect="1"/>
          </p:cNvPicPr>
          <p:nvPr userDrawn="1"/>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64995" y="5952408"/>
            <a:ext cx="881954" cy="881954"/>
          </a:xfrm>
          <a:prstGeom prst="rect">
            <a:avLst/>
          </a:prstGeom>
        </p:spPr>
      </p:pic>
      <p:pic>
        <p:nvPicPr>
          <p:cNvPr id="11" name="Graphic 10">
            <a:extLst>
              <a:ext uri="{FF2B5EF4-FFF2-40B4-BE49-F238E27FC236}">
                <a16:creationId xmlns:a16="http://schemas.microsoft.com/office/drawing/2014/main" id="{F6A547A4-85C7-5605-012E-65CC267F713F}"/>
              </a:ext>
            </a:extLst>
          </p:cNvPr>
          <p:cNvPicPr>
            <a:picLocks noChangeAspect="1"/>
          </p:cNvPicPr>
          <p:nvPr userDrawn="1"/>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815415" y="392958"/>
            <a:ext cx="961506" cy="961506"/>
          </a:xfrm>
          <a:prstGeom prst="rect">
            <a:avLst/>
          </a:prstGeom>
        </p:spPr>
      </p:pic>
      <p:pic>
        <p:nvPicPr>
          <p:cNvPr id="12" name="Graphic 11">
            <a:extLst>
              <a:ext uri="{FF2B5EF4-FFF2-40B4-BE49-F238E27FC236}">
                <a16:creationId xmlns:a16="http://schemas.microsoft.com/office/drawing/2014/main" id="{16F34410-3717-B603-3280-37688808E858}"/>
              </a:ext>
            </a:extLst>
          </p:cNvPr>
          <p:cNvPicPr>
            <a:picLocks noChangeAspect="1"/>
          </p:cNvPicPr>
          <p:nvPr userDrawn="1"/>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818843" y="5849712"/>
            <a:ext cx="821356" cy="821356"/>
          </a:xfrm>
          <a:prstGeom prst="rect">
            <a:avLst/>
          </a:prstGeom>
        </p:spPr>
      </p:pic>
      <p:pic>
        <p:nvPicPr>
          <p:cNvPr id="13" name="Graphic 12">
            <a:extLst>
              <a:ext uri="{FF2B5EF4-FFF2-40B4-BE49-F238E27FC236}">
                <a16:creationId xmlns:a16="http://schemas.microsoft.com/office/drawing/2014/main" id="{D9258C35-2133-1568-0A00-61EF1316B51B}"/>
              </a:ext>
            </a:extLst>
          </p:cNvPr>
          <p:cNvPicPr>
            <a:picLocks noChangeAspect="1"/>
          </p:cNvPicPr>
          <p:nvPr userDrawn="1"/>
        </p:nvPicPr>
        <p:blipFill>
          <a:blip r:embed="rId16"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290877" y="2664253"/>
            <a:ext cx="789123" cy="789123"/>
          </a:xfrm>
          <a:prstGeom prst="rect">
            <a:avLst/>
          </a:prstGeom>
        </p:spPr>
      </p:pic>
      <p:pic>
        <p:nvPicPr>
          <p:cNvPr id="14" name="Graphic 13">
            <a:extLst>
              <a:ext uri="{FF2B5EF4-FFF2-40B4-BE49-F238E27FC236}">
                <a16:creationId xmlns:a16="http://schemas.microsoft.com/office/drawing/2014/main" id="{C6C9339C-8F7E-6460-4CA0-B12E3DBCF620}"/>
              </a:ext>
            </a:extLst>
          </p:cNvPr>
          <p:cNvPicPr>
            <a:picLocks noChangeAspect="1"/>
          </p:cNvPicPr>
          <p:nvPr userDrawn="1"/>
        </p:nvPicPr>
        <p:blipFill>
          <a:blip r:embed="rId18" cstate="print">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364862" y="1830531"/>
            <a:ext cx="914400" cy="914400"/>
          </a:xfrm>
          <a:prstGeom prst="rect">
            <a:avLst/>
          </a:prstGeom>
        </p:spPr>
      </p:pic>
      <p:pic>
        <p:nvPicPr>
          <p:cNvPr id="15" name="Graphic 14">
            <a:extLst>
              <a:ext uri="{FF2B5EF4-FFF2-40B4-BE49-F238E27FC236}">
                <a16:creationId xmlns:a16="http://schemas.microsoft.com/office/drawing/2014/main" id="{B79BDA15-ED54-DB69-91F0-E8EBC0FD37F7}"/>
              </a:ext>
            </a:extLst>
          </p:cNvPr>
          <p:cNvPicPr>
            <a:picLocks noChangeAspect="1"/>
          </p:cNvPicPr>
          <p:nvPr userDrawn="1"/>
        </p:nvPicPr>
        <p:blipFill>
          <a:blip r:embed="rId20" cstate="print">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4823943" y="290525"/>
            <a:ext cx="691766" cy="691766"/>
          </a:xfrm>
          <a:prstGeom prst="rect">
            <a:avLst/>
          </a:prstGeom>
        </p:spPr>
      </p:pic>
      <p:pic>
        <p:nvPicPr>
          <p:cNvPr id="19" name="Picture 18">
            <a:extLst>
              <a:ext uri="{FF2B5EF4-FFF2-40B4-BE49-F238E27FC236}">
                <a16:creationId xmlns:a16="http://schemas.microsoft.com/office/drawing/2014/main" id="{B810C196-CCB3-97F1-599D-727589960AED}"/>
              </a:ext>
            </a:extLst>
          </p:cNvPr>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228029" y="873711"/>
            <a:ext cx="4221486" cy="657062"/>
          </a:xfrm>
          <a:prstGeom prst="rect">
            <a:avLst/>
          </a:prstGeom>
        </p:spPr>
      </p:pic>
      <p:sp>
        <p:nvSpPr>
          <p:cNvPr id="23" name="Oval 22">
            <a:extLst>
              <a:ext uri="{FF2B5EF4-FFF2-40B4-BE49-F238E27FC236}">
                <a16:creationId xmlns:a16="http://schemas.microsoft.com/office/drawing/2014/main" id="{851837FA-6138-9098-F15D-3048C95E73CC}"/>
              </a:ext>
            </a:extLst>
          </p:cNvPr>
          <p:cNvSpPr/>
          <p:nvPr userDrawn="1"/>
        </p:nvSpPr>
        <p:spPr>
          <a:xfrm>
            <a:off x="6747984" y="874444"/>
            <a:ext cx="4864608" cy="4864608"/>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6" name="Picture 2" descr="Image preview">
            <a:extLst>
              <a:ext uri="{FF2B5EF4-FFF2-40B4-BE49-F238E27FC236}">
                <a16:creationId xmlns:a16="http://schemas.microsoft.com/office/drawing/2014/main" id="{FF41C8A5-66E3-BB91-551A-66065C7CA2C7}"/>
              </a:ext>
            </a:extLst>
          </p:cNvPr>
          <p:cNvPicPr>
            <a:picLocks noChangeAspect="1" noChangeArrowheads="1"/>
          </p:cNvPicPr>
          <p:nvPr userDrawn="1"/>
        </p:nvPicPr>
        <p:blipFill>
          <a:blip r:embed="rId23" cstate="print">
            <a:extLst>
              <a:ext uri="{28A0092B-C50C-407E-A947-70E740481C1C}">
                <a14:useLocalDpi xmlns:a14="http://schemas.microsoft.com/office/drawing/2010/main" val="0"/>
              </a:ext>
            </a:extLst>
          </a:blip>
          <a:srcRect/>
          <a:stretch>
            <a:fillRect/>
          </a:stretch>
        </p:blipFill>
        <p:spPr bwMode="auto">
          <a:xfrm>
            <a:off x="7764889" y="1092755"/>
            <a:ext cx="2830798" cy="4530954"/>
          </a:xfrm>
          <a:prstGeom prst="rect">
            <a:avLst/>
          </a:prstGeom>
          <a:noFill/>
          <a:extLst>
            <a:ext uri="{909E8E84-426E-40DD-AFC4-6F175D3DCCD1}">
              <a14:hiddenFill xmlns:a14="http://schemas.microsoft.com/office/drawing/2010/main">
                <a:solidFill>
                  <a:srgbClr val="FFFFFF"/>
                </a:solidFill>
              </a14:hiddenFill>
            </a:ext>
          </a:extLst>
        </p:spPr>
      </p:pic>
      <p:grpSp>
        <p:nvGrpSpPr>
          <p:cNvPr id="24" name="Group 23">
            <a:extLst>
              <a:ext uri="{FF2B5EF4-FFF2-40B4-BE49-F238E27FC236}">
                <a16:creationId xmlns:a16="http://schemas.microsoft.com/office/drawing/2014/main" id="{14DFC7CC-D022-4FCF-0BAD-64476CAA2B92}"/>
              </a:ext>
            </a:extLst>
          </p:cNvPr>
          <p:cNvGrpSpPr/>
          <p:nvPr userDrawn="1"/>
        </p:nvGrpSpPr>
        <p:grpSpPr>
          <a:xfrm>
            <a:off x="6096000" y="1819040"/>
            <a:ext cx="1465078" cy="1796143"/>
            <a:chOff x="6096000" y="1819040"/>
            <a:chExt cx="1465078" cy="1796143"/>
          </a:xfrm>
        </p:grpSpPr>
        <p:sp>
          <p:nvSpPr>
            <p:cNvPr id="25" name="Oval 24">
              <a:extLst>
                <a:ext uri="{FF2B5EF4-FFF2-40B4-BE49-F238E27FC236}">
                  <a16:creationId xmlns:a16="http://schemas.microsoft.com/office/drawing/2014/main" id="{0A8235B7-9BD1-27AE-26B6-D9DEB8FCBE0C}"/>
                </a:ext>
              </a:extLst>
            </p:cNvPr>
            <p:cNvSpPr/>
            <p:nvPr userDrawn="1"/>
          </p:nvSpPr>
          <p:spPr>
            <a:xfrm>
              <a:off x="6096000" y="2194204"/>
              <a:ext cx="1465078" cy="1420979"/>
            </a:xfrm>
            <a:prstGeom prst="ellipse">
              <a:avLst/>
            </a:prstGeom>
            <a:solidFill>
              <a:srgbClr val="EE7D31"/>
            </a:solidFill>
            <a:ln>
              <a:solidFill>
                <a:schemeClr val="bg1"/>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6" name="Picture 25" descr="A picture containing text&#10;&#10;Description automatically generated">
              <a:extLst>
                <a:ext uri="{FF2B5EF4-FFF2-40B4-BE49-F238E27FC236}">
                  <a16:creationId xmlns:a16="http://schemas.microsoft.com/office/drawing/2014/main" id="{38B56555-5E1C-3C44-9740-7D11BB22B5FE}"/>
                </a:ext>
              </a:extLst>
            </p:cNvPr>
            <p:cNvPicPr>
              <a:picLocks noChangeAspect="1"/>
            </p:cNvPicPr>
            <p:nvPr userDrawn="1"/>
          </p:nvPicPr>
          <p:blipFill>
            <a:blip r:embed="rId24" cstate="print">
              <a:extLst>
                <a:ext uri="{28A0092B-C50C-407E-A947-70E740481C1C}">
                  <a14:useLocalDpi xmlns:a14="http://schemas.microsoft.com/office/drawing/2010/main" val="0"/>
                </a:ext>
              </a:extLst>
            </a:blip>
            <a:stretch>
              <a:fillRect/>
            </a:stretch>
          </p:blipFill>
          <p:spPr>
            <a:xfrm>
              <a:off x="6413214" y="1819040"/>
              <a:ext cx="830650" cy="1609960"/>
            </a:xfrm>
            <a:prstGeom prst="rect">
              <a:avLst/>
            </a:prstGeom>
          </p:spPr>
        </p:pic>
      </p:grpSp>
      <p:pic>
        <p:nvPicPr>
          <p:cNvPr id="27" name="Picture 2" descr="Image preview">
            <a:extLst>
              <a:ext uri="{FF2B5EF4-FFF2-40B4-BE49-F238E27FC236}">
                <a16:creationId xmlns:a16="http://schemas.microsoft.com/office/drawing/2014/main" id="{D4EB909D-865D-DF82-E2AE-028F832E68AF}"/>
              </a:ext>
            </a:extLst>
          </p:cNvPr>
          <p:cNvPicPr>
            <a:picLocks noChangeAspect="1" noChangeArrowheads="1"/>
          </p:cNvPicPr>
          <p:nvPr userDrawn="1"/>
        </p:nvPicPr>
        <p:blipFill>
          <a:blip r:embed="rId25" cstate="print">
            <a:extLst>
              <a:ext uri="{28A0092B-C50C-407E-A947-70E740481C1C}">
                <a14:useLocalDpi xmlns:a14="http://schemas.microsoft.com/office/drawing/2010/main" val="0"/>
              </a:ext>
            </a:extLst>
          </a:blip>
          <a:srcRect/>
          <a:stretch>
            <a:fillRect/>
          </a:stretch>
        </p:blipFill>
        <p:spPr bwMode="auto">
          <a:xfrm>
            <a:off x="10995259" y="5490610"/>
            <a:ext cx="882416" cy="535534"/>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a:extLst>
              <a:ext uri="{FF2B5EF4-FFF2-40B4-BE49-F238E27FC236}">
                <a16:creationId xmlns:a16="http://schemas.microsoft.com/office/drawing/2014/main" id="{984A08FD-9F8B-DC62-7A62-5E6709E41E31}"/>
              </a:ext>
            </a:extLst>
          </p:cNvPr>
          <p:cNvPicPr>
            <a:picLocks noChangeAspect="1"/>
          </p:cNvPicPr>
          <p:nvPr userDrawn="1"/>
        </p:nvPicPr>
        <p:blipFill>
          <a:blip r:embed="rId26"/>
          <a:stretch>
            <a:fillRect/>
          </a:stretch>
        </p:blipFill>
        <p:spPr>
          <a:xfrm>
            <a:off x="10130938" y="4428736"/>
            <a:ext cx="853014" cy="1684488"/>
          </a:xfrm>
          <a:prstGeom prst="rect">
            <a:avLst/>
          </a:prstGeom>
        </p:spPr>
      </p:pic>
      <p:sp>
        <p:nvSpPr>
          <p:cNvPr id="20" name="Title 11">
            <a:extLst>
              <a:ext uri="{FF2B5EF4-FFF2-40B4-BE49-F238E27FC236}">
                <a16:creationId xmlns:a16="http://schemas.microsoft.com/office/drawing/2014/main" id="{1EA79443-10A6-44C4-1803-4A704912218A}"/>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b="0" kern="0" baseline="0">
                <a:solidFill>
                  <a:schemeClr val="tx1">
                    <a:lumMod val="95000"/>
                    <a:lumOff val="5000"/>
                  </a:schemeClr>
                </a:solidFill>
                <a:latin typeface="+mn-lt"/>
                <a:ea typeface="Roboto Condensed" panose="02000000000000000000" pitchFamily="2" charset="0"/>
                <a:cs typeface="Arial" panose="020B0604020202020204" pitchFamily="34" charset="0"/>
              </a:rPr>
              <a:t> </a:t>
            </a:r>
            <a:r>
              <a:rPr lang="en-US" sz="800" b="0" kern="0" baseline="0">
                <a:solidFill>
                  <a:srgbClr val="202020"/>
                </a:solidFill>
                <a:latin typeface="+mn-lt"/>
                <a:ea typeface="Roboto Condensed" panose="02000000000000000000" pitchFamily="2" charset="0"/>
                <a:cs typeface="Poppins" panose="02000000000000000000" pitchFamily="2" charset="0"/>
              </a:rPr>
              <a:t>© 2024 ComplianceQuest. All rights reserved. </a:t>
            </a:r>
          </a:p>
        </p:txBody>
      </p:sp>
    </p:spTree>
    <p:extLst>
      <p:ext uri="{BB962C8B-B14F-4D97-AF65-F5344CB8AC3E}">
        <p14:creationId xmlns:p14="http://schemas.microsoft.com/office/powerpoint/2010/main" val="17607573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4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CDEF0BB-EA98-6FFC-5C71-ACBB023777DE}"/>
              </a:ext>
            </a:extLst>
          </p:cNvPr>
          <p:cNvSpPr/>
          <p:nvPr userDrawn="1"/>
        </p:nvSpPr>
        <p:spPr>
          <a:xfrm>
            <a:off x="0" y="-2"/>
            <a:ext cx="6129543" cy="8229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1008D365-4B7E-5627-EA44-6D7C29B324BA}"/>
              </a:ext>
            </a:extLst>
          </p:cNvPr>
          <p:cNvSpPr/>
          <p:nvPr userDrawn="1"/>
        </p:nvSpPr>
        <p:spPr>
          <a:xfrm>
            <a:off x="6068553" y="-2"/>
            <a:ext cx="6129543" cy="82296"/>
          </a:xfrm>
          <a:prstGeom prst="rect">
            <a:avLst/>
          </a:prstGeom>
          <a:solidFill>
            <a:srgbClr val="EE7D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itle 1">
            <a:extLst>
              <a:ext uri="{FF2B5EF4-FFF2-40B4-BE49-F238E27FC236}">
                <a16:creationId xmlns:a16="http://schemas.microsoft.com/office/drawing/2014/main" id="{8B24FCBE-D05F-4D99-BE33-19500BAD9917}"/>
              </a:ext>
            </a:extLst>
          </p:cNvPr>
          <p:cNvSpPr>
            <a:spLocks noGrp="1"/>
          </p:cNvSpPr>
          <p:nvPr>
            <p:ph type="title" hasCustomPrompt="1"/>
          </p:nvPr>
        </p:nvSpPr>
        <p:spPr>
          <a:xfrm>
            <a:off x="179221" y="82294"/>
            <a:ext cx="10515600" cy="615950"/>
          </a:xfrm>
        </p:spPr>
        <p:txBody>
          <a:bodyPr>
            <a:noAutofit/>
          </a:bodyPr>
          <a:lstStyle>
            <a:lvl1pPr algn="l">
              <a:lnSpc>
                <a:spcPct val="100000"/>
              </a:lnSpc>
              <a:defRPr lang="en-US" sz="2600" b="0" kern="0" baseline="0" dirty="0">
                <a:solidFill>
                  <a:schemeClr val="accent2"/>
                </a:solidFill>
                <a:latin typeface="Calibri" panose="020F0502020204030204" pitchFamily="34" charset="0"/>
                <a:ea typeface="Calibri" panose="020F0502020204030204" pitchFamily="34" charset="0"/>
                <a:cs typeface="Calibri" panose="020F0502020204030204" pitchFamily="34" charset="0"/>
              </a:defRPr>
            </a:lvl1pPr>
          </a:lstStyle>
          <a:p>
            <a:r>
              <a:rPr lang="en-US"/>
              <a:t>CLICK TO EDIT MASTER TITLE STYLE</a:t>
            </a:r>
          </a:p>
        </p:txBody>
      </p:sp>
      <p:sp>
        <p:nvSpPr>
          <p:cNvPr id="2" name="Title 11">
            <a:extLst>
              <a:ext uri="{FF2B5EF4-FFF2-40B4-BE49-F238E27FC236}">
                <a16:creationId xmlns:a16="http://schemas.microsoft.com/office/drawing/2014/main" id="{398D8FF9-DA8D-2864-6CA0-B13A29D0EAB5}"/>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b="0" kern="0" baseline="0">
                <a:solidFill>
                  <a:schemeClr val="tx1">
                    <a:lumMod val="95000"/>
                    <a:lumOff val="5000"/>
                  </a:schemeClr>
                </a:solidFill>
                <a:latin typeface="+mn-lt"/>
                <a:ea typeface="Roboto Condensed" panose="02000000000000000000" pitchFamily="2" charset="0"/>
                <a:cs typeface="Arial" panose="020B0604020202020204" pitchFamily="34" charset="0"/>
              </a:rPr>
              <a:t> </a:t>
            </a:r>
            <a:r>
              <a:rPr lang="en-US" sz="800" b="0" kern="0" baseline="0">
                <a:solidFill>
                  <a:srgbClr val="202020"/>
                </a:solidFill>
                <a:latin typeface="+mn-lt"/>
                <a:ea typeface="Roboto Condensed" panose="02000000000000000000" pitchFamily="2" charset="0"/>
                <a:cs typeface="Poppins" panose="02000000000000000000" pitchFamily="2" charset="0"/>
              </a:rPr>
              <a:t>© 2024 ComplianceQuest. All rights reserved. </a:t>
            </a:r>
          </a:p>
        </p:txBody>
      </p:sp>
    </p:spTree>
    <p:extLst>
      <p:ext uri="{BB962C8B-B14F-4D97-AF65-F5344CB8AC3E}">
        <p14:creationId xmlns:p14="http://schemas.microsoft.com/office/powerpoint/2010/main" val="29866063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6_Custom Layout">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1A3C7F54-C497-1808-ECE5-08E001FFA0D9}"/>
              </a:ext>
            </a:extLst>
          </p:cNvPr>
          <p:cNvSpPr/>
          <p:nvPr userDrawn="1"/>
        </p:nvSpPr>
        <p:spPr>
          <a:xfrm>
            <a:off x="8631976" y="0"/>
            <a:ext cx="3560024" cy="6857999"/>
          </a:xfrm>
          <a:custGeom>
            <a:avLst/>
            <a:gdLst>
              <a:gd name="connsiteX0" fmla="*/ 657044 w 657044"/>
              <a:gd name="connsiteY0" fmla="*/ 0 h 1273993"/>
              <a:gd name="connsiteX1" fmla="*/ 657044 w 657044"/>
              <a:gd name="connsiteY1" fmla="*/ 1273994 h 1273993"/>
              <a:gd name="connsiteX2" fmla="*/ 0 w 657044"/>
              <a:gd name="connsiteY2" fmla="*/ 1273994 h 1273993"/>
              <a:gd name="connsiteX3" fmla="*/ 0 w 657044"/>
              <a:gd name="connsiteY3" fmla="*/ 1230018 h 1273993"/>
              <a:gd name="connsiteX4" fmla="*/ 73723 w 657044"/>
              <a:gd name="connsiteY4" fmla="*/ 1145948 h 1273993"/>
              <a:gd name="connsiteX5" fmla="*/ 514771 w 657044"/>
              <a:gd name="connsiteY5" fmla="*/ 637644 h 1273993"/>
              <a:gd name="connsiteX6" fmla="*/ 73723 w 657044"/>
              <a:gd name="connsiteY6" fmla="*/ 129339 h 1273993"/>
              <a:gd name="connsiteX7" fmla="*/ 0 w 657044"/>
              <a:gd name="connsiteY7" fmla="*/ 45269 h 1273993"/>
              <a:gd name="connsiteX8" fmla="*/ 0 w 657044"/>
              <a:gd name="connsiteY8" fmla="*/ 1293 h 1273993"/>
              <a:gd name="connsiteX9" fmla="*/ 657044 w 657044"/>
              <a:gd name="connsiteY9" fmla="*/ 1293 h 1273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044" h="1273993">
                <a:moveTo>
                  <a:pt x="657044" y="0"/>
                </a:moveTo>
                <a:lnTo>
                  <a:pt x="657044" y="1273994"/>
                </a:lnTo>
                <a:lnTo>
                  <a:pt x="0" y="1273994"/>
                </a:lnTo>
                <a:lnTo>
                  <a:pt x="0" y="1230018"/>
                </a:lnTo>
                <a:cubicBezTo>
                  <a:pt x="0" y="1187336"/>
                  <a:pt x="31041" y="1151121"/>
                  <a:pt x="73723" y="1145948"/>
                </a:cubicBezTo>
                <a:cubicBezTo>
                  <a:pt x="323349" y="1109733"/>
                  <a:pt x="514771" y="896322"/>
                  <a:pt x="514771" y="637644"/>
                </a:cubicBezTo>
                <a:cubicBezTo>
                  <a:pt x="514771" y="378965"/>
                  <a:pt x="323349" y="164261"/>
                  <a:pt x="73723" y="129339"/>
                </a:cubicBezTo>
                <a:cubicBezTo>
                  <a:pt x="31041" y="122872"/>
                  <a:pt x="0" y="86657"/>
                  <a:pt x="0" y="45269"/>
                </a:cubicBezTo>
                <a:lnTo>
                  <a:pt x="0" y="1293"/>
                </a:lnTo>
                <a:lnTo>
                  <a:pt x="657044" y="1293"/>
                </a:lnTo>
                <a:close/>
              </a:path>
            </a:pathLst>
          </a:custGeom>
          <a:solidFill>
            <a:srgbClr val="0070C0"/>
          </a:solidFill>
          <a:ln w="12930" cap="flat">
            <a:solidFill>
              <a:srgbClr val="0070C0"/>
            </a:solid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2D7763D2-F5DC-B596-8142-AF41101D9D8F}"/>
              </a:ext>
            </a:extLst>
          </p:cNvPr>
          <p:cNvSpPr/>
          <p:nvPr userDrawn="1"/>
        </p:nvSpPr>
        <p:spPr>
          <a:xfrm>
            <a:off x="5898540" y="736240"/>
            <a:ext cx="2726564" cy="5453937"/>
          </a:xfrm>
          <a:custGeom>
            <a:avLst/>
            <a:gdLst>
              <a:gd name="connsiteX0" fmla="*/ 64670 w 513477"/>
              <a:gd name="connsiteY0" fmla="*/ 513553 h 1027106"/>
              <a:gd name="connsiteX1" fmla="*/ 483730 w 513477"/>
              <a:gd name="connsiteY1" fmla="*/ 962361 h 1027106"/>
              <a:gd name="connsiteX2" fmla="*/ 513478 w 513477"/>
              <a:gd name="connsiteY2" fmla="*/ 994696 h 1027106"/>
              <a:gd name="connsiteX3" fmla="*/ 513478 w 513477"/>
              <a:gd name="connsiteY3" fmla="*/ 994696 h 1027106"/>
              <a:gd name="connsiteX4" fmla="*/ 479849 w 513477"/>
              <a:gd name="connsiteY4" fmla="*/ 1027031 h 1027106"/>
              <a:gd name="connsiteX5" fmla="*/ 0 w 513477"/>
              <a:gd name="connsiteY5" fmla="*/ 513553 h 1027106"/>
              <a:gd name="connsiteX6" fmla="*/ 479849 w 513477"/>
              <a:gd name="connsiteY6" fmla="*/ 75 h 1027106"/>
              <a:gd name="connsiteX7" fmla="*/ 513478 w 513477"/>
              <a:gd name="connsiteY7" fmla="*/ 32410 h 1027106"/>
              <a:gd name="connsiteX8" fmla="*/ 513478 w 513477"/>
              <a:gd name="connsiteY8" fmla="*/ 32410 h 1027106"/>
              <a:gd name="connsiteX9" fmla="*/ 483730 w 513477"/>
              <a:gd name="connsiteY9" fmla="*/ 64745 h 1027106"/>
              <a:gd name="connsiteX10" fmla="*/ 64670 w 513477"/>
              <a:gd name="connsiteY10" fmla="*/ 513553 h 1027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3477" h="1027106">
                <a:moveTo>
                  <a:pt x="64670" y="513553"/>
                </a:moveTo>
                <a:cubicBezTo>
                  <a:pt x="64670" y="751538"/>
                  <a:pt x="249625" y="946840"/>
                  <a:pt x="483730" y="962361"/>
                </a:cubicBezTo>
                <a:cubicBezTo>
                  <a:pt x="500544" y="963654"/>
                  <a:pt x="513478" y="977882"/>
                  <a:pt x="513478" y="994696"/>
                </a:cubicBezTo>
                <a:lnTo>
                  <a:pt x="513478" y="994696"/>
                </a:lnTo>
                <a:cubicBezTo>
                  <a:pt x="513478" y="1012803"/>
                  <a:pt x="497957" y="1028324"/>
                  <a:pt x="479849" y="1027031"/>
                </a:cubicBezTo>
                <a:cubicBezTo>
                  <a:pt x="212117" y="1008923"/>
                  <a:pt x="0" y="786459"/>
                  <a:pt x="0" y="513553"/>
                </a:cubicBezTo>
                <a:cubicBezTo>
                  <a:pt x="0" y="240647"/>
                  <a:pt x="212117" y="18183"/>
                  <a:pt x="479849" y="75"/>
                </a:cubicBezTo>
                <a:cubicBezTo>
                  <a:pt x="497957" y="-1218"/>
                  <a:pt x="513478" y="14303"/>
                  <a:pt x="513478" y="32410"/>
                </a:cubicBezTo>
                <a:lnTo>
                  <a:pt x="513478" y="32410"/>
                </a:lnTo>
                <a:cubicBezTo>
                  <a:pt x="513478" y="49224"/>
                  <a:pt x="500544" y="63452"/>
                  <a:pt x="483730" y="64745"/>
                </a:cubicBezTo>
                <a:cubicBezTo>
                  <a:pt x="249625" y="80266"/>
                  <a:pt x="64670" y="275568"/>
                  <a:pt x="64670" y="513553"/>
                </a:cubicBezTo>
                <a:close/>
              </a:path>
            </a:pathLst>
          </a:custGeom>
          <a:solidFill>
            <a:srgbClr val="EE7D31"/>
          </a:solidFill>
          <a:ln w="12930" cap="flat">
            <a:solidFill>
              <a:srgbClr val="EE7D31"/>
            </a:solidFill>
            <a:prstDash val="solid"/>
            <a:miter/>
          </a:ln>
        </p:spPr>
        <p:txBody>
          <a:bodyPr rtlCol="0" anchor="ctr"/>
          <a:lstStyle/>
          <a:p>
            <a:endParaRPr lang="en-IN"/>
          </a:p>
        </p:txBody>
      </p:sp>
      <p:pic>
        <p:nvPicPr>
          <p:cNvPr id="12" name="Picture 11" descr="Shape, icon&#10;&#10;Description automatically generated">
            <a:extLst>
              <a:ext uri="{FF2B5EF4-FFF2-40B4-BE49-F238E27FC236}">
                <a16:creationId xmlns:a16="http://schemas.microsoft.com/office/drawing/2014/main" id="{84CA512C-0DC4-B4C6-BC50-B62F38962919}"/>
              </a:ext>
            </a:extLst>
          </p:cNvPr>
          <p:cNvPicPr>
            <a:picLocks noChangeAspect="1"/>
          </p:cNvPicPr>
          <p:nvPr userDrawn="1"/>
        </p:nvPicPr>
        <p:blipFill>
          <a:blip r:embed="rId2"/>
          <a:stretch>
            <a:fillRect/>
          </a:stretch>
        </p:blipFill>
        <p:spPr>
          <a:xfrm>
            <a:off x="207909" y="680197"/>
            <a:ext cx="923925" cy="689750"/>
          </a:xfrm>
          <a:prstGeom prst="rect">
            <a:avLst/>
          </a:prstGeom>
        </p:spPr>
      </p:pic>
      <p:grpSp>
        <p:nvGrpSpPr>
          <p:cNvPr id="122" name="Group 121">
            <a:extLst>
              <a:ext uri="{FF2B5EF4-FFF2-40B4-BE49-F238E27FC236}">
                <a16:creationId xmlns:a16="http://schemas.microsoft.com/office/drawing/2014/main" id="{F20C9BB4-16A0-2AF7-E31A-2DF6F35A8C02}"/>
              </a:ext>
            </a:extLst>
          </p:cNvPr>
          <p:cNvGrpSpPr/>
          <p:nvPr userDrawn="1"/>
        </p:nvGrpSpPr>
        <p:grpSpPr>
          <a:xfrm>
            <a:off x="6470399" y="1135259"/>
            <a:ext cx="4542158" cy="3767954"/>
            <a:chOff x="1893715" y="30832"/>
            <a:chExt cx="7732045" cy="6414129"/>
          </a:xfrm>
        </p:grpSpPr>
        <p:sp>
          <p:nvSpPr>
            <p:cNvPr id="18" name="Freeform: Shape 17">
              <a:extLst>
                <a:ext uri="{FF2B5EF4-FFF2-40B4-BE49-F238E27FC236}">
                  <a16:creationId xmlns:a16="http://schemas.microsoft.com/office/drawing/2014/main" id="{5B4F80C9-F772-7621-DEBC-7805F37269BF}"/>
                </a:ext>
              </a:extLst>
            </p:cNvPr>
            <p:cNvSpPr/>
            <p:nvPr/>
          </p:nvSpPr>
          <p:spPr>
            <a:xfrm>
              <a:off x="5465203" y="4417354"/>
              <a:ext cx="2230992" cy="1597470"/>
            </a:xfrm>
            <a:custGeom>
              <a:avLst/>
              <a:gdLst>
                <a:gd name="connsiteX0" fmla="*/ 1343168 w 2230992"/>
                <a:gd name="connsiteY0" fmla="*/ 0 h 1597470"/>
                <a:gd name="connsiteX1" fmla="*/ 2130054 w 2230992"/>
                <a:gd name="connsiteY1" fmla="*/ 606288 h 1597470"/>
                <a:gd name="connsiteX2" fmla="*/ 2230992 w 2230992"/>
                <a:gd name="connsiteY2" fmla="*/ 996707 h 1597470"/>
                <a:gd name="connsiteX3" fmla="*/ 2190623 w 2230992"/>
                <a:gd name="connsiteY3" fmla="*/ 1005413 h 1597470"/>
                <a:gd name="connsiteX4" fmla="*/ 2130919 w 2230992"/>
                <a:gd name="connsiteY4" fmla="*/ 991634 h 1597470"/>
                <a:gd name="connsiteX5" fmla="*/ 1854956 w 2230992"/>
                <a:gd name="connsiteY5" fmla="*/ 969793 h 1597470"/>
                <a:gd name="connsiteX6" fmla="*/ 1695359 w 2230992"/>
                <a:gd name="connsiteY6" fmla="*/ 989793 h 1597470"/>
                <a:gd name="connsiteX7" fmla="*/ 1602548 w 2230992"/>
                <a:gd name="connsiteY7" fmla="*/ 918549 h 1597470"/>
                <a:gd name="connsiteX8" fmla="*/ 1635830 w 2230992"/>
                <a:gd name="connsiteY8" fmla="*/ 630818 h 1597470"/>
                <a:gd name="connsiteX9" fmla="*/ 1602585 w 2230992"/>
                <a:gd name="connsiteY9" fmla="*/ 980014 h 1597470"/>
                <a:gd name="connsiteX10" fmla="*/ 1620259 w 2230992"/>
                <a:gd name="connsiteY10" fmla="*/ 1021600 h 1597470"/>
                <a:gd name="connsiteX11" fmla="*/ 1631916 w 2230992"/>
                <a:gd name="connsiteY11" fmla="*/ 1275635 h 1597470"/>
                <a:gd name="connsiteX12" fmla="*/ 1530121 w 2230992"/>
                <a:gd name="connsiteY12" fmla="*/ 1421502 h 1597470"/>
                <a:gd name="connsiteX13" fmla="*/ 892931 w 2230992"/>
                <a:gd name="connsiteY13" fmla="*/ 1590654 h 1597470"/>
                <a:gd name="connsiteX14" fmla="*/ 446914 w 2230992"/>
                <a:gd name="connsiteY14" fmla="*/ 1546556 h 1597470"/>
                <a:gd name="connsiteX15" fmla="*/ 291533 w 2230992"/>
                <a:gd name="connsiteY15" fmla="*/ 1520475 h 1597470"/>
                <a:gd name="connsiteX16" fmla="*/ 259397 w 2230992"/>
                <a:gd name="connsiteY16" fmla="*/ 1471073 h 1597470"/>
                <a:gd name="connsiteX17" fmla="*/ 273590 w 2230992"/>
                <a:gd name="connsiteY17" fmla="*/ 1150190 h 1597470"/>
                <a:gd name="connsiteX18" fmla="*/ 267378 w 2230992"/>
                <a:gd name="connsiteY18" fmla="*/ 887118 h 1597470"/>
                <a:gd name="connsiteX19" fmla="*/ 308948 w 2230992"/>
                <a:gd name="connsiteY19" fmla="*/ 632789 h 1597470"/>
                <a:gd name="connsiteX20" fmla="*/ 398811 w 2230992"/>
                <a:gd name="connsiteY20" fmla="*/ 495927 h 1597470"/>
                <a:gd name="connsiteX21" fmla="*/ 246801 w 2230992"/>
                <a:gd name="connsiteY21" fmla="*/ 757589 h 1597470"/>
                <a:gd name="connsiteX22" fmla="*/ 231788 w 2230992"/>
                <a:gd name="connsiteY22" fmla="*/ 927037 h 1597470"/>
                <a:gd name="connsiteX23" fmla="*/ 227729 w 2230992"/>
                <a:gd name="connsiteY23" fmla="*/ 1030716 h 1597470"/>
                <a:gd name="connsiteX24" fmla="*/ 164834 w 2230992"/>
                <a:gd name="connsiteY24" fmla="*/ 1033769 h 1597470"/>
                <a:gd name="connsiteX25" fmla="*/ 32753 w 2230992"/>
                <a:gd name="connsiteY25" fmla="*/ 628960 h 1597470"/>
                <a:gd name="connsiteX26" fmla="*/ 299744 w 2230992"/>
                <a:gd name="connsiteY26" fmla="*/ 352385 h 1597470"/>
                <a:gd name="connsiteX27" fmla="*/ 612992 w 2230992"/>
                <a:gd name="connsiteY27" fmla="*/ 204405 h 1597470"/>
                <a:gd name="connsiteX28" fmla="*/ 689696 w 2230992"/>
                <a:gd name="connsiteY28" fmla="*/ 231774 h 1597470"/>
                <a:gd name="connsiteX29" fmla="*/ 890143 w 2230992"/>
                <a:gd name="connsiteY29" fmla="*/ 406001 h 1597470"/>
                <a:gd name="connsiteX30" fmla="*/ 1079760 w 2230992"/>
                <a:gd name="connsiteY30" fmla="*/ 414542 h 1597470"/>
                <a:gd name="connsiteX31" fmla="*/ 1312780 w 2230992"/>
                <a:gd name="connsiteY31" fmla="*/ 294506 h 1597470"/>
                <a:gd name="connsiteX32" fmla="*/ 1354666 w 2230992"/>
                <a:gd name="connsiteY32" fmla="*/ 54032 h 1597470"/>
                <a:gd name="connsiteX33" fmla="*/ 1343168 w 2230992"/>
                <a:gd name="connsiteY33" fmla="*/ 0 h 1597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230992" h="1597470">
                  <a:moveTo>
                    <a:pt x="1343168" y="0"/>
                  </a:moveTo>
                  <a:cubicBezTo>
                    <a:pt x="1706818" y="70594"/>
                    <a:pt x="1985400" y="252287"/>
                    <a:pt x="2130054" y="606288"/>
                  </a:cubicBezTo>
                  <a:cubicBezTo>
                    <a:pt x="2181246" y="731569"/>
                    <a:pt x="2218309" y="861153"/>
                    <a:pt x="2230992" y="996707"/>
                  </a:cubicBezTo>
                  <a:cubicBezTo>
                    <a:pt x="2220178" y="1011913"/>
                    <a:pt x="2206011" y="1010282"/>
                    <a:pt x="2190623" y="1005413"/>
                  </a:cubicBezTo>
                  <a:cubicBezTo>
                    <a:pt x="2171128" y="999243"/>
                    <a:pt x="2151788" y="992096"/>
                    <a:pt x="2130919" y="991634"/>
                  </a:cubicBezTo>
                  <a:cubicBezTo>
                    <a:pt x="2038911" y="984289"/>
                    <a:pt x="1946977" y="976422"/>
                    <a:pt x="1854956" y="969793"/>
                  </a:cubicBezTo>
                  <a:cubicBezTo>
                    <a:pt x="1799209" y="956042"/>
                    <a:pt x="1747651" y="976216"/>
                    <a:pt x="1695359" y="989793"/>
                  </a:cubicBezTo>
                  <a:cubicBezTo>
                    <a:pt x="1603313" y="1013693"/>
                    <a:pt x="1603283" y="1013350"/>
                    <a:pt x="1602548" y="918549"/>
                  </a:cubicBezTo>
                  <a:cubicBezTo>
                    <a:pt x="1601795" y="821252"/>
                    <a:pt x="1600826" y="724082"/>
                    <a:pt x="1635830" y="630818"/>
                  </a:cubicBezTo>
                  <a:cubicBezTo>
                    <a:pt x="1592615" y="744282"/>
                    <a:pt x="1604104" y="862709"/>
                    <a:pt x="1602585" y="980014"/>
                  </a:cubicBezTo>
                  <a:cubicBezTo>
                    <a:pt x="1602362" y="997232"/>
                    <a:pt x="1617080" y="1006616"/>
                    <a:pt x="1620259" y="1021600"/>
                  </a:cubicBezTo>
                  <a:cubicBezTo>
                    <a:pt x="1636976" y="1105703"/>
                    <a:pt x="1631637" y="1190800"/>
                    <a:pt x="1631916" y="1275635"/>
                  </a:cubicBezTo>
                  <a:cubicBezTo>
                    <a:pt x="1632155" y="1348049"/>
                    <a:pt x="1600269" y="1399106"/>
                    <a:pt x="1530121" y="1421502"/>
                  </a:cubicBezTo>
                  <a:cubicBezTo>
                    <a:pt x="1320505" y="1488425"/>
                    <a:pt x="1113752" y="1568211"/>
                    <a:pt x="892931" y="1590654"/>
                  </a:cubicBezTo>
                  <a:cubicBezTo>
                    <a:pt x="742299" y="1605965"/>
                    <a:pt x="591993" y="1597221"/>
                    <a:pt x="446914" y="1546556"/>
                  </a:cubicBezTo>
                  <a:cubicBezTo>
                    <a:pt x="396580" y="1528979"/>
                    <a:pt x="346010" y="1515928"/>
                    <a:pt x="291533" y="1520475"/>
                  </a:cubicBezTo>
                  <a:cubicBezTo>
                    <a:pt x="258085" y="1523268"/>
                    <a:pt x="254464" y="1513886"/>
                    <a:pt x="259397" y="1471073"/>
                  </a:cubicBezTo>
                  <a:cubicBezTo>
                    <a:pt x="271682" y="1364454"/>
                    <a:pt x="281944" y="1257163"/>
                    <a:pt x="273590" y="1150190"/>
                  </a:cubicBezTo>
                  <a:cubicBezTo>
                    <a:pt x="266732" y="1062362"/>
                    <a:pt x="266904" y="974797"/>
                    <a:pt x="267378" y="887118"/>
                  </a:cubicBezTo>
                  <a:cubicBezTo>
                    <a:pt x="267848" y="800415"/>
                    <a:pt x="279456" y="714956"/>
                    <a:pt x="308948" y="632789"/>
                  </a:cubicBezTo>
                  <a:cubicBezTo>
                    <a:pt x="326386" y="575284"/>
                    <a:pt x="360538" y="528900"/>
                    <a:pt x="398811" y="495927"/>
                  </a:cubicBezTo>
                  <a:cubicBezTo>
                    <a:pt x="316151" y="578088"/>
                    <a:pt x="269261" y="655013"/>
                    <a:pt x="246801" y="757589"/>
                  </a:cubicBezTo>
                  <a:cubicBezTo>
                    <a:pt x="234639" y="813137"/>
                    <a:pt x="230957" y="869909"/>
                    <a:pt x="231788" y="927037"/>
                  </a:cubicBezTo>
                  <a:cubicBezTo>
                    <a:pt x="232291" y="961536"/>
                    <a:pt x="236438" y="996439"/>
                    <a:pt x="227729" y="1030716"/>
                  </a:cubicBezTo>
                  <a:cubicBezTo>
                    <a:pt x="208109" y="1058067"/>
                    <a:pt x="185407" y="1044440"/>
                    <a:pt x="164834" y="1033769"/>
                  </a:cubicBezTo>
                  <a:cubicBezTo>
                    <a:pt x="16080" y="956625"/>
                    <a:pt x="-42440" y="779103"/>
                    <a:pt x="32753" y="628960"/>
                  </a:cubicBezTo>
                  <a:cubicBezTo>
                    <a:pt x="92681" y="509298"/>
                    <a:pt x="189934" y="424490"/>
                    <a:pt x="299744" y="352385"/>
                  </a:cubicBezTo>
                  <a:cubicBezTo>
                    <a:pt x="397222" y="288377"/>
                    <a:pt x="504360" y="244931"/>
                    <a:pt x="612992" y="204405"/>
                  </a:cubicBezTo>
                  <a:cubicBezTo>
                    <a:pt x="647614" y="191490"/>
                    <a:pt x="670381" y="199716"/>
                    <a:pt x="689696" y="231774"/>
                  </a:cubicBezTo>
                  <a:cubicBezTo>
                    <a:pt x="737496" y="311113"/>
                    <a:pt x="797729" y="377140"/>
                    <a:pt x="890143" y="406001"/>
                  </a:cubicBezTo>
                  <a:cubicBezTo>
                    <a:pt x="952752" y="425554"/>
                    <a:pt x="1015751" y="426893"/>
                    <a:pt x="1079760" y="414542"/>
                  </a:cubicBezTo>
                  <a:cubicBezTo>
                    <a:pt x="1169258" y="397271"/>
                    <a:pt x="1251074" y="366386"/>
                    <a:pt x="1312780" y="294506"/>
                  </a:cubicBezTo>
                  <a:cubicBezTo>
                    <a:pt x="1374862" y="222188"/>
                    <a:pt x="1391988" y="143487"/>
                    <a:pt x="1354666" y="54032"/>
                  </a:cubicBezTo>
                  <a:cubicBezTo>
                    <a:pt x="1347673" y="37265"/>
                    <a:pt x="1330628" y="21386"/>
                    <a:pt x="1343168" y="0"/>
                  </a:cubicBezTo>
                  <a:close/>
                </a:path>
              </a:pathLst>
            </a:custGeom>
            <a:solidFill>
              <a:srgbClr val="E5624C"/>
            </a:solidFill>
            <a:ln w="1429"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26FAA91A-3C1F-71C5-1B9A-9D6FD6CED188}"/>
                </a:ext>
              </a:extLst>
            </p:cNvPr>
            <p:cNvSpPr/>
            <p:nvPr/>
          </p:nvSpPr>
          <p:spPr>
            <a:xfrm>
              <a:off x="3793338" y="4877693"/>
              <a:ext cx="2779916" cy="1462258"/>
            </a:xfrm>
            <a:custGeom>
              <a:avLst/>
              <a:gdLst>
                <a:gd name="connsiteX0" fmla="*/ 394892 w 2779916"/>
                <a:gd name="connsiteY0" fmla="*/ 1322502 h 1462258"/>
                <a:gd name="connsiteX1" fmla="*/ 339432 w 2779916"/>
                <a:gd name="connsiteY1" fmla="*/ 1179650 h 1462258"/>
                <a:gd name="connsiteX2" fmla="*/ 15202 w 2779916"/>
                <a:gd name="connsiteY2" fmla="*/ 142922 h 1462258"/>
                <a:gd name="connsiteX3" fmla="*/ 1986 w 2779916"/>
                <a:gd name="connsiteY3" fmla="*/ 99122 h 1462258"/>
                <a:gd name="connsiteX4" fmla="*/ 72422 w 2779916"/>
                <a:gd name="connsiteY4" fmla="*/ 7934 h 1462258"/>
                <a:gd name="connsiteX5" fmla="*/ 218737 w 2779916"/>
                <a:gd name="connsiteY5" fmla="*/ 6418 h 1462258"/>
                <a:gd name="connsiteX6" fmla="*/ 1301676 w 2779916"/>
                <a:gd name="connsiteY6" fmla="*/ 5728 h 1462258"/>
                <a:gd name="connsiteX7" fmla="*/ 1396260 w 2779916"/>
                <a:gd name="connsiteY7" fmla="*/ 42061 h 1462258"/>
                <a:gd name="connsiteX8" fmla="*/ 1486504 w 2779916"/>
                <a:gd name="connsiteY8" fmla="*/ 333597 h 1462258"/>
                <a:gd name="connsiteX9" fmla="*/ 1760135 w 2779916"/>
                <a:gd name="connsiteY9" fmla="*/ 1199298 h 1462258"/>
                <a:gd name="connsiteX10" fmla="*/ 1808564 w 2779916"/>
                <a:gd name="connsiteY10" fmla="*/ 1309929 h 1462258"/>
                <a:gd name="connsiteX11" fmla="*/ 1796547 w 2779916"/>
                <a:gd name="connsiteY11" fmla="*/ 1350496 h 1462258"/>
                <a:gd name="connsiteX12" fmla="*/ 1773916 w 2779916"/>
                <a:gd name="connsiteY12" fmla="*/ 1380281 h 1462258"/>
                <a:gd name="connsiteX13" fmla="*/ 1808859 w 2779916"/>
                <a:gd name="connsiteY13" fmla="*/ 1401923 h 1462258"/>
                <a:gd name="connsiteX14" fmla="*/ 2000916 w 2779916"/>
                <a:gd name="connsiteY14" fmla="*/ 1395307 h 1462258"/>
                <a:gd name="connsiteX15" fmla="*/ 2653777 w 2779916"/>
                <a:gd name="connsiteY15" fmla="*/ 1394222 h 1462258"/>
                <a:gd name="connsiteX16" fmla="*/ 2744640 w 2779916"/>
                <a:gd name="connsiteY16" fmla="*/ 1406974 h 1462258"/>
                <a:gd name="connsiteX17" fmla="*/ 2773613 w 2779916"/>
                <a:gd name="connsiteY17" fmla="*/ 1455103 h 1462258"/>
                <a:gd name="connsiteX18" fmla="*/ 2711653 w 2779916"/>
                <a:gd name="connsiteY18" fmla="*/ 1462127 h 1462258"/>
                <a:gd name="connsiteX19" fmla="*/ 484394 w 2779916"/>
                <a:gd name="connsiteY19" fmla="*/ 1462209 h 1462258"/>
                <a:gd name="connsiteX20" fmla="*/ 450916 w 2779916"/>
                <a:gd name="connsiteY20" fmla="*/ 1461543 h 1462258"/>
                <a:gd name="connsiteX21" fmla="*/ 390506 w 2779916"/>
                <a:gd name="connsiteY21" fmla="*/ 1401732 h 1462258"/>
                <a:gd name="connsiteX22" fmla="*/ 394892 w 2779916"/>
                <a:gd name="connsiteY22" fmla="*/ 1322502 h 1462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79916" h="1462258">
                  <a:moveTo>
                    <a:pt x="394892" y="1322502"/>
                  </a:moveTo>
                  <a:cubicBezTo>
                    <a:pt x="365309" y="1279196"/>
                    <a:pt x="354718" y="1228485"/>
                    <a:pt x="339432" y="1179650"/>
                  </a:cubicBezTo>
                  <a:cubicBezTo>
                    <a:pt x="231272" y="834100"/>
                    <a:pt x="123254" y="488507"/>
                    <a:pt x="15202" y="142922"/>
                  </a:cubicBezTo>
                  <a:cubicBezTo>
                    <a:pt x="10650" y="128359"/>
                    <a:pt x="4929" y="114011"/>
                    <a:pt x="1986" y="99122"/>
                  </a:cubicBezTo>
                  <a:cubicBezTo>
                    <a:pt x="-8033" y="48454"/>
                    <a:pt x="20535" y="10351"/>
                    <a:pt x="72422" y="7934"/>
                  </a:cubicBezTo>
                  <a:cubicBezTo>
                    <a:pt x="121113" y="5668"/>
                    <a:pt x="169958" y="6459"/>
                    <a:pt x="218737" y="6418"/>
                  </a:cubicBezTo>
                  <a:cubicBezTo>
                    <a:pt x="579716" y="6115"/>
                    <a:pt x="940697" y="5942"/>
                    <a:pt x="1301676" y="5728"/>
                  </a:cubicBezTo>
                  <a:cubicBezTo>
                    <a:pt x="1346593" y="-7884"/>
                    <a:pt x="1372795" y="2199"/>
                    <a:pt x="1396260" y="42061"/>
                  </a:cubicBezTo>
                  <a:cubicBezTo>
                    <a:pt x="1420301" y="141090"/>
                    <a:pt x="1455678" y="236693"/>
                    <a:pt x="1486504" y="333597"/>
                  </a:cubicBezTo>
                  <a:cubicBezTo>
                    <a:pt x="1578247" y="621997"/>
                    <a:pt x="1667542" y="911170"/>
                    <a:pt x="1760135" y="1199298"/>
                  </a:cubicBezTo>
                  <a:cubicBezTo>
                    <a:pt x="1772507" y="1237796"/>
                    <a:pt x="1784002" y="1276648"/>
                    <a:pt x="1808564" y="1309929"/>
                  </a:cubicBezTo>
                  <a:cubicBezTo>
                    <a:pt x="1821944" y="1328058"/>
                    <a:pt x="1822156" y="1343216"/>
                    <a:pt x="1796547" y="1350496"/>
                  </a:cubicBezTo>
                  <a:cubicBezTo>
                    <a:pt x="1781770" y="1354697"/>
                    <a:pt x="1771401" y="1362773"/>
                    <a:pt x="1773916" y="1380281"/>
                  </a:cubicBezTo>
                  <a:cubicBezTo>
                    <a:pt x="1776935" y="1401295"/>
                    <a:pt x="1793609" y="1401429"/>
                    <a:pt x="1808859" y="1401923"/>
                  </a:cubicBezTo>
                  <a:cubicBezTo>
                    <a:pt x="1873040" y="1404008"/>
                    <a:pt x="1937021" y="1396273"/>
                    <a:pt x="2000916" y="1395307"/>
                  </a:cubicBezTo>
                  <a:cubicBezTo>
                    <a:pt x="2218499" y="1392018"/>
                    <a:pt x="2436151" y="1393832"/>
                    <a:pt x="2653777" y="1394222"/>
                  </a:cubicBezTo>
                  <a:cubicBezTo>
                    <a:pt x="2684609" y="1394278"/>
                    <a:pt x="2715599" y="1397718"/>
                    <a:pt x="2744640" y="1406974"/>
                  </a:cubicBezTo>
                  <a:cubicBezTo>
                    <a:pt x="2764714" y="1413375"/>
                    <a:pt x="2792537" y="1422001"/>
                    <a:pt x="2773613" y="1455103"/>
                  </a:cubicBezTo>
                  <a:cubicBezTo>
                    <a:pt x="2753643" y="1463828"/>
                    <a:pt x="2732480" y="1462123"/>
                    <a:pt x="2711653" y="1462127"/>
                  </a:cubicBezTo>
                  <a:cubicBezTo>
                    <a:pt x="1969233" y="1462263"/>
                    <a:pt x="1226813" y="1462241"/>
                    <a:pt x="484394" y="1462209"/>
                  </a:cubicBezTo>
                  <a:cubicBezTo>
                    <a:pt x="473230" y="1462209"/>
                    <a:pt x="462049" y="1462407"/>
                    <a:pt x="450916" y="1461543"/>
                  </a:cubicBezTo>
                  <a:cubicBezTo>
                    <a:pt x="409226" y="1458301"/>
                    <a:pt x="394495" y="1444105"/>
                    <a:pt x="390506" y="1401732"/>
                  </a:cubicBezTo>
                  <a:cubicBezTo>
                    <a:pt x="388006" y="1375205"/>
                    <a:pt x="391126" y="1348789"/>
                    <a:pt x="394892" y="1322502"/>
                  </a:cubicBezTo>
                  <a:close/>
                </a:path>
              </a:pathLst>
            </a:custGeom>
            <a:solidFill>
              <a:srgbClr val="43454C"/>
            </a:solidFill>
            <a:ln w="1429"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913421F0-E328-2A38-F88C-6AF299EC2ED9}"/>
                </a:ext>
              </a:extLst>
            </p:cNvPr>
            <p:cNvSpPr/>
            <p:nvPr/>
          </p:nvSpPr>
          <p:spPr>
            <a:xfrm>
              <a:off x="3267959" y="1474751"/>
              <a:ext cx="2049495" cy="2093474"/>
            </a:xfrm>
            <a:custGeom>
              <a:avLst/>
              <a:gdLst>
                <a:gd name="connsiteX0" fmla="*/ 2049496 w 2049495"/>
                <a:gd name="connsiteY0" fmla="*/ 2093468 h 2093474"/>
                <a:gd name="connsiteX1" fmla="*/ 1838843 w 2049495"/>
                <a:gd name="connsiteY1" fmla="*/ 2057227 h 2093474"/>
                <a:gd name="connsiteX2" fmla="*/ 1333041 w 2049495"/>
                <a:gd name="connsiteY2" fmla="*/ 1775050 h 2093474"/>
                <a:gd name="connsiteX3" fmla="*/ 1145890 w 2049495"/>
                <a:gd name="connsiteY3" fmla="*/ 1525957 h 2093474"/>
                <a:gd name="connsiteX4" fmla="*/ 1088075 w 2049495"/>
                <a:gd name="connsiteY4" fmla="*/ 1503876 h 2093474"/>
                <a:gd name="connsiteX5" fmla="*/ 325921 w 2049495"/>
                <a:gd name="connsiteY5" fmla="*/ 1417088 h 2093474"/>
                <a:gd name="connsiteX6" fmla="*/ 18999 w 2049495"/>
                <a:gd name="connsiteY6" fmla="*/ 914537 h 2093474"/>
                <a:gd name="connsiteX7" fmla="*/ 207942 w 2049495"/>
                <a:gd name="connsiteY7" fmla="*/ 269539 h 2093474"/>
                <a:gd name="connsiteX8" fmla="*/ 722921 w 2049495"/>
                <a:gd name="connsiteY8" fmla="*/ 20388 h 2093474"/>
                <a:gd name="connsiteX9" fmla="*/ 1119704 w 2049495"/>
                <a:gd name="connsiteY9" fmla="*/ 25222 h 2093474"/>
                <a:gd name="connsiteX10" fmla="*/ 1512898 w 2049495"/>
                <a:gd name="connsiteY10" fmla="*/ 329128 h 2093474"/>
                <a:gd name="connsiteX11" fmla="*/ 1637152 w 2049495"/>
                <a:gd name="connsiteY11" fmla="*/ 777574 h 2093474"/>
                <a:gd name="connsiteX12" fmla="*/ 1424780 w 2049495"/>
                <a:gd name="connsiteY12" fmla="*/ 1287491 h 2093474"/>
                <a:gd name="connsiteX13" fmla="*/ 1408983 w 2049495"/>
                <a:gd name="connsiteY13" fmla="*/ 1449882 h 2093474"/>
                <a:gd name="connsiteX14" fmla="*/ 1678755 w 2049495"/>
                <a:gd name="connsiteY14" fmla="*/ 1794282 h 2093474"/>
                <a:gd name="connsiteX15" fmla="*/ 2049496 w 2049495"/>
                <a:gd name="connsiteY15" fmla="*/ 2093468 h 2093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49495" h="2093474">
                  <a:moveTo>
                    <a:pt x="2049496" y="2093468"/>
                  </a:moveTo>
                  <a:cubicBezTo>
                    <a:pt x="1977320" y="2093835"/>
                    <a:pt x="1907447" y="2077273"/>
                    <a:pt x="1838843" y="2057227"/>
                  </a:cubicBezTo>
                  <a:cubicBezTo>
                    <a:pt x="1648997" y="2001748"/>
                    <a:pt x="1478241" y="1909865"/>
                    <a:pt x="1333041" y="1775050"/>
                  </a:cubicBezTo>
                  <a:cubicBezTo>
                    <a:pt x="1256274" y="1703774"/>
                    <a:pt x="1191983" y="1620920"/>
                    <a:pt x="1145890" y="1525957"/>
                  </a:cubicBezTo>
                  <a:cubicBezTo>
                    <a:pt x="1131973" y="1497284"/>
                    <a:pt x="1119061" y="1493747"/>
                    <a:pt x="1088075" y="1503876"/>
                  </a:cubicBezTo>
                  <a:cubicBezTo>
                    <a:pt x="821253" y="1591100"/>
                    <a:pt x="560766" y="1594022"/>
                    <a:pt x="325921" y="1417088"/>
                  </a:cubicBezTo>
                  <a:cubicBezTo>
                    <a:pt x="159275" y="1291536"/>
                    <a:pt x="62554" y="1117185"/>
                    <a:pt x="18999" y="914537"/>
                  </a:cubicBezTo>
                  <a:cubicBezTo>
                    <a:pt x="-34361" y="666275"/>
                    <a:pt x="23456" y="446988"/>
                    <a:pt x="207942" y="269539"/>
                  </a:cubicBezTo>
                  <a:cubicBezTo>
                    <a:pt x="351378" y="131575"/>
                    <a:pt x="529165" y="57397"/>
                    <a:pt x="722921" y="20388"/>
                  </a:cubicBezTo>
                  <a:cubicBezTo>
                    <a:pt x="855316" y="-4901"/>
                    <a:pt x="988477" y="-10301"/>
                    <a:pt x="1119704" y="25222"/>
                  </a:cubicBezTo>
                  <a:cubicBezTo>
                    <a:pt x="1292074" y="71883"/>
                    <a:pt x="1420652" y="178162"/>
                    <a:pt x="1512898" y="329128"/>
                  </a:cubicBezTo>
                  <a:cubicBezTo>
                    <a:pt x="1596860" y="466535"/>
                    <a:pt x="1639147" y="618110"/>
                    <a:pt x="1637152" y="777574"/>
                  </a:cubicBezTo>
                  <a:cubicBezTo>
                    <a:pt x="1634699" y="973645"/>
                    <a:pt x="1568071" y="1147483"/>
                    <a:pt x="1424780" y="1287491"/>
                  </a:cubicBezTo>
                  <a:cubicBezTo>
                    <a:pt x="1349022" y="1361514"/>
                    <a:pt x="1349957" y="1361997"/>
                    <a:pt x="1408983" y="1449882"/>
                  </a:cubicBezTo>
                  <a:cubicBezTo>
                    <a:pt x="1490519" y="1571284"/>
                    <a:pt x="1577927" y="1688473"/>
                    <a:pt x="1678755" y="1794282"/>
                  </a:cubicBezTo>
                  <a:cubicBezTo>
                    <a:pt x="1788488" y="1909432"/>
                    <a:pt x="1910027" y="2011269"/>
                    <a:pt x="2049496" y="2093468"/>
                  </a:cubicBezTo>
                  <a:close/>
                </a:path>
              </a:pathLst>
            </a:custGeom>
            <a:solidFill>
              <a:srgbClr val="BBC8C9"/>
            </a:solidFill>
            <a:ln w="1429"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AD22735A-245B-477F-BAC3-DB1AE0208D56}"/>
                </a:ext>
              </a:extLst>
            </p:cNvPr>
            <p:cNvSpPr/>
            <p:nvPr/>
          </p:nvSpPr>
          <p:spPr>
            <a:xfrm>
              <a:off x="7099866" y="1752024"/>
              <a:ext cx="1935075" cy="1803344"/>
            </a:xfrm>
            <a:custGeom>
              <a:avLst/>
              <a:gdLst>
                <a:gd name="connsiteX0" fmla="*/ 0 w 1935075"/>
                <a:gd name="connsiteY0" fmla="*/ 1799482 h 1803344"/>
                <a:gd name="connsiteX1" fmla="*/ 247586 w 1935075"/>
                <a:gd name="connsiteY1" fmla="*/ 1655923 h 1803344"/>
                <a:gd name="connsiteX2" fmla="*/ 528464 w 1935075"/>
                <a:gd name="connsiteY2" fmla="*/ 1338855 h 1803344"/>
                <a:gd name="connsiteX3" fmla="*/ 521749 w 1935075"/>
                <a:gd name="connsiteY3" fmla="*/ 1300692 h 1803344"/>
                <a:gd name="connsiteX4" fmla="*/ 272675 w 1935075"/>
                <a:gd name="connsiteY4" fmla="*/ 865481 h 1803344"/>
                <a:gd name="connsiteX5" fmla="*/ 426015 w 1935075"/>
                <a:gd name="connsiteY5" fmla="*/ 230046 h 1803344"/>
                <a:gd name="connsiteX6" fmla="*/ 782982 w 1935075"/>
                <a:gd name="connsiteY6" fmla="*/ 21443 h 1803344"/>
                <a:gd name="connsiteX7" fmla="*/ 1541284 w 1935075"/>
                <a:gd name="connsiteY7" fmla="*/ 128411 h 1803344"/>
                <a:gd name="connsiteX8" fmla="*/ 1919778 w 1935075"/>
                <a:gd name="connsiteY8" fmla="*/ 667462 h 1803344"/>
                <a:gd name="connsiteX9" fmla="*/ 1900781 w 1935075"/>
                <a:gd name="connsiteY9" fmla="*/ 1041775 h 1803344"/>
                <a:gd name="connsiteX10" fmla="*/ 1559937 w 1935075"/>
                <a:gd name="connsiteY10" fmla="*/ 1401690 h 1803344"/>
                <a:gd name="connsiteX11" fmla="*/ 1078187 w 1935075"/>
                <a:gd name="connsiteY11" fmla="*/ 1499974 h 1803344"/>
                <a:gd name="connsiteX12" fmla="*/ 796616 w 1935075"/>
                <a:gd name="connsiteY12" fmla="*/ 1449033 h 1803344"/>
                <a:gd name="connsiteX13" fmla="*/ 722764 w 1935075"/>
                <a:gd name="connsiteY13" fmla="*/ 1470687 h 1803344"/>
                <a:gd name="connsiteX14" fmla="*/ 394932 w 1935075"/>
                <a:gd name="connsiteY14" fmla="*/ 1730584 h 1803344"/>
                <a:gd name="connsiteX15" fmla="*/ 0 w 1935075"/>
                <a:gd name="connsiteY15" fmla="*/ 1799482 h 1803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35075" h="1803344">
                  <a:moveTo>
                    <a:pt x="0" y="1799482"/>
                  </a:moveTo>
                  <a:cubicBezTo>
                    <a:pt x="92420" y="1754006"/>
                    <a:pt x="173871" y="1712206"/>
                    <a:pt x="247586" y="1655923"/>
                  </a:cubicBezTo>
                  <a:cubicBezTo>
                    <a:pt x="362279" y="1568352"/>
                    <a:pt x="449943" y="1457987"/>
                    <a:pt x="528464" y="1338855"/>
                  </a:cubicBezTo>
                  <a:cubicBezTo>
                    <a:pt x="539426" y="1322224"/>
                    <a:pt x="536723" y="1312852"/>
                    <a:pt x="521749" y="1300692"/>
                  </a:cubicBezTo>
                  <a:cubicBezTo>
                    <a:pt x="382724" y="1187811"/>
                    <a:pt x="296558" y="1041632"/>
                    <a:pt x="272675" y="865481"/>
                  </a:cubicBezTo>
                  <a:cubicBezTo>
                    <a:pt x="241514" y="635654"/>
                    <a:pt x="282145" y="417813"/>
                    <a:pt x="426015" y="230046"/>
                  </a:cubicBezTo>
                  <a:cubicBezTo>
                    <a:pt x="515038" y="113861"/>
                    <a:pt x="640959" y="47375"/>
                    <a:pt x="782982" y="21443"/>
                  </a:cubicBezTo>
                  <a:cubicBezTo>
                    <a:pt x="1046435" y="-26661"/>
                    <a:pt x="1302077" y="4982"/>
                    <a:pt x="1541284" y="128411"/>
                  </a:cubicBezTo>
                  <a:cubicBezTo>
                    <a:pt x="1759749" y="241138"/>
                    <a:pt x="1877745" y="427882"/>
                    <a:pt x="1919778" y="667462"/>
                  </a:cubicBezTo>
                  <a:cubicBezTo>
                    <a:pt x="1942034" y="794311"/>
                    <a:pt x="1943437" y="919213"/>
                    <a:pt x="1900781" y="1041775"/>
                  </a:cubicBezTo>
                  <a:cubicBezTo>
                    <a:pt x="1841362" y="1212503"/>
                    <a:pt x="1718440" y="1324180"/>
                    <a:pt x="1559937" y="1401690"/>
                  </a:cubicBezTo>
                  <a:cubicBezTo>
                    <a:pt x="1407840" y="1476069"/>
                    <a:pt x="1245423" y="1502572"/>
                    <a:pt x="1078187" y="1499974"/>
                  </a:cubicBezTo>
                  <a:cubicBezTo>
                    <a:pt x="982208" y="1498483"/>
                    <a:pt x="886663" y="1484193"/>
                    <a:pt x="796616" y="1449033"/>
                  </a:cubicBezTo>
                  <a:cubicBezTo>
                    <a:pt x="762061" y="1435541"/>
                    <a:pt x="742938" y="1445474"/>
                    <a:pt x="722764" y="1470687"/>
                  </a:cubicBezTo>
                  <a:cubicBezTo>
                    <a:pt x="633425" y="1582329"/>
                    <a:pt x="523262" y="1668381"/>
                    <a:pt x="394932" y="1730584"/>
                  </a:cubicBezTo>
                  <a:cubicBezTo>
                    <a:pt x="273710" y="1789340"/>
                    <a:pt x="145562" y="1813445"/>
                    <a:pt x="0" y="1799482"/>
                  </a:cubicBezTo>
                  <a:close/>
                </a:path>
              </a:pathLst>
            </a:custGeom>
            <a:solidFill>
              <a:srgbClr val="BBC8C9"/>
            </a:solidFill>
            <a:ln w="1429"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4A7CDEB6-7887-69C1-0BEE-A4E6C050FDB8}"/>
                </a:ext>
              </a:extLst>
            </p:cNvPr>
            <p:cNvSpPr/>
            <p:nvPr/>
          </p:nvSpPr>
          <p:spPr>
            <a:xfrm>
              <a:off x="5413426" y="392817"/>
              <a:ext cx="1334465" cy="1678360"/>
            </a:xfrm>
            <a:custGeom>
              <a:avLst/>
              <a:gdLst>
                <a:gd name="connsiteX0" fmla="*/ 391979 w 1334465"/>
                <a:gd name="connsiteY0" fmla="*/ 1664836 h 1678360"/>
                <a:gd name="connsiteX1" fmla="*/ 302172 w 1334465"/>
                <a:gd name="connsiteY1" fmla="*/ 1490033 h 1678360"/>
                <a:gd name="connsiteX2" fmla="*/ 139479 w 1334465"/>
                <a:gd name="connsiteY2" fmla="*/ 1158806 h 1678360"/>
                <a:gd name="connsiteX3" fmla="*/ 169945 w 1334465"/>
                <a:gd name="connsiteY3" fmla="*/ 232897 h 1678360"/>
                <a:gd name="connsiteX4" fmla="*/ 1089093 w 1334465"/>
                <a:gd name="connsiteY4" fmla="*/ 129667 h 1678360"/>
                <a:gd name="connsiteX5" fmla="*/ 1333907 w 1334465"/>
                <a:gd name="connsiteY5" fmla="*/ 508372 h 1678360"/>
                <a:gd name="connsiteX6" fmla="*/ 1333075 w 1334465"/>
                <a:gd name="connsiteY6" fmla="*/ 661577 h 1678360"/>
                <a:gd name="connsiteX7" fmla="*/ 1209151 w 1334465"/>
                <a:gd name="connsiteY7" fmla="*/ 1035527 h 1678360"/>
                <a:gd name="connsiteX8" fmla="*/ 1021059 w 1334465"/>
                <a:gd name="connsiteY8" fmla="*/ 1306844 h 1678360"/>
                <a:gd name="connsiteX9" fmla="*/ 1005423 w 1334465"/>
                <a:gd name="connsiteY9" fmla="*/ 1320519 h 1678360"/>
                <a:gd name="connsiteX10" fmla="*/ 944600 w 1334465"/>
                <a:gd name="connsiteY10" fmla="*/ 1330023 h 1678360"/>
                <a:gd name="connsiteX11" fmla="*/ 894693 w 1334465"/>
                <a:gd name="connsiteY11" fmla="*/ 1367685 h 1678360"/>
                <a:gd name="connsiteX12" fmla="*/ 888966 w 1334465"/>
                <a:gd name="connsiteY12" fmla="*/ 1391933 h 1678360"/>
                <a:gd name="connsiteX13" fmla="*/ 822343 w 1334465"/>
                <a:gd name="connsiteY13" fmla="*/ 1471057 h 1678360"/>
                <a:gd name="connsiteX14" fmla="*/ 799931 w 1334465"/>
                <a:gd name="connsiteY14" fmla="*/ 1460244 h 1678360"/>
                <a:gd name="connsiteX15" fmla="*/ 798016 w 1334465"/>
                <a:gd name="connsiteY15" fmla="*/ 1355795 h 1678360"/>
                <a:gd name="connsiteX16" fmla="*/ 816038 w 1334465"/>
                <a:gd name="connsiteY16" fmla="*/ 1201821 h 1678360"/>
                <a:gd name="connsiteX17" fmla="*/ 812323 w 1334465"/>
                <a:gd name="connsiteY17" fmla="*/ 1199919 h 1678360"/>
                <a:gd name="connsiteX18" fmla="*/ 770120 w 1334465"/>
                <a:gd name="connsiteY18" fmla="*/ 1120256 h 1678360"/>
                <a:gd name="connsiteX19" fmla="*/ 947990 w 1334465"/>
                <a:gd name="connsiteY19" fmla="*/ 716638 h 1678360"/>
                <a:gd name="connsiteX20" fmla="*/ 936167 w 1334465"/>
                <a:gd name="connsiteY20" fmla="*/ 657116 h 1678360"/>
                <a:gd name="connsiteX21" fmla="*/ 877178 w 1334465"/>
                <a:gd name="connsiteY21" fmla="*/ 663019 h 1678360"/>
                <a:gd name="connsiteX22" fmla="*/ 830097 w 1334465"/>
                <a:gd name="connsiteY22" fmla="*/ 665626 h 1678360"/>
                <a:gd name="connsiteX23" fmla="*/ 823383 w 1334465"/>
                <a:gd name="connsiteY23" fmla="*/ 660689 h 1678360"/>
                <a:gd name="connsiteX24" fmla="*/ 765653 w 1334465"/>
                <a:gd name="connsiteY24" fmla="*/ 664578 h 1678360"/>
                <a:gd name="connsiteX25" fmla="*/ 760536 w 1334465"/>
                <a:gd name="connsiteY25" fmla="*/ 713415 h 1678360"/>
                <a:gd name="connsiteX26" fmla="*/ 817013 w 1334465"/>
                <a:gd name="connsiteY26" fmla="*/ 729886 h 1678360"/>
                <a:gd name="connsiteX27" fmla="*/ 827074 w 1334465"/>
                <a:gd name="connsiteY27" fmla="*/ 722578 h 1678360"/>
                <a:gd name="connsiteX28" fmla="*/ 877579 w 1334465"/>
                <a:gd name="connsiteY28" fmla="*/ 718492 h 1678360"/>
                <a:gd name="connsiteX29" fmla="*/ 884392 w 1334465"/>
                <a:gd name="connsiteY29" fmla="*/ 723290 h 1678360"/>
                <a:gd name="connsiteX30" fmla="*/ 932243 w 1334465"/>
                <a:gd name="connsiteY30" fmla="*/ 743379 h 1678360"/>
                <a:gd name="connsiteX31" fmla="*/ 912243 w 1334465"/>
                <a:gd name="connsiteY31" fmla="*/ 804716 h 1678360"/>
                <a:gd name="connsiteX32" fmla="*/ 744878 w 1334465"/>
                <a:gd name="connsiteY32" fmla="*/ 1177531 h 1678360"/>
                <a:gd name="connsiteX33" fmla="*/ 707570 w 1334465"/>
                <a:gd name="connsiteY33" fmla="*/ 1204757 h 1678360"/>
                <a:gd name="connsiteX34" fmla="*/ 686700 w 1334465"/>
                <a:gd name="connsiteY34" fmla="*/ 1205342 h 1678360"/>
                <a:gd name="connsiteX35" fmla="*/ 588647 w 1334465"/>
                <a:gd name="connsiteY35" fmla="*/ 1142220 h 1678360"/>
                <a:gd name="connsiteX36" fmla="*/ 434963 w 1334465"/>
                <a:gd name="connsiteY36" fmla="*/ 772741 h 1678360"/>
                <a:gd name="connsiteX37" fmla="*/ 432250 w 1334465"/>
                <a:gd name="connsiteY37" fmla="*/ 741830 h 1678360"/>
                <a:gd name="connsiteX38" fmla="*/ 444633 w 1334465"/>
                <a:gd name="connsiteY38" fmla="*/ 737776 h 1678360"/>
                <a:gd name="connsiteX39" fmla="*/ 493615 w 1334465"/>
                <a:gd name="connsiteY39" fmla="*/ 712004 h 1678360"/>
                <a:gd name="connsiteX40" fmla="*/ 476752 w 1334465"/>
                <a:gd name="connsiteY40" fmla="*/ 664270 h 1678360"/>
                <a:gd name="connsiteX41" fmla="*/ 425968 w 1334465"/>
                <a:gd name="connsiteY41" fmla="*/ 670037 h 1678360"/>
                <a:gd name="connsiteX42" fmla="*/ 416353 w 1334465"/>
                <a:gd name="connsiteY42" fmla="*/ 718994 h 1678360"/>
                <a:gd name="connsiteX43" fmla="*/ 494435 w 1334465"/>
                <a:gd name="connsiteY43" fmla="*/ 916891 h 1678360"/>
                <a:gd name="connsiteX44" fmla="*/ 596358 w 1334465"/>
                <a:gd name="connsiteY44" fmla="*/ 1159615 h 1678360"/>
                <a:gd name="connsiteX45" fmla="*/ 568634 w 1334465"/>
                <a:gd name="connsiteY45" fmla="*/ 1204297 h 1678360"/>
                <a:gd name="connsiteX46" fmla="*/ 526766 w 1334465"/>
                <a:gd name="connsiteY46" fmla="*/ 1249700 h 1678360"/>
                <a:gd name="connsiteX47" fmla="*/ 551109 w 1334465"/>
                <a:gd name="connsiteY47" fmla="*/ 1328978 h 1678360"/>
                <a:gd name="connsiteX48" fmla="*/ 559934 w 1334465"/>
                <a:gd name="connsiteY48" fmla="*/ 1356111 h 1678360"/>
                <a:gd name="connsiteX49" fmla="*/ 549591 w 1334465"/>
                <a:gd name="connsiteY49" fmla="*/ 1648183 h 1678360"/>
                <a:gd name="connsiteX50" fmla="*/ 542634 w 1334465"/>
                <a:gd name="connsiteY50" fmla="*/ 1663262 h 1678360"/>
                <a:gd name="connsiteX51" fmla="*/ 391979 w 1334465"/>
                <a:gd name="connsiteY51" fmla="*/ 1664836 h 1678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334465" h="1678360">
                  <a:moveTo>
                    <a:pt x="391979" y="1664836"/>
                  </a:moveTo>
                  <a:cubicBezTo>
                    <a:pt x="342037" y="1616835"/>
                    <a:pt x="314075" y="1558972"/>
                    <a:pt x="302172" y="1490033"/>
                  </a:cubicBezTo>
                  <a:cubicBezTo>
                    <a:pt x="280483" y="1364412"/>
                    <a:pt x="210129" y="1261423"/>
                    <a:pt x="139479" y="1158806"/>
                  </a:cubicBezTo>
                  <a:cubicBezTo>
                    <a:pt x="-52680" y="879698"/>
                    <a:pt x="-49785" y="495130"/>
                    <a:pt x="169945" y="232897"/>
                  </a:cubicBezTo>
                  <a:cubicBezTo>
                    <a:pt x="388961" y="-28480"/>
                    <a:pt x="820153" y="-79770"/>
                    <a:pt x="1089093" y="129667"/>
                  </a:cubicBezTo>
                  <a:cubicBezTo>
                    <a:pt x="1214987" y="227706"/>
                    <a:pt x="1295722" y="354074"/>
                    <a:pt x="1333907" y="508372"/>
                  </a:cubicBezTo>
                  <a:cubicBezTo>
                    <a:pt x="1326927" y="559276"/>
                    <a:pt x="1338216" y="609734"/>
                    <a:pt x="1333075" y="661577"/>
                  </a:cubicBezTo>
                  <a:cubicBezTo>
                    <a:pt x="1319705" y="796423"/>
                    <a:pt x="1276314" y="919618"/>
                    <a:pt x="1209151" y="1035527"/>
                  </a:cubicBezTo>
                  <a:cubicBezTo>
                    <a:pt x="1153838" y="1130986"/>
                    <a:pt x="1079722" y="1213591"/>
                    <a:pt x="1021059" y="1306844"/>
                  </a:cubicBezTo>
                  <a:cubicBezTo>
                    <a:pt x="1017362" y="1312722"/>
                    <a:pt x="1011383" y="1316810"/>
                    <a:pt x="1005423" y="1320519"/>
                  </a:cubicBezTo>
                  <a:cubicBezTo>
                    <a:pt x="986392" y="1331444"/>
                    <a:pt x="965395" y="1332691"/>
                    <a:pt x="944600" y="1330023"/>
                  </a:cubicBezTo>
                  <a:cubicBezTo>
                    <a:pt x="914722" y="1326191"/>
                    <a:pt x="900630" y="1340833"/>
                    <a:pt x="894693" y="1367685"/>
                  </a:cubicBezTo>
                  <a:cubicBezTo>
                    <a:pt x="892893" y="1375828"/>
                    <a:pt x="888181" y="1384089"/>
                    <a:pt x="888966" y="1391933"/>
                  </a:cubicBezTo>
                  <a:cubicBezTo>
                    <a:pt x="893885" y="1441123"/>
                    <a:pt x="843105" y="1443479"/>
                    <a:pt x="822343" y="1471057"/>
                  </a:cubicBezTo>
                  <a:cubicBezTo>
                    <a:pt x="815686" y="1479899"/>
                    <a:pt x="803887" y="1469463"/>
                    <a:pt x="799931" y="1460244"/>
                  </a:cubicBezTo>
                  <a:cubicBezTo>
                    <a:pt x="785084" y="1425651"/>
                    <a:pt x="777058" y="1384512"/>
                    <a:pt x="798016" y="1355795"/>
                  </a:cubicBezTo>
                  <a:cubicBezTo>
                    <a:pt x="835015" y="1305100"/>
                    <a:pt x="822665" y="1254341"/>
                    <a:pt x="816038" y="1201821"/>
                  </a:cubicBezTo>
                  <a:cubicBezTo>
                    <a:pt x="814736" y="1201258"/>
                    <a:pt x="813605" y="1200130"/>
                    <a:pt x="812323" y="1199919"/>
                  </a:cubicBezTo>
                  <a:cubicBezTo>
                    <a:pt x="739226" y="1187808"/>
                    <a:pt x="740881" y="1188524"/>
                    <a:pt x="770120" y="1120256"/>
                  </a:cubicBezTo>
                  <a:cubicBezTo>
                    <a:pt x="828007" y="985102"/>
                    <a:pt x="896303" y="854562"/>
                    <a:pt x="947990" y="716638"/>
                  </a:cubicBezTo>
                  <a:cubicBezTo>
                    <a:pt x="957062" y="692428"/>
                    <a:pt x="956226" y="673083"/>
                    <a:pt x="936167" y="657116"/>
                  </a:cubicBezTo>
                  <a:cubicBezTo>
                    <a:pt x="915371" y="640562"/>
                    <a:pt x="894669" y="643350"/>
                    <a:pt x="877178" y="663019"/>
                  </a:cubicBezTo>
                  <a:cubicBezTo>
                    <a:pt x="861909" y="680191"/>
                    <a:pt x="846611" y="679469"/>
                    <a:pt x="830097" y="665626"/>
                  </a:cubicBezTo>
                  <a:cubicBezTo>
                    <a:pt x="827966" y="663841"/>
                    <a:pt x="825813" y="662011"/>
                    <a:pt x="823383" y="660689"/>
                  </a:cubicBezTo>
                  <a:cubicBezTo>
                    <a:pt x="803331" y="649771"/>
                    <a:pt x="783384" y="648414"/>
                    <a:pt x="765653" y="664578"/>
                  </a:cubicBezTo>
                  <a:cubicBezTo>
                    <a:pt x="750043" y="678809"/>
                    <a:pt x="748396" y="697492"/>
                    <a:pt x="760536" y="713415"/>
                  </a:cubicBezTo>
                  <a:cubicBezTo>
                    <a:pt x="774255" y="731409"/>
                    <a:pt x="791710" y="746842"/>
                    <a:pt x="817013" y="729886"/>
                  </a:cubicBezTo>
                  <a:cubicBezTo>
                    <a:pt x="820229" y="727216"/>
                    <a:pt x="823600" y="724861"/>
                    <a:pt x="827074" y="722578"/>
                  </a:cubicBezTo>
                  <a:cubicBezTo>
                    <a:pt x="842838" y="707849"/>
                    <a:pt x="859096" y="699541"/>
                    <a:pt x="877579" y="718492"/>
                  </a:cubicBezTo>
                  <a:cubicBezTo>
                    <a:pt x="879503" y="720464"/>
                    <a:pt x="882192" y="721609"/>
                    <a:pt x="884392" y="723290"/>
                  </a:cubicBezTo>
                  <a:cubicBezTo>
                    <a:pt x="898999" y="734459"/>
                    <a:pt x="926609" y="725215"/>
                    <a:pt x="932243" y="743379"/>
                  </a:cubicBezTo>
                  <a:cubicBezTo>
                    <a:pt x="938814" y="764573"/>
                    <a:pt x="921029" y="785203"/>
                    <a:pt x="912243" y="804716"/>
                  </a:cubicBezTo>
                  <a:cubicBezTo>
                    <a:pt x="856318" y="928926"/>
                    <a:pt x="798745" y="1052407"/>
                    <a:pt x="744878" y="1177531"/>
                  </a:cubicBezTo>
                  <a:cubicBezTo>
                    <a:pt x="737013" y="1195804"/>
                    <a:pt x="725823" y="1203605"/>
                    <a:pt x="707570" y="1204757"/>
                  </a:cubicBezTo>
                  <a:cubicBezTo>
                    <a:pt x="700619" y="1205196"/>
                    <a:pt x="693660" y="1205233"/>
                    <a:pt x="686700" y="1205342"/>
                  </a:cubicBezTo>
                  <a:cubicBezTo>
                    <a:pt x="615952" y="1206455"/>
                    <a:pt x="614993" y="1206851"/>
                    <a:pt x="588647" y="1142220"/>
                  </a:cubicBezTo>
                  <a:cubicBezTo>
                    <a:pt x="538292" y="1018694"/>
                    <a:pt x="485469" y="896201"/>
                    <a:pt x="434963" y="772741"/>
                  </a:cubicBezTo>
                  <a:cubicBezTo>
                    <a:pt x="430921" y="762859"/>
                    <a:pt x="422918" y="753028"/>
                    <a:pt x="432250" y="741830"/>
                  </a:cubicBezTo>
                  <a:cubicBezTo>
                    <a:pt x="435971" y="739218"/>
                    <a:pt x="440107" y="737896"/>
                    <a:pt x="444633" y="737776"/>
                  </a:cubicBezTo>
                  <a:cubicBezTo>
                    <a:pt x="466639" y="739939"/>
                    <a:pt x="487890" y="739849"/>
                    <a:pt x="493615" y="712004"/>
                  </a:cubicBezTo>
                  <a:cubicBezTo>
                    <a:pt x="497492" y="693146"/>
                    <a:pt x="494978" y="674672"/>
                    <a:pt x="476752" y="664270"/>
                  </a:cubicBezTo>
                  <a:cubicBezTo>
                    <a:pt x="459426" y="654382"/>
                    <a:pt x="441512" y="657708"/>
                    <a:pt x="425968" y="670037"/>
                  </a:cubicBezTo>
                  <a:cubicBezTo>
                    <a:pt x="409050" y="683458"/>
                    <a:pt x="410712" y="699671"/>
                    <a:pt x="416353" y="718994"/>
                  </a:cubicBezTo>
                  <a:cubicBezTo>
                    <a:pt x="436335" y="787416"/>
                    <a:pt x="468454" y="850929"/>
                    <a:pt x="494435" y="916891"/>
                  </a:cubicBezTo>
                  <a:cubicBezTo>
                    <a:pt x="526591" y="998528"/>
                    <a:pt x="562906" y="1078483"/>
                    <a:pt x="596358" y="1159615"/>
                  </a:cubicBezTo>
                  <a:cubicBezTo>
                    <a:pt x="609859" y="1192359"/>
                    <a:pt x="605088" y="1203958"/>
                    <a:pt x="568634" y="1204297"/>
                  </a:cubicBezTo>
                  <a:cubicBezTo>
                    <a:pt x="534527" y="1204614"/>
                    <a:pt x="524308" y="1218114"/>
                    <a:pt x="526766" y="1249700"/>
                  </a:cubicBezTo>
                  <a:cubicBezTo>
                    <a:pt x="528983" y="1278182"/>
                    <a:pt x="520734" y="1308705"/>
                    <a:pt x="551109" y="1328978"/>
                  </a:cubicBezTo>
                  <a:cubicBezTo>
                    <a:pt x="559139" y="1334337"/>
                    <a:pt x="559467" y="1346270"/>
                    <a:pt x="559934" y="1356111"/>
                  </a:cubicBezTo>
                  <a:cubicBezTo>
                    <a:pt x="564580" y="1453744"/>
                    <a:pt x="549521" y="1550695"/>
                    <a:pt x="549591" y="1648183"/>
                  </a:cubicBezTo>
                  <a:cubicBezTo>
                    <a:pt x="549593" y="1653713"/>
                    <a:pt x="546020" y="1658648"/>
                    <a:pt x="542634" y="1663262"/>
                  </a:cubicBezTo>
                  <a:cubicBezTo>
                    <a:pt x="492601" y="1683750"/>
                    <a:pt x="442371" y="1682512"/>
                    <a:pt x="391979" y="1664836"/>
                  </a:cubicBezTo>
                  <a:close/>
                </a:path>
              </a:pathLst>
            </a:custGeom>
            <a:solidFill>
              <a:srgbClr val="F9B040"/>
            </a:solidFill>
            <a:ln w="1429"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5C07B491-2A8D-4460-860D-47296874C5BC}"/>
                </a:ext>
              </a:extLst>
            </p:cNvPr>
            <p:cNvSpPr/>
            <p:nvPr/>
          </p:nvSpPr>
          <p:spPr>
            <a:xfrm>
              <a:off x="1893715" y="3936411"/>
              <a:ext cx="1258062" cy="1854040"/>
            </a:xfrm>
            <a:custGeom>
              <a:avLst/>
              <a:gdLst>
                <a:gd name="connsiteX0" fmla="*/ 870518 w 1258062"/>
                <a:gd name="connsiteY0" fmla="*/ 1809182 h 1854040"/>
                <a:gd name="connsiteX1" fmla="*/ 654581 w 1258062"/>
                <a:gd name="connsiteY1" fmla="*/ 1854034 h 1854040"/>
                <a:gd name="connsiteX2" fmla="*/ 582950 w 1258062"/>
                <a:gd name="connsiteY2" fmla="*/ 1796308 h 1854040"/>
                <a:gd name="connsiteX3" fmla="*/ 564465 w 1258062"/>
                <a:gd name="connsiteY3" fmla="*/ 1689413 h 1854040"/>
                <a:gd name="connsiteX4" fmla="*/ 361986 w 1258062"/>
                <a:gd name="connsiteY4" fmla="*/ 1429265 h 1854040"/>
                <a:gd name="connsiteX5" fmla="*/ 34723 w 1258062"/>
                <a:gd name="connsiteY5" fmla="*/ 1335887 h 1854040"/>
                <a:gd name="connsiteX6" fmla="*/ 1265 w 1258062"/>
                <a:gd name="connsiteY6" fmla="*/ 1327667 h 1854040"/>
                <a:gd name="connsiteX7" fmla="*/ 9872 w 1258062"/>
                <a:gd name="connsiteY7" fmla="*/ 1305761 h 1854040"/>
                <a:gd name="connsiteX8" fmla="*/ 387823 w 1258062"/>
                <a:gd name="connsiteY8" fmla="*/ 1007440 h 1854040"/>
                <a:gd name="connsiteX9" fmla="*/ 627520 w 1258062"/>
                <a:gd name="connsiteY9" fmla="*/ 993386 h 1854040"/>
                <a:gd name="connsiteX10" fmla="*/ 675253 w 1258062"/>
                <a:gd name="connsiteY10" fmla="*/ 977398 h 1854040"/>
                <a:gd name="connsiteX11" fmla="*/ 713740 w 1258062"/>
                <a:gd name="connsiteY11" fmla="*/ 956288 h 1854040"/>
                <a:gd name="connsiteX12" fmla="*/ 966798 w 1258062"/>
                <a:gd name="connsiteY12" fmla="*/ 891139 h 1854040"/>
                <a:gd name="connsiteX13" fmla="*/ 843282 w 1258062"/>
                <a:gd name="connsiteY13" fmla="*/ 892528 h 1854040"/>
                <a:gd name="connsiteX14" fmla="*/ 707143 w 1258062"/>
                <a:gd name="connsiteY14" fmla="*/ 912757 h 1854040"/>
                <a:gd name="connsiteX15" fmla="*/ 675196 w 1258062"/>
                <a:gd name="connsiteY15" fmla="*/ 886078 h 1854040"/>
                <a:gd name="connsiteX16" fmla="*/ 698966 w 1258062"/>
                <a:gd name="connsiteY16" fmla="*/ 716563 h 1854040"/>
                <a:gd name="connsiteX17" fmla="*/ 615514 w 1258062"/>
                <a:gd name="connsiteY17" fmla="*/ 362501 h 1854040"/>
                <a:gd name="connsiteX18" fmla="*/ 550313 w 1258062"/>
                <a:gd name="connsiteY18" fmla="*/ 115926 h 1854040"/>
                <a:gd name="connsiteX19" fmla="*/ 524510 w 1258062"/>
                <a:gd name="connsiteY19" fmla="*/ 17968 h 1854040"/>
                <a:gd name="connsiteX20" fmla="*/ 992164 w 1258062"/>
                <a:gd name="connsiteY20" fmla="*/ 75626 h 1854040"/>
                <a:gd name="connsiteX21" fmla="*/ 737839 w 1258062"/>
                <a:gd name="connsiteY21" fmla="*/ 163124 h 1854040"/>
                <a:gd name="connsiteX22" fmla="*/ 672725 w 1258062"/>
                <a:gd name="connsiteY22" fmla="*/ 114316 h 1854040"/>
                <a:gd name="connsiteX23" fmla="*/ 963744 w 1258062"/>
                <a:gd name="connsiteY23" fmla="*/ 649693 h 1854040"/>
                <a:gd name="connsiteX24" fmla="*/ 1065936 w 1258062"/>
                <a:gd name="connsiteY24" fmla="*/ 1062733 h 1854040"/>
                <a:gd name="connsiteX25" fmla="*/ 1089804 w 1258062"/>
                <a:gd name="connsiteY25" fmla="*/ 1138266 h 1854040"/>
                <a:gd name="connsiteX26" fmla="*/ 1090096 w 1258062"/>
                <a:gd name="connsiteY26" fmla="*/ 1146292 h 1854040"/>
                <a:gd name="connsiteX27" fmla="*/ 1119921 w 1258062"/>
                <a:gd name="connsiteY27" fmla="*/ 1196378 h 1854040"/>
                <a:gd name="connsiteX28" fmla="*/ 1140290 w 1258062"/>
                <a:gd name="connsiteY28" fmla="*/ 1198366 h 1854040"/>
                <a:gd name="connsiteX29" fmla="*/ 1153916 w 1258062"/>
                <a:gd name="connsiteY29" fmla="*/ 1223643 h 1854040"/>
                <a:gd name="connsiteX30" fmla="*/ 1177724 w 1258062"/>
                <a:gd name="connsiteY30" fmla="*/ 1290826 h 1854040"/>
                <a:gd name="connsiteX31" fmla="*/ 1215066 w 1258062"/>
                <a:gd name="connsiteY31" fmla="*/ 1422088 h 1854040"/>
                <a:gd name="connsiteX32" fmla="*/ 1240945 w 1258062"/>
                <a:gd name="connsiteY32" fmla="*/ 1635830 h 1854040"/>
                <a:gd name="connsiteX33" fmla="*/ 1223189 w 1258062"/>
                <a:gd name="connsiteY33" fmla="*/ 1687056 h 1854040"/>
                <a:gd name="connsiteX34" fmla="*/ 1213607 w 1258062"/>
                <a:gd name="connsiteY34" fmla="*/ 1710197 h 1854040"/>
                <a:gd name="connsiteX35" fmla="*/ 1152567 w 1258062"/>
                <a:gd name="connsiteY35" fmla="*/ 1745837 h 1854040"/>
                <a:gd name="connsiteX36" fmla="*/ 1106499 w 1258062"/>
                <a:gd name="connsiteY36" fmla="*/ 1703372 h 1854040"/>
                <a:gd name="connsiteX37" fmla="*/ 1025517 w 1258062"/>
                <a:gd name="connsiteY37" fmla="*/ 1479216 h 1854040"/>
                <a:gd name="connsiteX38" fmla="*/ 970513 w 1258062"/>
                <a:gd name="connsiteY38" fmla="*/ 1308405 h 1854040"/>
                <a:gd name="connsiteX39" fmla="*/ 1096385 w 1258062"/>
                <a:gd name="connsiteY39" fmla="*/ 1680736 h 1854040"/>
                <a:gd name="connsiteX40" fmla="*/ 1105107 w 1258062"/>
                <a:gd name="connsiteY40" fmla="*/ 1708687 h 1854040"/>
                <a:gd name="connsiteX41" fmla="*/ 1076649 w 1258062"/>
                <a:gd name="connsiteY41" fmla="*/ 1747032 h 1854040"/>
                <a:gd name="connsiteX42" fmla="*/ 1023161 w 1258062"/>
                <a:gd name="connsiteY42" fmla="*/ 1741509 h 1854040"/>
                <a:gd name="connsiteX43" fmla="*/ 931559 w 1258062"/>
                <a:gd name="connsiteY43" fmla="*/ 1578496 h 1854040"/>
                <a:gd name="connsiteX44" fmla="*/ 426803 w 1258062"/>
                <a:gd name="connsiteY44" fmla="*/ 1240925 h 1854040"/>
                <a:gd name="connsiteX45" fmla="*/ 582773 w 1258062"/>
                <a:gd name="connsiteY45" fmla="*/ 1293701 h 1854040"/>
                <a:gd name="connsiteX46" fmla="*/ 727558 w 1258062"/>
                <a:gd name="connsiteY46" fmla="*/ 1375949 h 1854040"/>
                <a:gd name="connsiteX47" fmla="*/ 857610 w 1258062"/>
                <a:gd name="connsiteY47" fmla="*/ 1486682 h 1854040"/>
                <a:gd name="connsiteX48" fmla="*/ 994971 w 1258062"/>
                <a:gd name="connsiteY48" fmla="*/ 1694806 h 1854040"/>
                <a:gd name="connsiteX49" fmla="*/ 998765 w 1258062"/>
                <a:gd name="connsiteY49" fmla="*/ 1734751 h 1854040"/>
                <a:gd name="connsiteX50" fmla="*/ 941022 w 1258062"/>
                <a:gd name="connsiteY50" fmla="*/ 1747952 h 1854040"/>
                <a:gd name="connsiteX51" fmla="*/ 879017 w 1258062"/>
                <a:gd name="connsiteY51" fmla="*/ 1795594 h 1854040"/>
                <a:gd name="connsiteX52" fmla="*/ 870518 w 1258062"/>
                <a:gd name="connsiteY52" fmla="*/ 1809182 h 1854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58062" h="1854040">
                  <a:moveTo>
                    <a:pt x="870518" y="1809182"/>
                  </a:moveTo>
                  <a:cubicBezTo>
                    <a:pt x="799199" y="1827160"/>
                    <a:pt x="730096" y="1854524"/>
                    <a:pt x="654581" y="1854034"/>
                  </a:cubicBezTo>
                  <a:cubicBezTo>
                    <a:pt x="613292" y="1853765"/>
                    <a:pt x="588413" y="1839828"/>
                    <a:pt x="582950" y="1796308"/>
                  </a:cubicBezTo>
                  <a:cubicBezTo>
                    <a:pt x="578452" y="1760463"/>
                    <a:pt x="571866" y="1724796"/>
                    <a:pt x="564465" y="1689413"/>
                  </a:cubicBezTo>
                  <a:cubicBezTo>
                    <a:pt x="539459" y="1569856"/>
                    <a:pt x="457478" y="1493782"/>
                    <a:pt x="361986" y="1429265"/>
                  </a:cubicBezTo>
                  <a:cubicBezTo>
                    <a:pt x="263371" y="1362639"/>
                    <a:pt x="154972" y="1328137"/>
                    <a:pt x="34723" y="1335887"/>
                  </a:cubicBezTo>
                  <a:cubicBezTo>
                    <a:pt x="23074" y="1336638"/>
                    <a:pt x="8538" y="1342441"/>
                    <a:pt x="1265" y="1327667"/>
                  </a:cubicBezTo>
                  <a:cubicBezTo>
                    <a:pt x="-2993" y="1319017"/>
                    <a:pt x="4422" y="1311944"/>
                    <a:pt x="9872" y="1305761"/>
                  </a:cubicBezTo>
                  <a:cubicBezTo>
                    <a:pt x="117736" y="1183395"/>
                    <a:pt x="238304" y="1077529"/>
                    <a:pt x="387823" y="1007440"/>
                  </a:cubicBezTo>
                  <a:cubicBezTo>
                    <a:pt x="466664" y="970482"/>
                    <a:pt x="545828" y="967264"/>
                    <a:pt x="627520" y="993386"/>
                  </a:cubicBezTo>
                  <a:cubicBezTo>
                    <a:pt x="647279" y="999703"/>
                    <a:pt x="666656" y="1010556"/>
                    <a:pt x="675253" y="977398"/>
                  </a:cubicBezTo>
                  <a:cubicBezTo>
                    <a:pt x="679370" y="961524"/>
                    <a:pt x="699402" y="961019"/>
                    <a:pt x="713740" y="956288"/>
                  </a:cubicBezTo>
                  <a:cubicBezTo>
                    <a:pt x="792694" y="930246"/>
                    <a:pt x="874275" y="913956"/>
                    <a:pt x="966798" y="891139"/>
                  </a:cubicBezTo>
                  <a:cubicBezTo>
                    <a:pt x="917160" y="876263"/>
                    <a:pt x="879969" y="890095"/>
                    <a:pt x="843282" y="892528"/>
                  </a:cubicBezTo>
                  <a:cubicBezTo>
                    <a:pt x="797628" y="895555"/>
                    <a:pt x="752099" y="903704"/>
                    <a:pt x="707143" y="912757"/>
                  </a:cubicBezTo>
                  <a:cubicBezTo>
                    <a:pt x="681674" y="917887"/>
                    <a:pt x="672839" y="915581"/>
                    <a:pt x="675196" y="886078"/>
                  </a:cubicBezTo>
                  <a:cubicBezTo>
                    <a:pt x="679757" y="828984"/>
                    <a:pt x="691169" y="773069"/>
                    <a:pt x="698966" y="716563"/>
                  </a:cubicBezTo>
                  <a:cubicBezTo>
                    <a:pt x="716744" y="587714"/>
                    <a:pt x="706441" y="464464"/>
                    <a:pt x="615514" y="362501"/>
                  </a:cubicBezTo>
                  <a:cubicBezTo>
                    <a:pt x="550951" y="290099"/>
                    <a:pt x="526092" y="210634"/>
                    <a:pt x="550313" y="115926"/>
                  </a:cubicBezTo>
                  <a:cubicBezTo>
                    <a:pt x="558778" y="82827"/>
                    <a:pt x="543731" y="53318"/>
                    <a:pt x="524510" y="17968"/>
                  </a:cubicBezTo>
                  <a:cubicBezTo>
                    <a:pt x="684967" y="-1909"/>
                    <a:pt x="839980" y="-27009"/>
                    <a:pt x="992164" y="75626"/>
                  </a:cubicBezTo>
                  <a:cubicBezTo>
                    <a:pt x="898664" y="99248"/>
                    <a:pt x="816191" y="125590"/>
                    <a:pt x="737839" y="163124"/>
                  </a:cubicBezTo>
                  <a:cubicBezTo>
                    <a:pt x="701381" y="162959"/>
                    <a:pt x="693120" y="125966"/>
                    <a:pt x="672725" y="114316"/>
                  </a:cubicBezTo>
                  <a:cubicBezTo>
                    <a:pt x="817513" y="261644"/>
                    <a:pt x="901030" y="456252"/>
                    <a:pt x="963744" y="649693"/>
                  </a:cubicBezTo>
                  <a:cubicBezTo>
                    <a:pt x="1007595" y="784953"/>
                    <a:pt x="1040695" y="922865"/>
                    <a:pt x="1065936" y="1062733"/>
                  </a:cubicBezTo>
                  <a:cubicBezTo>
                    <a:pt x="1070656" y="1088881"/>
                    <a:pt x="1079638" y="1113795"/>
                    <a:pt x="1089804" y="1138266"/>
                  </a:cubicBezTo>
                  <a:cubicBezTo>
                    <a:pt x="1090609" y="1140958"/>
                    <a:pt x="1091241" y="1143913"/>
                    <a:pt x="1090096" y="1146292"/>
                  </a:cubicBezTo>
                  <a:cubicBezTo>
                    <a:pt x="1070965" y="1185998"/>
                    <a:pt x="1075177" y="1193235"/>
                    <a:pt x="1119921" y="1196378"/>
                  </a:cubicBezTo>
                  <a:cubicBezTo>
                    <a:pt x="1126729" y="1196855"/>
                    <a:pt x="1133653" y="1195796"/>
                    <a:pt x="1140290" y="1198366"/>
                  </a:cubicBezTo>
                  <a:cubicBezTo>
                    <a:pt x="1149552" y="1204270"/>
                    <a:pt x="1153550" y="1212981"/>
                    <a:pt x="1153916" y="1223643"/>
                  </a:cubicBezTo>
                  <a:cubicBezTo>
                    <a:pt x="1143624" y="1252434"/>
                    <a:pt x="1168426" y="1268868"/>
                    <a:pt x="1177724" y="1290826"/>
                  </a:cubicBezTo>
                  <a:cubicBezTo>
                    <a:pt x="1168401" y="1340815"/>
                    <a:pt x="1183253" y="1382845"/>
                    <a:pt x="1215066" y="1422088"/>
                  </a:cubicBezTo>
                  <a:cubicBezTo>
                    <a:pt x="1267809" y="1487151"/>
                    <a:pt x="1266400" y="1560423"/>
                    <a:pt x="1240945" y="1635830"/>
                  </a:cubicBezTo>
                  <a:cubicBezTo>
                    <a:pt x="1235164" y="1652960"/>
                    <a:pt x="1226731" y="1669164"/>
                    <a:pt x="1223189" y="1687056"/>
                  </a:cubicBezTo>
                  <a:cubicBezTo>
                    <a:pt x="1220955" y="1695156"/>
                    <a:pt x="1217460" y="1702753"/>
                    <a:pt x="1213607" y="1710197"/>
                  </a:cubicBezTo>
                  <a:cubicBezTo>
                    <a:pt x="1200786" y="1734961"/>
                    <a:pt x="1180704" y="1747290"/>
                    <a:pt x="1152567" y="1745837"/>
                  </a:cubicBezTo>
                  <a:cubicBezTo>
                    <a:pt x="1125477" y="1744436"/>
                    <a:pt x="1113951" y="1724907"/>
                    <a:pt x="1106499" y="1703372"/>
                  </a:cubicBezTo>
                  <a:cubicBezTo>
                    <a:pt x="1080512" y="1628279"/>
                    <a:pt x="1051379" y="1554331"/>
                    <a:pt x="1025517" y="1479216"/>
                  </a:cubicBezTo>
                  <a:cubicBezTo>
                    <a:pt x="1006046" y="1422664"/>
                    <a:pt x="985942" y="1366279"/>
                    <a:pt x="970513" y="1308405"/>
                  </a:cubicBezTo>
                  <a:cubicBezTo>
                    <a:pt x="1005199" y="1434974"/>
                    <a:pt x="1052368" y="1557321"/>
                    <a:pt x="1096385" y="1680736"/>
                  </a:cubicBezTo>
                  <a:cubicBezTo>
                    <a:pt x="1099668" y="1689939"/>
                    <a:pt x="1102405" y="1699310"/>
                    <a:pt x="1105107" y="1708687"/>
                  </a:cubicBezTo>
                  <a:cubicBezTo>
                    <a:pt x="1112352" y="1733832"/>
                    <a:pt x="1101608" y="1745871"/>
                    <a:pt x="1076649" y="1747032"/>
                  </a:cubicBezTo>
                  <a:cubicBezTo>
                    <a:pt x="1058572" y="1747872"/>
                    <a:pt x="1040332" y="1749676"/>
                    <a:pt x="1023161" y="1741509"/>
                  </a:cubicBezTo>
                  <a:cubicBezTo>
                    <a:pt x="989367" y="1689054"/>
                    <a:pt x="966948" y="1630291"/>
                    <a:pt x="931559" y="1578496"/>
                  </a:cubicBezTo>
                  <a:cubicBezTo>
                    <a:pt x="808359" y="1398195"/>
                    <a:pt x="634312" y="1294620"/>
                    <a:pt x="426803" y="1240925"/>
                  </a:cubicBezTo>
                  <a:cubicBezTo>
                    <a:pt x="479921" y="1254986"/>
                    <a:pt x="531812" y="1272933"/>
                    <a:pt x="582773" y="1293701"/>
                  </a:cubicBezTo>
                  <a:cubicBezTo>
                    <a:pt x="634633" y="1314834"/>
                    <a:pt x="681871" y="1344107"/>
                    <a:pt x="727558" y="1375949"/>
                  </a:cubicBezTo>
                  <a:cubicBezTo>
                    <a:pt x="774443" y="1408627"/>
                    <a:pt x="818816" y="1444423"/>
                    <a:pt x="857610" y="1486682"/>
                  </a:cubicBezTo>
                  <a:cubicBezTo>
                    <a:pt x="914544" y="1548701"/>
                    <a:pt x="959444" y="1618677"/>
                    <a:pt x="994971" y="1694806"/>
                  </a:cubicBezTo>
                  <a:cubicBezTo>
                    <a:pt x="1000907" y="1707525"/>
                    <a:pt x="1006136" y="1720592"/>
                    <a:pt x="998765" y="1734751"/>
                  </a:cubicBezTo>
                  <a:cubicBezTo>
                    <a:pt x="982561" y="1752230"/>
                    <a:pt x="960841" y="1748913"/>
                    <a:pt x="941022" y="1747952"/>
                  </a:cubicBezTo>
                  <a:cubicBezTo>
                    <a:pt x="905748" y="1746241"/>
                    <a:pt x="882195" y="1756678"/>
                    <a:pt x="879017" y="1795594"/>
                  </a:cubicBezTo>
                  <a:cubicBezTo>
                    <a:pt x="878568" y="1801065"/>
                    <a:pt x="874738" y="1805509"/>
                    <a:pt x="870518" y="1809182"/>
                  </a:cubicBezTo>
                  <a:close/>
                </a:path>
              </a:pathLst>
            </a:custGeom>
            <a:solidFill>
              <a:srgbClr val="9EAB4C"/>
            </a:solidFill>
            <a:ln w="1429" cap="flat">
              <a:noFill/>
              <a:prstDash val="solid"/>
              <a:miter/>
            </a:ln>
          </p:spPr>
          <p:txBody>
            <a:bodyPr rtlCol="0" anchor="ctr"/>
            <a:lstStyle/>
            <a:p>
              <a:endParaRPr lang="en-IN"/>
            </a:p>
          </p:txBody>
        </p:sp>
        <p:sp>
          <p:nvSpPr>
            <p:cNvPr id="26" name="Freeform: Shape 25">
              <a:extLst>
                <a:ext uri="{FF2B5EF4-FFF2-40B4-BE49-F238E27FC236}">
                  <a16:creationId xmlns:a16="http://schemas.microsoft.com/office/drawing/2014/main" id="{CD6D7B41-7A18-7F1C-FC8E-C5A136521996}"/>
                </a:ext>
              </a:extLst>
            </p:cNvPr>
            <p:cNvSpPr/>
            <p:nvPr/>
          </p:nvSpPr>
          <p:spPr>
            <a:xfrm>
              <a:off x="5704459" y="3175199"/>
              <a:ext cx="1173369" cy="1263409"/>
            </a:xfrm>
            <a:custGeom>
              <a:avLst/>
              <a:gdLst>
                <a:gd name="connsiteX0" fmla="*/ 1093537 w 1173369"/>
                <a:gd name="connsiteY0" fmla="*/ 444473 h 1263409"/>
                <a:gd name="connsiteX1" fmla="*/ 1169387 w 1173369"/>
                <a:gd name="connsiteY1" fmla="*/ 591497 h 1263409"/>
                <a:gd name="connsiteX2" fmla="*/ 1131605 w 1173369"/>
                <a:gd name="connsiteY2" fmla="*/ 673492 h 1263409"/>
                <a:gd name="connsiteX3" fmla="*/ 1104925 w 1173369"/>
                <a:gd name="connsiteY3" fmla="*/ 697076 h 1263409"/>
                <a:gd name="connsiteX4" fmla="*/ 942929 w 1173369"/>
                <a:gd name="connsiteY4" fmla="*/ 770033 h 1263409"/>
                <a:gd name="connsiteX5" fmla="*/ 928070 w 1173369"/>
                <a:gd name="connsiteY5" fmla="*/ 781316 h 1263409"/>
                <a:gd name="connsiteX6" fmla="*/ 927773 w 1173369"/>
                <a:gd name="connsiteY6" fmla="*/ 865048 h 1263409"/>
                <a:gd name="connsiteX7" fmla="*/ 601894 w 1173369"/>
                <a:gd name="connsiteY7" fmla="*/ 1232355 h 1263409"/>
                <a:gd name="connsiteX8" fmla="*/ 363217 w 1173369"/>
                <a:gd name="connsiteY8" fmla="*/ 1260951 h 1263409"/>
                <a:gd name="connsiteX9" fmla="*/ 92005 w 1173369"/>
                <a:gd name="connsiteY9" fmla="*/ 1047837 h 1263409"/>
                <a:gd name="connsiteX10" fmla="*/ 2774 w 1173369"/>
                <a:gd name="connsiteY10" fmla="*/ 614029 h 1263409"/>
                <a:gd name="connsiteX11" fmla="*/ 0 w 1173369"/>
                <a:gd name="connsiteY11" fmla="*/ 581102 h 1263409"/>
                <a:gd name="connsiteX12" fmla="*/ 39292 w 1173369"/>
                <a:gd name="connsiteY12" fmla="*/ 302268 h 1263409"/>
                <a:gd name="connsiteX13" fmla="*/ 39526 w 1173369"/>
                <a:gd name="connsiteY13" fmla="*/ 241384 h 1263409"/>
                <a:gd name="connsiteX14" fmla="*/ 84402 w 1173369"/>
                <a:gd name="connsiteY14" fmla="*/ 142588 h 1263409"/>
                <a:gd name="connsiteX15" fmla="*/ 126602 w 1173369"/>
                <a:gd name="connsiteY15" fmla="*/ 114520 h 1263409"/>
                <a:gd name="connsiteX16" fmla="*/ 322345 w 1173369"/>
                <a:gd name="connsiteY16" fmla="*/ 79139 h 1263409"/>
                <a:gd name="connsiteX17" fmla="*/ 500788 w 1173369"/>
                <a:gd name="connsiteY17" fmla="*/ 19698 h 1263409"/>
                <a:gd name="connsiteX18" fmla="*/ 535153 w 1173369"/>
                <a:gd name="connsiteY18" fmla="*/ 21382 h 1263409"/>
                <a:gd name="connsiteX19" fmla="*/ 527266 w 1173369"/>
                <a:gd name="connsiteY19" fmla="*/ 55316 h 1263409"/>
                <a:gd name="connsiteX20" fmla="*/ 475162 w 1173369"/>
                <a:gd name="connsiteY20" fmla="*/ 115000 h 1263409"/>
                <a:gd name="connsiteX21" fmla="*/ 462602 w 1173369"/>
                <a:gd name="connsiteY21" fmla="*/ 141667 h 1263409"/>
                <a:gd name="connsiteX22" fmla="*/ 493878 w 1173369"/>
                <a:gd name="connsiteY22" fmla="*/ 144316 h 1263409"/>
                <a:gd name="connsiteX23" fmla="*/ 565109 w 1173369"/>
                <a:gd name="connsiteY23" fmla="*/ 101985 h 1263409"/>
                <a:gd name="connsiteX24" fmla="*/ 634839 w 1173369"/>
                <a:gd name="connsiteY24" fmla="*/ 18999 h 1263409"/>
                <a:gd name="connsiteX25" fmla="*/ 682634 w 1173369"/>
                <a:gd name="connsiteY25" fmla="*/ 10254 h 1263409"/>
                <a:gd name="connsiteX26" fmla="*/ 739890 w 1173369"/>
                <a:gd name="connsiteY26" fmla="*/ 44186 h 1263409"/>
                <a:gd name="connsiteX27" fmla="*/ 744423 w 1173369"/>
                <a:gd name="connsiteY27" fmla="*/ 79437 h 1263409"/>
                <a:gd name="connsiteX28" fmla="*/ 711384 w 1173369"/>
                <a:gd name="connsiteY28" fmla="*/ 143488 h 1263409"/>
                <a:gd name="connsiteX29" fmla="*/ 787263 w 1173369"/>
                <a:gd name="connsiteY29" fmla="*/ 150577 h 1263409"/>
                <a:gd name="connsiteX30" fmla="*/ 838032 w 1173369"/>
                <a:gd name="connsiteY30" fmla="*/ 187070 h 1263409"/>
                <a:gd name="connsiteX31" fmla="*/ 903217 w 1173369"/>
                <a:gd name="connsiteY31" fmla="*/ 383237 h 1263409"/>
                <a:gd name="connsiteX32" fmla="*/ 906532 w 1173369"/>
                <a:gd name="connsiteY32" fmla="*/ 487505 h 1263409"/>
                <a:gd name="connsiteX33" fmla="*/ 889320 w 1173369"/>
                <a:gd name="connsiteY33" fmla="*/ 534133 h 1263409"/>
                <a:gd name="connsiteX34" fmla="*/ 912057 w 1173369"/>
                <a:gd name="connsiteY34" fmla="*/ 564345 h 1263409"/>
                <a:gd name="connsiteX35" fmla="*/ 932694 w 1173369"/>
                <a:gd name="connsiteY35" fmla="*/ 543295 h 1263409"/>
                <a:gd name="connsiteX36" fmla="*/ 958224 w 1173369"/>
                <a:gd name="connsiteY36" fmla="*/ 486290 h 1263409"/>
                <a:gd name="connsiteX37" fmla="*/ 1093537 w 1173369"/>
                <a:gd name="connsiteY37" fmla="*/ 444473 h 1263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73369" h="1263409">
                  <a:moveTo>
                    <a:pt x="1093537" y="444473"/>
                  </a:moveTo>
                  <a:cubicBezTo>
                    <a:pt x="1153705" y="465184"/>
                    <a:pt x="1184994" y="522596"/>
                    <a:pt x="1169387" y="591497"/>
                  </a:cubicBezTo>
                  <a:cubicBezTo>
                    <a:pt x="1162794" y="620606"/>
                    <a:pt x="1154378" y="650892"/>
                    <a:pt x="1131605" y="673492"/>
                  </a:cubicBezTo>
                  <a:cubicBezTo>
                    <a:pt x="1116073" y="673790"/>
                    <a:pt x="1112710" y="688152"/>
                    <a:pt x="1104925" y="697076"/>
                  </a:cubicBezTo>
                  <a:cubicBezTo>
                    <a:pt x="1062029" y="746261"/>
                    <a:pt x="1013586" y="782689"/>
                    <a:pt x="942929" y="770033"/>
                  </a:cubicBezTo>
                  <a:cubicBezTo>
                    <a:pt x="933791" y="768395"/>
                    <a:pt x="931466" y="775511"/>
                    <a:pt x="928070" y="781316"/>
                  </a:cubicBezTo>
                  <a:cubicBezTo>
                    <a:pt x="927971" y="809226"/>
                    <a:pt x="927871" y="837137"/>
                    <a:pt x="927773" y="865048"/>
                  </a:cubicBezTo>
                  <a:cubicBezTo>
                    <a:pt x="911709" y="1069575"/>
                    <a:pt x="775458" y="1167767"/>
                    <a:pt x="601894" y="1232355"/>
                  </a:cubicBezTo>
                  <a:cubicBezTo>
                    <a:pt x="524826" y="1261034"/>
                    <a:pt x="444313" y="1267783"/>
                    <a:pt x="363217" y="1260951"/>
                  </a:cubicBezTo>
                  <a:cubicBezTo>
                    <a:pt x="226944" y="1249471"/>
                    <a:pt x="145198" y="1164317"/>
                    <a:pt x="92005" y="1047837"/>
                  </a:cubicBezTo>
                  <a:cubicBezTo>
                    <a:pt x="29299" y="910526"/>
                    <a:pt x="4181" y="764481"/>
                    <a:pt x="2774" y="614029"/>
                  </a:cubicBezTo>
                  <a:cubicBezTo>
                    <a:pt x="2671" y="603032"/>
                    <a:pt x="4938" y="591730"/>
                    <a:pt x="0" y="581102"/>
                  </a:cubicBezTo>
                  <a:cubicBezTo>
                    <a:pt x="5043" y="487022"/>
                    <a:pt x="22063" y="394630"/>
                    <a:pt x="39292" y="302268"/>
                  </a:cubicBezTo>
                  <a:cubicBezTo>
                    <a:pt x="30358" y="281927"/>
                    <a:pt x="32738" y="262049"/>
                    <a:pt x="39526" y="241384"/>
                  </a:cubicBezTo>
                  <a:cubicBezTo>
                    <a:pt x="50909" y="206734"/>
                    <a:pt x="67424" y="174588"/>
                    <a:pt x="84402" y="142588"/>
                  </a:cubicBezTo>
                  <a:cubicBezTo>
                    <a:pt x="93344" y="125735"/>
                    <a:pt x="105240" y="111781"/>
                    <a:pt x="126602" y="114520"/>
                  </a:cubicBezTo>
                  <a:cubicBezTo>
                    <a:pt x="195657" y="123373"/>
                    <a:pt x="258709" y="98736"/>
                    <a:pt x="322345" y="79139"/>
                  </a:cubicBezTo>
                  <a:cubicBezTo>
                    <a:pt x="382239" y="60695"/>
                    <a:pt x="441589" y="40372"/>
                    <a:pt x="500788" y="19698"/>
                  </a:cubicBezTo>
                  <a:cubicBezTo>
                    <a:pt x="512216" y="15707"/>
                    <a:pt x="525685" y="8212"/>
                    <a:pt x="535153" y="21382"/>
                  </a:cubicBezTo>
                  <a:cubicBezTo>
                    <a:pt x="544238" y="34023"/>
                    <a:pt x="533967" y="45067"/>
                    <a:pt x="527266" y="55316"/>
                  </a:cubicBezTo>
                  <a:cubicBezTo>
                    <a:pt x="512696" y="77606"/>
                    <a:pt x="494331" y="96615"/>
                    <a:pt x="475162" y="115000"/>
                  </a:cubicBezTo>
                  <a:cubicBezTo>
                    <a:pt x="467791" y="122069"/>
                    <a:pt x="453604" y="129053"/>
                    <a:pt x="462602" y="141667"/>
                  </a:cubicBezTo>
                  <a:cubicBezTo>
                    <a:pt x="469900" y="151893"/>
                    <a:pt x="483182" y="147344"/>
                    <a:pt x="493878" y="144316"/>
                  </a:cubicBezTo>
                  <a:cubicBezTo>
                    <a:pt x="521324" y="136550"/>
                    <a:pt x="544056" y="120653"/>
                    <a:pt x="565109" y="101985"/>
                  </a:cubicBezTo>
                  <a:cubicBezTo>
                    <a:pt x="592439" y="77748"/>
                    <a:pt x="614511" y="49057"/>
                    <a:pt x="634839" y="18999"/>
                  </a:cubicBezTo>
                  <a:cubicBezTo>
                    <a:pt x="648117" y="-637"/>
                    <a:pt x="662704" y="-7517"/>
                    <a:pt x="682634" y="10254"/>
                  </a:cubicBezTo>
                  <a:cubicBezTo>
                    <a:pt x="699465" y="25265"/>
                    <a:pt x="719392" y="35055"/>
                    <a:pt x="739890" y="44186"/>
                  </a:cubicBezTo>
                  <a:cubicBezTo>
                    <a:pt x="759223" y="52799"/>
                    <a:pt x="760073" y="66052"/>
                    <a:pt x="744423" y="79437"/>
                  </a:cubicBezTo>
                  <a:cubicBezTo>
                    <a:pt x="724246" y="96693"/>
                    <a:pt x="695243" y="114913"/>
                    <a:pt x="711384" y="143488"/>
                  </a:cubicBezTo>
                  <a:cubicBezTo>
                    <a:pt x="728355" y="173529"/>
                    <a:pt x="761097" y="156031"/>
                    <a:pt x="787263" y="150577"/>
                  </a:cubicBezTo>
                  <a:cubicBezTo>
                    <a:pt x="826582" y="142381"/>
                    <a:pt x="836411" y="147662"/>
                    <a:pt x="838032" y="187070"/>
                  </a:cubicBezTo>
                  <a:cubicBezTo>
                    <a:pt x="840991" y="258976"/>
                    <a:pt x="867077" y="323212"/>
                    <a:pt x="903217" y="383237"/>
                  </a:cubicBezTo>
                  <a:cubicBezTo>
                    <a:pt x="924851" y="419168"/>
                    <a:pt x="931962" y="451373"/>
                    <a:pt x="906532" y="487505"/>
                  </a:cubicBezTo>
                  <a:cubicBezTo>
                    <a:pt x="896967" y="501096"/>
                    <a:pt x="890662" y="517111"/>
                    <a:pt x="889320" y="534133"/>
                  </a:cubicBezTo>
                  <a:cubicBezTo>
                    <a:pt x="888033" y="550453"/>
                    <a:pt x="896594" y="561239"/>
                    <a:pt x="912057" y="564345"/>
                  </a:cubicBezTo>
                  <a:cubicBezTo>
                    <a:pt x="927797" y="567505"/>
                    <a:pt x="929215" y="553282"/>
                    <a:pt x="932694" y="543295"/>
                  </a:cubicBezTo>
                  <a:cubicBezTo>
                    <a:pt x="939578" y="523529"/>
                    <a:pt x="946213" y="503769"/>
                    <a:pt x="958224" y="486290"/>
                  </a:cubicBezTo>
                  <a:cubicBezTo>
                    <a:pt x="989583" y="440648"/>
                    <a:pt x="1039384" y="425187"/>
                    <a:pt x="1093537" y="444473"/>
                  </a:cubicBezTo>
                  <a:close/>
                </a:path>
              </a:pathLst>
            </a:custGeom>
            <a:solidFill>
              <a:srgbClr val="F9B38A"/>
            </a:solidFill>
            <a:ln w="1429"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A4F44BB2-2A88-551C-E18F-637450ECCB70}"/>
                </a:ext>
              </a:extLst>
            </p:cNvPr>
            <p:cNvSpPr/>
            <p:nvPr/>
          </p:nvSpPr>
          <p:spPr>
            <a:xfrm>
              <a:off x="2451729" y="6193157"/>
              <a:ext cx="7174031" cy="251804"/>
            </a:xfrm>
            <a:custGeom>
              <a:avLst/>
              <a:gdLst>
                <a:gd name="connsiteX0" fmla="*/ 1736501 w 7174031"/>
                <a:gd name="connsiteY0" fmla="*/ 7038 h 251804"/>
                <a:gd name="connsiteX1" fmla="*/ 1751538 w 7174031"/>
                <a:gd name="connsiteY1" fmla="*/ 28856 h 251804"/>
                <a:gd name="connsiteX2" fmla="*/ 1746532 w 7174031"/>
                <a:gd name="connsiteY2" fmla="*/ 53336 h 251804"/>
                <a:gd name="connsiteX3" fmla="*/ 1817390 w 7174031"/>
                <a:gd name="connsiteY3" fmla="*/ 134257 h 251804"/>
                <a:gd name="connsiteX4" fmla="*/ 4037932 w 7174031"/>
                <a:gd name="connsiteY4" fmla="*/ 134518 h 251804"/>
                <a:gd name="connsiteX5" fmla="*/ 4121305 w 7174031"/>
                <a:gd name="connsiteY5" fmla="*/ 131221 h 251804"/>
                <a:gd name="connsiteX6" fmla="*/ 4175486 w 7174031"/>
                <a:gd name="connsiteY6" fmla="*/ 68813 h 251804"/>
                <a:gd name="connsiteX7" fmla="*/ 4437994 w 7174031"/>
                <a:gd name="connsiteY7" fmla="*/ 88303 h 251804"/>
                <a:gd name="connsiteX8" fmla="*/ 4792677 w 7174031"/>
                <a:gd name="connsiteY8" fmla="*/ 103391 h 251804"/>
                <a:gd name="connsiteX9" fmla="*/ 5047362 w 7174031"/>
                <a:gd name="connsiteY9" fmla="*/ 110626 h 251804"/>
                <a:gd name="connsiteX10" fmla="*/ 5131875 w 7174031"/>
                <a:gd name="connsiteY10" fmla="*/ 61186 h 251804"/>
                <a:gd name="connsiteX11" fmla="*/ 5162572 w 7174031"/>
                <a:gd name="connsiteY11" fmla="*/ 6053 h 251804"/>
                <a:gd name="connsiteX12" fmla="*/ 5711545 w 7174031"/>
                <a:gd name="connsiteY12" fmla="*/ 14689 h 251804"/>
                <a:gd name="connsiteX13" fmla="*/ 5725352 w 7174031"/>
                <a:gd name="connsiteY13" fmla="*/ 39608 h 251804"/>
                <a:gd name="connsiteX14" fmla="*/ 5819439 w 7174031"/>
                <a:gd name="connsiteY14" fmla="*/ 110804 h 251804"/>
                <a:gd name="connsiteX15" fmla="*/ 6669326 w 7174031"/>
                <a:gd name="connsiteY15" fmla="*/ 110577 h 251804"/>
                <a:gd name="connsiteX16" fmla="*/ 6739236 w 7174031"/>
                <a:gd name="connsiteY16" fmla="*/ 92592 h 251804"/>
                <a:gd name="connsiteX17" fmla="*/ 6784997 w 7174031"/>
                <a:gd name="connsiteY17" fmla="*/ 55615 h 251804"/>
                <a:gd name="connsiteX18" fmla="*/ 7174032 w 7174031"/>
                <a:gd name="connsiteY18" fmla="*/ 104624 h 251804"/>
                <a:gd name="connsiteX19" fmla="*/ 7051945 w 7174031"/>
                <a:gd name="connsiteY19" fmla="*/ 138386 h 251804"/>
                <a:gd name="connsiteX20" fmla="*/ 6753391 w 7174031"/>
                <a:gd name="connsiteY20" fmla="*/ 165811 h 251804"/>
                <a:gd name="connsiteX21" fmla="*/ 6224860 w 7174031"/>
                <a:gd name="connsiteY21" fmla="*/ 198535 h 251804"/>
                <a:gd name="connsiteX22" fmla="*/ 5995253 w 7174031"/>
                <a:gd name="connsiteY22" fmla="*/ 205971 h 251804"/>
                <a:gd name="connsiteX23" fmla="*/ 5623533 w 7174031"/>
                <a:gd name="connsiteY23" fmla="*/ 216809 h 251804"/>
                <a:gd name="connsiteX24" fmla="*/ 4863157 w 7174031"/>
                <a:gd name="connsiteY24" fmla="*/ 236069 h 251804"/>
                <a:gd name="connsiteX25" fmla="*/ 4449389 w 7174031"/>
                <a:gd name="connsiteY25" fmla="*/ 242082 h 251804"/>
                <a:gd name="connsiteX26" fmla="*/ 2804988 w 7174031"/>
                <a:gd name="connsiteY26" fmla="*/ 247481 h 251804"/>
                <a:gd name="connsiteX27" fmla="*/ 2286695 w 7174031"/>
                <a:gd name="connsiteY27" fmla="*/ 239236 h 251804"/>
                <a:gd name="connsiteX28" fmla="*/ 1906403 w 7174031"/>
                <a:gd name="connsiteY28" fmla="*/ 232298 h 251804"/>
                <a:gd name="connsiteX29" fmla="*/ 1342761 w 7174031"/>
                <a:gd name="connsiteY29" fmla="*/ 214752 h 251804"/>
                <a:gd name="connsiteX30" fmla="*/ 929805 w 7174031"/>
                <a:gd name="connsiteY30" fmla="*/ 198411 h 251804"/>
                <a:gd name="connsiteX31" fmla="*/ 367808 w 7174031"/>
                <a:gd name="connsiteY31" fmla="*/ 165064 h 251804"/>
                <a:gd name="connsiteX32" fmla="*/ 49167 w 7174031"/>
                <a:gd name="connsiteY32" fmla="*/ 131086 h 251804"/>
                <a:gd name="connsiteX33" fmla="*/ 0 w 7174031"/>
                <a:gd name="connsiteY33" fmla="*/ 110367 h 251804"/>
                <a:gd name="connsiteX34" fmla="*/ 48634 w 7174031"/>
                <a:gd name="connsiteY34" fmla="*/ 91324 h 251804"/>
                <a:gd name="connsiteX35" fmla="*/ 308462 w 7174031"/>
                <a:gd name="connsiteY35" fmla="*/ 57923 h 251804"/>
                <a:gd name="connsiteX36" fmla="*/ 330148 w 7174031"/>
                <a:gd name="connsiteY36" fmla="*/ 47949 h 251804"/>
                <a:gd name="connsiteX37" fmla="*/ 351011 w 7174031"/>
                <a:gd name="connsiteY37" fmla="*/ 59825 h 251804"/>
                <a:gd name="connsiteX38" fmla="*/ 431741 w 7174031"/>
                <a:gd name="connsiteY38" fmla="*/ 94743 h 251804"/>
                <a:gd name="connsiteX39" fmla="*/ 844580 w 7174031"/>
                <a:gd name="connsiteY39" fmla="*/ 95677 h 251804"/>
                <a:gd name="connsiteX40" fmla="*/ 949678 w 7174031"/>
                <a:gd name="connsiteY40" fmla="*/ 31756 h 251804"/>
                <a:gd name="connsiteX41" fmla="*/ 981675 w 7174031"/>
                <a:gd name="connsiteY41" fmla="*/ 24440 h 251804"/>
                <a:gd name="connsiteX42" fmla="*/ 1268234 w 7174031"/>
                <a:gd name="connsiteY42" fmla="*/ 14843 h 251804"/>
                <a:gd name="connsiteX43" fmla="*/ 1687507 w 7174031"/>
                <a:gd name="connsiteY43" fmla="*/ 239 h 251804"/>
                <a:gd name="connsiteX44" fmla="*/ 1736501 w 7174031"/>
                <a:gd name="connsiteY44" fmla="*/ 7038 h 251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7174031" h="251804">
                  <a:moveTo>
                    <a:pt x="1736501" y="7038"/>
                  </a:moveTo>
                  <a:cubicBezTo>
                    <a:pt x="1746456" y="10913"/>
                    <a:pt x="1753157" y="17329"/>
                    <a:pt x="1751538" y="28856"/>
                  </a:cubicBezTo>
                  <a:cubicBezTo>
                    <a:pt x="1750381" y="37089"/>
                    <a:pt x="1747430" y="45093"/>
                    <a:pt x="1746532" y="53336"/>
                  </a:cubicBezTo>
                  <a:cubicBezTo>
                    <a:pt x="1738602" y="126112"/>
                    <a:pt x="1746017" y="134248"/>
                    <a:pt x="1817390" y="134257"/>
                  </a:cubicBezTo>
                  <a:cubicBezTo>
                    <a:pt x="2557570" y="134347"/>
                    <a:pt x="3297752" y="134553"/>
                    <a:pt x="4037932" y="134518"/>
                  </a:cubicBezTo>
                  <a:cubicBezTo>
                    <a:pt x="4065724" y="134516"/>
                    <a:pt x="4093515" y="132368"/>
                    <a:pt x="4121305" y="131221"/>
                  </a:cubicBezTo>
                  <a:cubicBezTo>
                    <a:pt x="4137653" y="108977"/>
                    <a:pt x="4144943" y="78863"/>
                    <a:pt x="4175486" y="68813"/>
                  </a:cubicBezTo>
                  <a:cubicBezTo>
                    <a:pt x="4263300" y="71286"/>
                    <a:pt x="4350405" y="82761"/>
                    <a:pt x="4437994" y="88303"/>
                  </a:cubicBezTo>
                  <a:cubicBezTo>
                    <a:pt x="4556161" y="95778"/>
                    <a:pt x="4674130" y="104041"/>
                    <a:pt x="4792677" y="103391"/>
                  </a:cubicBezTo>
                  <a:cubicBezTo>
                    <a:pt x="4877593" y="102924"/>
                    <a:pt x="4962886" y="97213"/>
                    <a:pt x="5047362" y="110626"/>
                  </a:cubicBezTo>
                  <a:cubicBezTo>
                    <a:pt x="5090152" y="117420"/>
                    <a:pt x="5116836" y="100050"/>
                    <a:pt x="5131875" y="61186"/>
                  </a:cubicBezTo>
                  <a:cubicBezTo>
                    <a:pt x="5139736" y="41505"/>
                    <a:pt x="5143142" y="19303"/>
                    <a:pt x="5162572" y="6053"/>
                  </a:cubicBezTo>
                  <a:cubicBezTo>
                    <a:pt x="5345562" y="8932"/>
                    <a:pt x="5528553" y="11810"/>
                    <a:pt x="5711545" y="14689"/>
                  </a:cubicBezTo>
                  <a:cubicBezTo>
                    <a:pt x="5720520" y="20579"/>
                    <a:pt x="5722624" y="30181"/>
                    <a:pt x="5725352" y="39608"/>
                  </a:cubicBezTo>
                  <a:cubicBezTo>
                    <a:pt x="5743349" y="101796"/>
                    <a:pt x="5754376" y="110731"/>
                    <a:pt x="5819439" y="110804"/>
                  </a:cubicBezTo>
                  <a:cubicBezTo>
                    <a:pt x="6102735" y="111117"/>
                    <a:pt x="6386032" y="111166"/>
                    <a:pt x="6669326" y="110577"/>
                  </a:cubicBezTo>
                  <a:cubicBezTo>
                    <a:pt x="6693594" y="110527"/>
                    <a:pt x="6720416" y="115594"/>
                    <a:pt x="6739236" y="92592"/>
                  </a:cubicBezTo>
                  <a:cubicBezTo>
                    <a:pt x="6755929" y="82125"/>
                    <a:pt x="6770514" y="68933"/>
                    <a:pt x="6784997" y="55615"/>
                  </a:cubicBezTo>
                  <a:cubicBezTo>
                    <a:pt x="6912651" y="65005"/>
                    <a:pt x="7041349" y="66700"/>
                    <a:pt x="7174032" y="104624"/>
                  </a:cubicBezTo>
                  <a:cubicBezTo>
                    <a:pt x="7131348" y="132273"/>
                    <a:pt x="7090198" y="133728"/>
                    <a:pt x="7051945" y="138386"/>
                  </a:cubicBezTo>
                  <a:cubicBezTo>
                    <a:pt x="6952778" y="150465"/>
                    <a:pt x="6853084" y="158932"/>
                    <a:pt x="6753391" y="165811"/>
                  </a:cubicBezTo>
                  <a:cubicBezTo>
                    <a:pt x="6577299" y="177959"/>
                    <a:pt x="6401071" y="188197"/>
                    <a:pt x="6224860" y="198535"/>
                  </a:cubicBezTo>
                  <a:cubicBezTo>
                    <a:pt x="6148431" y="203018"/>
                    <a:pt x="6071901" y="200789"/>
                    <a:pt x="5995253" y="205971"/>
                  </a:cubicBezTo>
                  <a:cubicBezTo>
                    <a:pt x="5871669" y="214325"/>
                    <a:pt x="5747434" y="212564"/>
                    <a:pt x="5623533" y="216809"/>
                  </a:cubicBezTo>
                  <a:cubicBezTo>
                    <a:pt x="5370118" y="225492"/>
                    <a:pt x="5116605" y="229781"/>
                    <a:pt x="4863157" y="236069"/>
                  </a:cubicBezTo>
                  <a:cubicBezTo>
                    <a:pt x="4725204" y="239491"/>
                    <a:pt x="4587265" y="237907"/>
                    <a:pt x="4449389" y="242082"/>
                  </a:cubicBezTo>
                  <a:cubicBezTo>
                    <a:pt x="3901314" y="258676"/>
                    <a:pt x="3353105" y="249426"/>
                    <a:pt x="2804988" y="247481"/>
                  </a:cubicBezTo>
                  <a:cubicBezTo>
                    <a:pt x="2632309" y="246867"/>
                    <a:pt x="2459158" y="248130"/>
                    <a:pt x="2286695" y="239236"/>
                  </a:cubicBezTo>
                  <a:cubicBezTo>
                    <a:pt x="2159792" y="232693"/>
                    <a:pt x="2033041" y="238006"/>
                    <a:pt x="1906403" y="232298"/>
                  </a:cubicBezTo>
                  <a:cubicBezTo>
                    <a:pt x="1718582" y="223834"/>
                    <a:pt x="1530615" y="220983"/>
                    <a:pt x="1342761" y="214752"/>
                  </a:cubicBezTo>
                  <a:cubicBezTo>
                    <a:pt x="1205107" y="210185"/>
                    <a:pt x="1067433" y="204266"/>
                    <a:pt x="929805" y="198411"/>
                  </a:cubicBezTo>
                  <a:cubicBezTo>
                    <a:pt x="742333" y="190435"/>
                    <a:pt x="554979" y="178538"/>
                    <a:pt x="367808" y="165064"/>
                  </a:cubicBezTo>
                  <a:cubicBezTo>
                    <a:pt x="261315" y="157399"/>
                    <a:pt x="155176" y="144160"/>
                    <a:pt x="49167" y="131086"/>
                  </a:cubicBezTo>
                  <a:cubicBezTo>
                    <a:pt x="31731" y="128935"/>
                    <a:pt x="102" y="130485"/>
                    <a:pt x="0" y="110367"/>
                  </a:cubicBezTo>
                  <a:cubicBezTo>
                    <a:pt x="-93" y="92026"/>
                    <a:pt x="30725" y="93803"/>
                    <a:pt x="48634" y="91324"/>
                  </a:cubicBezTo>
                  <a:cubicBezTo>
                    <a:pt x="135128" y="79355"/>
                    <a:pt x="221813" y="68758"/>
                    <a:pt x="308462" y="57923"/>
                  </a:cubicBezTo>
                  <a:cubicBezTo>
                    <a:pt x="316998" y="56855"/>
                    <a:pt x="325115" y="56079"/>
                    <a:pt x="330148" y="47949"/>
                  </a:cubicBezTo>
                  <a:cubicBezTo>
                    <a:pt x="339528" y="47630"/>
                    <a:pt x="346096" y="53152"/>
                    <a:pt x="351011" y="59825"/>
                  </a:cubicBezTo>
                  <a:cubicBezTo>
                    <a:pt x="371239" y="87289"/>
                    <a:pt x="399672" y="94696"/>
                    <a:pt x="431741" y="94743"/>
                  </a:cubicBezTo>
                  <a:cubicBezTo>
                    <a:pt x="569360" y="94943"/>
                    <a:pt x="707015" y="93091"/>
                    <a:pt x="844580" y="95677"/>
                  </a:cubicBezTo>
                  <a:cubicBezTo>
                    <a:pt x="896500" y="96653"/>
                    <a:pt x="919619" y="61026"/>
                    <a:pt x="949678" y="31756"/>
                  </a:cubicBezTo>
                  <a:cubicBezTo>
                    <a:pt x="960341" y="29221"/>
                    <a:pt x="970937" y="24821"/>
                    <a:pt x="981675" y="24440"/>
                  </a:cubicBezTo>
                  <a:cubicBezTo>
                    <a:pt x="1077194" y="21052"/>
                    <a:pt x="1172918" y="21102"/>
                    <a:pt x="1268234" y="14843"/>
                  </a:cubicBezTo>
                  <a:cubicBezTo>
                    <a:pt x="1407884" y="5674"/>
                    <a:pt x="1548020" y="13186"/>
                    <a:pt x="1687507" y="239"/>
                  </a:cubicBezTo>
                  <a:cubicBezTo>
                    <a:pt x="1703484" y="-1248"/>
                    <a:pt x="1720150" y="4594"/>
                    <a:pt x="1736501" y="7038"/>
                  </a:cubicBezTo>
                  <a:close/>
                </a:path>
              </a:pathLst>
            </a:custGeom>
            <a:solidFill>
              <a:srgbClr val="BEC9CA"/>
            </a:solidFill>
            <a:ln w="1429"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3ED609D8-BC1A-BE1A-E2DB-A8660F0870BE}"/>
                </a:ext>
              </a:extLst>
            </p:cNvPr>
            <p:cNvSpPr/>
            <p:nvPr/>
          </p:nvSpPr>
          <p:spPr>
            <a:xfrm>
              <a:off x="2637234" y="4072169"/>
              <a:ext cx="1345539" cy="1150921"/>
            </a:xfrm>
            <a:custGeom>
              <a:avLst/>
              <a:gdLst>
                <a:gd name="connsiteX0" fmla="*/ 925 w 1345539"/>
                <a:gd name="connsiteY0" fmla="*/ 37005 h 1150921"/>
                <a:gd name="connsiteX1" fmla="*/ 232062 w 1345539"/>
                <a:gd name="connsiteY1" fmla="*/ 1788 h 1150921"/>
                <a:gd name="connsiteX2" fmla="*/ 294072 w 1345539"/>
                <a:gd name="connsiteY2" fmla="*/ 45511 h 1150921"/>
                <a:gd name="connsiteX3" fmla="*/ 304030 w 1345539"/>
                <a:gd name="connsiteY3" fmla="*/ 191156 h 1150921"/>
                <a:gd name="connsiteX4" fmla="*/ 372314 w 1345539"/>
                <a:gd name="connsiteY4" fmla="*/ 433268 h 1150921"/>
                <a:gd name="connsiteX5" fmla="*/ 276729 w 1345539"/>
                <a:gd name="connsiteY5" fmla="*/ 483090 h 1150921"/>
                <a:gd name="connsiteX6" fmla="*/ 320653 w 1345539"/>
                <a:gd name="connsiteY6" fmla="*/ 482651 h 1150921"/>
                <a:gd name="connsiteX7" fmla="*/ 378033 w 1345539"/>
                <a:gd name="connsiteY7" fmla="*/ 480048 h 1150921"/>
                <a:gd name="connsiteX8" fmla="*/ 461519 w 1345539"/>
                <a:gd name="connsiteY8" fmla="*/ 438449 h 1150921"/>
                <a:gd name="connsiteX9" fmla="*/ 528952 w 1345539"/>
                <a:gd name="connsiteY9" fmla="*/ 342816 h 1150921"/>
                <a:gd name="connsiteX10" fmla="*/ 854696 w 1345539"/>
                <a:gd name="connsiteY10" fmla="*/ 183321 h 1150921"/>
                <a:gd name="connsiteX11" fmla="*/ 1310895 w 1345539"/>
                <a:gd name="connsiteY11" fmla="*/ 252709 h 1150921"/>
                <a:gd name="connsiteX12" fmla="*/ 1345246 w 1345539"/>
                <a:gd name="connsiteY12" fmla="*/ 272964 h 1150921"/>
                <a:gd name="connsiteX13" fmla="*/ 1314758 w 1345539"/>
                <a:gd name="connsiteY13" fmla="*/ 302275 h 1150921"/>
                <a:gd name="connsiteX14" fmla="*/ 1033603 w 1345539"/>
                <a:gd name="connsiteY14" fmla="*/ 810858 h 1150921"/>
                <a:gd name="connsiteX15" fmla="*/ 1088157 w 1345539"/>
                <a:gd name="connsiteY15" fmla="*/ 998065 h 1150921"/>
                <a:gd name="connsiteX16" fmla="*/ 1034250 w 1345539"/>
                <a:gd name="connsiteY16" fmla="*/ 1118576 h 1150921"/>
                <a:gd name="connsiteX17" fmla="*/ 920499 w 1345539"/>
                <a:gd name="connsiteY17" fmla="*/ 1144535 h 1150921"/>
                <a:gd name="connsiteX18" fmla="*/ 620531 w 1345539"/>
                <a:gd name="connsiteY18" fmla="*/ 1140282 h 1150921"/>
                <a:gd name="connsiteX19" fmla="*/ 578618 w 1345539"/>
                <a:gd name="connsiteY19" fmla="*/ 1028483 h 1150921"/>
                <a:gd name="connsiteX20" fmla="*/ 640105 w 1345539"/>
                <a:gd name="connsiteY20" fmla="*/ 813002 h 1150921"/>
                <a:gd name="connsiteX21" fmla="*/ 868007 w 1345539"/>
                <a:gd name="connsiteY21" fmla="*/ 455771 h 1150921"/>
                <a:gd name="connsiteX22" fmla="*/ 882004 w 1345539"/>
                <a:gd name="connsiteY22" fmla="*/ 440749 h 1150921"/>
                <a:gd name="connsiteX23" fmla="*/ 706985 w 1345539"/>
                <a:gd name="connsiteY23" fmla="*/ 672347 h 1150921"/>
                <a:gd name="connsiteX24" fmla="*/ 585373 w 1345539"/>
                <a:gd name="connsiteY24" fmla="*/ 964372 h 1150921"/>
                <a:gd name="connsiteX25" fmla="*/ 506390 w 1345539"/>
                <a:gd name="connsiteY25" fmla="*/ 986140 h 1150921"/>
                <a:gd name="connsiteX26" fmla="*/ 479842 w 1345539"/>
                <a:gd name="connsiteY26" fmla="*/ 966183 h 1150921"/>
                <a:gd name="connsiteX27" fmla="*/ 468519 w 1345539"/>
                <a:gd name="connsiteY27" fmla="*/ 954345 h 1150921"/>
                <a:gd name="connsiteX28" fmla="*/ 373718 w 1345539"/>
                <a:gd name="connsiteY28" fmla="*/ 907172 h 1150921"/>
                <a:gd name="connsiteX29" fmla="*/ 333119 w 1345539"/>
                <a:gd name="connsiteY29" fmla="*/ 903188 h 1150921"/>
                <a:gd name="connsiteX30" fmla="*/ 314274 w 1345539"/>
                <a:gd name="connsiteY30" fmla="*/ 863350 h 1150921"/>
                <a:gd name="connsiteX31" fmla="*/ 166509 w 1345539"/>
                <a:gd name="connsiteY31" fmla="*/ 360506 h 1150921"/>
                <a:gd name="connsiteX32" fmla="*/ 26248 w 1345539"/>
                <a:gd name="connsiteY32" fmla="*/ 96196 h 1150921"/>
                <a:gd name="connsiteX33" fmla="*/ 925 w 1345539"/>
                <a:gd name="connsiteY33" fmla="*/ 37005 h 1150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45539" h="1150921">
                  <a:moveTo>
                    <a:pt x="925" y="37005"/>
                  </a:moveTo>
                  <a:cubicBezTo>
                    <a:pt x="78012" y="25495"/>
                    <a:pt x="155396" y="15631"/>
                    <a:pt x="232062" y="1788"/>
                  </a:cubicBezTo>
                  <a:cubicBezTo>
                    <a:pt x="271056" y="-5252"/>
                    <a:pt x="286841" y="8327"/>
                    <a:pt x="294072" y="45511"/>
                  </a:cubicBezTo>
                  <a:cubicBezTo>
                    <a:pt x="303486" y="93920"/>
                    <a:pt x="304885" y="142316"/>
                    <a:pt x="304030" y="191156"/>
                  </a:cubicBezTo>
                  <a:cubicBezTo>
                    <a:pt x="301671" y="325947"/>
                    <a:pt x="301719" y="325947"/>
                    <a:pt x="372314" y="433268"/>
                  </a:cubicBezTo>
                  <a:cubicBezTo>
                    <a:pt x="343342" y="451157"/>
                    <a:pt x="307655" y="456587"/>
                    <a:pt x="276729" y="483090"/>
                  </a:cubicBezTo>
                  <a:cubicBezTo>
                    <a:pt x="294965" y="487765"/>
                    <a:pt x="307508" y="484527"/>
                    <a:pt x="320653" y="482651"/>
                  </a:cubicBezTo>
                  <a:cubicBezTo>
                    <a:pt x="339864" y="479909"/>
                    <a:pt x="364298" y="471788"/>
                    <a:pt x="378033" y="480048"/>
                  </a:cubicBezTo>
                  <a:cubicBezTo>
                    <a:pt x="431682" y="512307"/>
                    <a:pt x="441585" y="468939"/>
                    <a:pt x="461519" y="438449"/>
                  </a:cubicBezTo>
                  <a:cubicBezTo>
                    <a:pt x="482855" y="405815"/>
                    <a:pt x="504951" y="373513"/>
                    <a:pt x="528952" y="342816"/>
                  </a:cubicBezTo>
                  <a:cubicBezTo>
                    <a:pt x="611559" y="237161"/>
                    <a:pt x="719769" y="187028"/>
                    <a:pt x="854696" y="183321"/>
                  </a:cubicBezTo>
                  <a:cubicBezTo>
                    <a:pt x="1011649" y="179007"/>
                    <a:pt x="1162486" y="205652"/>
                    <a:pt x="1310895" y="252709"/>
                  </a:cubicBezTo>
                  <a:cubicBezTo>
                    <a:pt x="1324062" y="256884"/>
                    <a:pt x="1342972" y="259344"/>
                    <a:pt x="1345246" y="272964"/>
                  </a:cubicBezTo>
                  <a:cubicBezTo>
                    <a:pt x="1348273" y="291096"/>
                    <a:pt x="1327196" y="295337"/>
                    <a:pt x="1314758" y="302275"/>
                  </a:cubicBezTo>
                  <a:cubicBezTo>
                    <a:pt x="1115353" y="413495"/>
                    <a:pt x="1043766" y="596414"/>
                    <a:pt x="1033603" y="810858"/>
                  </a:cubicBezTo>
                  <a:cubicBezTo>
                    <a:pt x="1030466" y="877045"/>
                    <a:pt x="1062310" y="937692"/>
                    <a:pt x="1088157" y="998065"/>
                  </a:cubicBezTo>
                  <a:cubicBezTo>
                    <a:pt x="1119624" y="1071558"/>
                    <a:pt x="1110626" y="1090301"/>
                    <a:pt x="1034250" y="1118576"/>
                  </a:cubicBezTo>
                  <a:cubicBezTo>
                    <a:pt x="997443" y="1132201"/>
                    <a:pt x="959302" y="1141751"/>
                    <a:pt x="920499" y="1144535"/>
                  </a:cubicBezTo>
                  <a:cubicBezTo>
                    <a:pt x="820492" y="1151711"/>
                    <a:pt x="720311" y="1155808"/>
                    <a:pt x="620531" y="1140282"/>
                  </a:cubicBezTo>
                  <a:cubicBezTo>
                    <a:pt x="607485" y="1102665"/>
                    <a:pt x="602400" y="1062071"/>
                    <a:pt x="578618" y="1028483"/>
                  </a:cubicBezTo>
                  <a:cubicBezTo>
                    <a:pt x="583756" y="952333"/>
                    <a:pt x="610783" y="882031"/>
                    <a:pt x="640105" y="813002"/>
                  </a:cubicBezTo>
                  <a:cubicBezTo>
                    <a:pt x="696015" y="681387"/>
                    <a:pt x="770606" y="561168"/>
                    <a:pt x="868007" y="455771"/>
                  </a:cubicBezTo>
                  <a:cubicBezTo>
                    <a:pt x="874440" y="448809"/>
                    <a:pt x="880590" y="441407"/>
                    <a:pt x="882004" y="440749"/>
                  </a:cubicBezTo>
                  <a:cubicBezTo>
                    <a:pt x="817851" y="507262"/>
                    <a:pt x="756595" y="584955"/>
                    <a:pt x="706985" y="672347"/>
                  </a:cubicBezTo>
                  <a:cubicBezTo>
                    <a:pt x="654436" y="764916"/>
                    <a:pt x="614872" y="862253"/>
                    <a:pt x="585373" y="964372"/>
                  </a:cubicBezTo>
                  <a:cubicBezTo>
                    <a:pt x="566820" y="1028595"/>
                    <a:pt x="556673" y="1030249"/>
                    <a:pt x="506390" y="986140"/>
                  </a:cubicBezTo>
                  <a:cubicBezTo>
                    <a:pt x="498032" y="978808"/>
                    <a:pt x="490498" y="970462"/>
                    <a:pt x="479842" y="966183"/>
                  </a:cubicBezTo>
                  <a:cubicBezTo>
                    <a:pt x="475123" y="963128"/>
                    <a:pt x="470690" y="959405"/>
                    <a:pt x="468519" y="954345"/>
                  </a:cubicBezTo>
                  <a:cubicBezTo>
                    <a:pt x="450234" y="911757"/>
                    <a:pt x="423949" y="887508"/>
                    <a:pt x="373718" y="907172"/>
                  </a:cubicBezTo>
                  <a:cubicBezTo>
                    <a:pt x="361686" y="911883"/>
                    <a:pt x="346300" y="908902"/>
                    <a:pt x="333119" y="903188"/>
                  </a:cubicBezTo>
                  <a:cubicBezTo>
                    <a:pt x="317816" y="894144"/>
                    <a:pt x="317733" y="878137"/>
                    <a:pt x="314274" y="863350"/>
                  </a:cubicBezTo>
                  <a:cubicBezTo>
                    <a:pt x="274433" y="692983"/>
                    <a:pt x="233707" y="522992"/>
                    <a:pt x="166509" y="360506"/>
                  </a:cubicBezTo>
                  <a:cubicBezTo>
                    <a:pt x="128138" y="267723"/>
                    <a:pt x="83435" y="178860"/>
                    <a:pt x="26248" y="96196"/>
                  </a:cubicBezTo>
                  <a:cubicBezTo>
                    <a:pt x="14112" y="78657"/>
                    <a:pt x="-4349" y="62527"/>
                    <a:pt x="925" y="37005"/>
                  </a:cubicBezTo>
                  <a:close/>
                </a:path>
              </a:pathLst>
            </a:custGeom>
            <a:solidFill>
              <a:srgbClr val="9EAB4B"/>
            </a:solidFill>
            <a:ln w="1429"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10D1D66B-A3FA-7334-D9F3-D0A31D33F997}"/>
                </a:ext>
              </a:extLst>
            </p:cNvPr>
            <p:cNvSpPr/>
            <p:nvPr/>
          </p:nvSpPr>
          <p:spPr>
            <a:xfrm>
              <a:off x="5540901" y="2674086"/>
              <a:ext cx="1395152" cy="1084484"/>
            </a:xfrm>
            <a:custGeom>
              <a:avLst/>
              <a:gdLst>
                <a:gd name="connsiteX0" fmla="*/ 1257095 w 1395152"/>
                <a:gd name="connsiteY0" fmla="*/ 945586 h 1084484"/>
                <a:gd name="connsiteX1" fmla="*/ 1095131 w 1395152"/>
                <a:gd name="connsiteY1" fmla="*/ 1084485 h 1084484"/>
                <a:gd name="connsiteX2" fmla="*/ 1053651 w 1395152"/>
                <a:gd name="connsiteY2" fmla="*/ 997564 h 1084484"/>
                <a:gd name="connsiteX3" fmla="*/ 1050512 w 1395152"/>
                <a:gd name="connsiteY3" fmla="*/ 876360 h 1084484"/>
                <a:gd name="connsiteX4" fmla="*/ 990160 w 1395152"/>
                <a:gd name="connsiteY4" fmla="*/ 679494 h 1084484"/>
                <a:gd name="connsiteX5" fmla="*/ 960073 w 1395152"/>
                <a:gd name="connsiteY5" fmla="*/ 660517 h 1084484"/>
                <a:gd name="connsiteX6" fmla="*/ 911478 w 1395152"/>
                <a:gd name="connsiteY6" fmla="*/ 671146 h 1084484"/>
                <a:gd name="connsiteX7" fmla="*/ 859600 w 1395152"/>
                <a:gd name="connsiteY7" fmla="*/ 656731 h 1084484"/>
                <a:gd name="connsiteX8" fmla="*/ 873178 w 1395152"/>
                <a:gd name="connsiteY8" fmla="*/ 594865 h 1084484"/>
                <a:gd name="connsiteX9" fmla="*/ 912737 w 1395152"/>
                <a:gd name="connsiteY9" fmla="*/ 562302 h 1084484"/>
                <a:gd name="connsiteX10" fmla="*/ 865734 w 1395152"/>
                <a:gd name="connsiteY10" fmla="*/ 540460 h 1084484"/>
                <a:gd name="connsiteX11" fmla="*/ 785031 w 1395152"/>
                <a:gd name="connsiteY11" fmla="*/ 555719 h 1084484"/>
                <a:gd name="connsiteX12" fmla="*/ 657706 w 1395152"/>
                <a:gd name="connsiteY12" fmla="*/ 658926 h 1084484"/>
                <a:gd name="connsiteX13" fmla="*/ 605469 w 1395152"/>
                <a:gd name="connsiteY13" fmla="*/ 648378 h 1084484"/>
                <a:gd name="connsiteX14" fmla="*/ 629109 w 1395152"/>
                <a:gd name="connsiteY14" fmla="*/ 611013 h 1084484"/>
                <a:gd name="connsiteX15" fmla="*/ 701808 w 1395152"/>
                <a:gd name="connsiteY15" fmla="*/ 521641 h 1084484"/>
                <a:gd name="connsiteX16" fmla="*/ 434944 w 1395152"/>
                <a:gd name="connsiteY16" fmla="*/ 607484 h 1084484"/>
                <a:gd name="connsiteX17" fmla="*/ 287672 w 1395152"/>
                <a:gd name="connsiteY17" fmla="*/ 625481 h 1084484"/>
                <a:gd name="connsiteX18" fmla="*/ 261531 w 1395152"/>
                <a:gd name="connsiteY18" fmla="*/ 639968 h 1084484"/>
                <a:gd name="connsiteX19" fmla="*/ 202858 w 1395152"/>
                <a:gd name="connsiteY19" fmla="*/ 803378 h 1084484"/>
                <a:gd name="connsiteX20" fmla="*/ 144815 w 1395152"/>
                <a:gd name="connsiteY20" fmla="*/ 590165 h 1084484"/>
                <a:gd name="connsiteX21" fmla="*/ 20750 w 1395152"/>
                <a:gd name="connsiteY21" fmla="*/ 533140 h 1084484"/>
                <a:gd name="connsiteX22" fmla="*/ 3089 w 1395152"/>
                <a:gd name="connsiteY22" fmla="*/ 385635 h 1084484"/>
                <a:gd name="connsiteX23" fmla="*/ 141222 w 1395152"/>
                <a:gd name="connsiteY23" fmla="*/ 260104 h 1084484"/>
                <a:gd name="connsiteX24" fmla="*/ 371196 w 1395152"/>
                <a:gd name="connsiteY24" fmla="*/ 277770 h 1084484"/>
                <a:gd name="connsiteX25" fmla="*/ 310208 w 1395152"/>
                <a:gd name="connsiteY25" fmla="*/ 108886 h 1084484"/>
                <a:gd name="connsiteX26" fmla="*/ 381526 w 1395152"/>
                <a:gd name="connsiteY26" fmla="*/ 9830 h 1084484"/>
                <a:gd name="connsiteX27" fmla="*/ 412155 w 1395152"/>
                <a:gd name="connsiteY27" fmla="*/ 2059 h 1084484"/>
                <a:gd name="connsiteX28" fmla="*/ 422030 w 1395152"/>
                <a:gd name="connsiteY28" fmla="*/ 35075 h 1084484"/>
                <a:gd name="connsiteX29" fmla="*/ 445556 w 1395152"/>
                <a:gd name="connsiteY29" fmla="*/ 144506 h 1084484"/>
                <a:gd name="connsiteX30" fmla="*/ 487539 w 1395152"/>
                <a:gd name="connsiteY30" fmla="*/ 152635 h 1084484"/>
                <a:gd name="connsiteX31" fmla="*/ 1036467 w 1395152"/>
                <a:gd name="connsiteY31" fmla="*/ 165987 h 1084484"/>
                <a:gd name="connsiteX32" fmla="*/ 1180109 w 1395152"/>
                <a:gd name="connsiteY32" fmla="*/ 266350 h 1084484"/>
                <a:gd name="connsiteX33" fmla="*/ 1264173 w 1395152"/>
                <a:gd name="connsiteY33" fmla="*/ 241062 h 1084484"/>
                <a:gd name="connsiteX34" fmla="*/ 1290104 w 1395152"/>
                <a:gd name="connsiteY34" fmla="*/ 208484 h 1084484"/>
                <a:gd name="connsiteX35" fmla="*/ 1330093 w 1395152"/>
                <a:gd name="connsiteY35" fmla="*/ 239887 h 1084484"/>
                <a:gd name="connsiteX36" fmla="*/ 1274601 w 1395152"/>
                <a:gd name="connsiteY36" fmla="*/ 352594 h 1084484"/>
                <a:gd name="connsiteX37" fmla="*/ 1337829 w 1395152"/>
                <a:gd name="connsiteY37" fmla="*/ 342949 h 1084484"/>
                <a:gd name="connsiteX38" fmla="*/ 1386446 w 1395152"/>
                <a:gd name="connsiteY38" fmla="*/ 349175 h 1084484"/>
                <a:gd name="connsiteX39" fmla="*/ 1386839 w 1395152"/>
                <a:gd name="connsiteY39" fmla="*/ 399687 h 1084484"/>
                <a:gd name="connsiteX40" fmla="*/ 1291888 w 1395152"/>
                <a:gd name="connsiteY40" fmla="*/ 436316 h 1084484"/>
                <a:gd name="connsiteX41" fmla="*/ 1329969 w 1395152"/>
                <a:gd name="connsiteY41" fmla="*/ 502493 h 1084484"/>
                <a:gd name="connsiteX42" fmla="*/ 1347114 w 1395152"/>
                <a:gd name="connsiteY42" fmla="*/ 690461 h 1084484"/>
                <a:gd name="connsiteX43" fmla="*/ 1257095 w 1395152"/>
                <a:gd name="connsiteY43" fmla="*/ 945586 h 1084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395152" h="1084484">
                  <a:moveTo>
                    <a:pt x="1257095" y="945586"/>
                  </a:moveTo>
                  <a:cubicBezTo>
                    <a:pt x="1156744" y="942122"/>
                    <a:pt x="1127705" y="967025"/>
                    <a:pt x="1095131" y="1084485"/>
                  </a:cubicBezTo>
                  <a:cubicBezTo>
                    <a:pt x="1028615" y="1066565"/>
                    <a:pt x="1018249" y="1053484"/>
                    <a:pt x="1053651" y="997564"/>
                  </a:cubicBezTo>
                  <a:cubicBezTo>
                    <a:pt x="1082845" y="951452"/>
                    <a:pt x="1076973" y="919029"/>
                    <a:pt x="1050512" y="876360"/>
                  </a:cubicBezTo>
                  <a:cubicBezTo>
                    <a:pt x="1013709" y="817016"/>
                    <a:pt x="989494" y="751242"/>
                    <a:pt x="990160" y="679494"/>
                  </a:cubicBezTo>
                  <a:cubicBezTo>
                    <a:pt x="990399" y="653915"/>
                    <a:pt x="981197" y="651977"/>
                    <a:pt x="960073" y="660517"/>
                  </a:cubicBezTo>
                  <a:cubicBezTo>
                    <a:pt x="944879" y="666660"/>
                    <a:pt x="927913" y="669738"/>
                    <a:pt x="911478" y="671146"/>
                  </a:cubicBezTo>
                  <a:cubicBezTo>
                    <a:pt x="892839" y="672744"/>
                    <a:pt x="869216" y="679896"/>
                    <a:pt x="859600" y="656731"/>
                  </a:cubicBezTo>
                  <a:cubicBezTo>
                    <a:pt x="850589" y="635024"/>
                    <a:pt x="856335" y="612178"/>
                    <a:pt x="873178" y="594865"/>
                  </a:cubicBezTo>
                  <a:cubicBezTo>
                    <a:pt x="884528" y="583196"/>
                    <a:pt x="898377" y="573953"/>
                    <a:pt x="912737" y="562302"/>
                  </a:cubicBezTo>
                  <a:cubicBezTo>
                    <a:pt x="896417" y="555106"/>
                    <a:pt x="875737" y="552294"/>
                    <a:pt x="865734" y="540460"/>
                  </a:cubicBezTo>
                  <a:cubicBezTo>
                    <a:pt x="827277" y="494955"/>
                    <a:pt x="808923" y="519645"/>
                    <a:pt x="785031" y="555719"/>
                  </a:cubicBezTo>
                  <a:cubicBezTo>
                    <a:pt x="753978" y="602602"/>
                    <a:pt x="713790" y="641509"/>
                    <a:pt x="657706" y="658926"/>
                  </a:cubicBezTo>
                  <a:cubicBezTo>
                    <a:pt x="638526" y="664884"/>
                    <a:pt x="616790" y="669476"/>
                    <a:pt x="605469" y="648378"/>
                  </a:cubicBezTo>
                  <a:cubicBezTo>
                    <a:pt x="594041" y="627081"/>
                    <a:pt x="617065" y="620607"/>
                    <a:pt x="629109" y="611013"/>
                  </a:cubicBezTo>
                  <a:cubicBezTo>
                    <a:pt x="658034" y="587974"/>
                    <a:pt x="676192" y="556808"/>
                    <a:pt x="701808" y="521641"/>
                  </a:cubicBezTo>
                  <a:cubicBezTo>
                    <a:pt x="608124" y="551913"/>
                    <a:pt x="521861" y="580762"/>
                    <a:pt x="434944" y="607484"/>
                  </a:cubicBezTo>
                  <a:cubicBezTo>
                    <a:pt x="387219" y="622156"/>
                    <a:pt x="338673" y="636769"/>
                    <a:pt x="287672" y="625481"/>
                  </a:cubicBezTo>
                  <a:cubicBezTo>
                    <a:pt x="273265" y="622292"/>
                    <a:pt x="267108" y="629663"/>
                    <a:pt x="261531" y="639968"/>
                  </a:cubicBezTo>
                  <a:cubicBezTo>
                    <a:pt x="233668" y="691451"/>
                    <a:pt x="207483" y="743544"/>
                    <a:pt x="202858" y="803378"/>
                  </a:cubicBezTo>
                  <a:cubicBezTo>
                    <a:pt x="158415" y="739138"/>
                    <a:pt x="151139" y="664781"/>
                    <a:pt x="144815" y="590165"/>
                  </a:cubicBezTo>
                  <a:cubicBezTo>
                    <a:pt x="77302" y="614955"/>
                    <a:pt x="49457" y="602117"/>
                    <a:pt x="20750" y="533140"/>
                  </a:cubicBezTo>
                  <a:cubicBezTo>
                    <a:pt x="973" y="485617"/>
                    <a:pt x="-4070" y="436134"/>
                    <a:pt x="3089" y="385635"/>
                  </a:cubicBezTo>
                  <a:cubicBezTo>
                    <a:pt x="12408" y="319900"/>
                    <a:pt x="65616" y="272613"/>
                    <a:pt x="141222" y="260104"/>
                  </a:cubicBezTo>
                  <a:cubicBezTo>
                    <a:pt x="218306" y="247350"/>
                    <a:pt x="293510" y="259916"/>
                    <a:pt x="371196" y="277770"/>
                  </a:cubicBezTo>
                  <a:cubicBezTo>
                    <a:pt x="331435" y="226362"/>
                    <a:pt x="297437" y="176212"/>
                    <a:pt x="310208" y="108886"/>
                  </a:cubicBezTo>
                  <a:cubicBezTo>
                    <a:pt x="318675" y="64243"/>
                    <a:pt x="347833" y="35661"/>
                    <a:pt x="381526" y="9830"/>
                  </a:cubicBezTo>
                  <a:cubicBezTo>
                    <a:pt x="390551" y="2911"/>
                    <a:pt x="400623" y="-3379"/>
                    <a:pt x="412155" y="2059"/>
                  </a:cubicBezTo>
                  <a:cubicBezTo>
                    <a:pt x="426788" y="8961"/>
                    <a:pt x="424499" y="23050"/>
                    <a:pt x="422030" y="35075"/>
                  </a:cubicBezTo>
                  <a:cubicBezTo>
                    <a:pt x="413788" y="75205"/>
                    <a:pt x="415610" y="112450"/>
                    <a:pt x="445556" y="144506"/>
                  </a:cubicBezTo>
                  <a:cubicBezTo>
                    <a:pt x="458228" y="158070"/>
                    <a:pt x="467388" y="163894"/>
                    <a:pt x="487539" y="152635"/>
                  </a:cubicBezTo>
                  <a:cubicBezTo>
                    <a:pt x="672719" y="49171"/>
                    <a:pt x="855838" y="69172"/>
                    <a:pt x="1036467" y="165987"/>
                  </a:cubicBezTo>
                  <a:cubicBezTo>
                    <a:pt x="1088223" y="193728"/>
                    <a:pt x="1134637" y="229395"/>
                    <a:pt x="1180109" y="266350"/>
                  </a:cubicBezTo>
                  <a:cubicBezTo>
                    <a:pt x="1218655" y="297674"/>
                    <a:pt x="1247287" y="289212"/>
                    <a:pt x="1264173" y="241062"/>
                  </a:cubicBezTo>
                  <a:cubicBezTo>
                    <a:pt x="1269271" y="226526"/>
                    <a:pt x="1269896" y="209482"/>
                    <a:pt x="1290104" y="208484"/>
                  </a:cubicBezTo>
                  <a:cubicBezTo>
                    <a:pt x="1311867" y="207409"/>
                    <a:pt x="1322007" y="223269"/>
                    <a:pt x="1330093" y="239887"/>
                  </a:cubicBezTo>
                  <a:cubicBezTo>
                    <a:pt x="1353644" y="288284"/>
                    <a:pt x="1341217" y="313131"/>
                    <a:pt x="1274601" y="352594"/>
                  </a:cubicBezTo>
                  <a:cubicBezTo>
                    <a:pt x="1304419" y="356455"/>
                    <a:pt x="1304798" y="357327"/>
                    <a:pt x="1337829" y="342949"/>
                  </a:cubicBezTo>
                  <a:cubicBezTo>
                    <a:pt x="1356265" y="334924"/>
                    <a:pt x="1372552" y="331306"/>
                    <a:pt x="1386446" y="349175"/>
                  </a:cubicBezTo>
                  <a:cubicBezTo>
                    <a:pt x="1399225" y="365612"/>
                    <a:pt x="1396705" y="382663"/>
                    <a:pt x="1386839" y="399687"/>
                  </a:cubicBezTo>
                  <a:cubicBezTo>
                    <a:pt x="1366418" y="434925"/>
                    <a:pt x="1334400" y="442612"/>
                    <a:pt x="1291888" y="436316"/>
                  </a:cubicBezTo>
                  <a:cubicBezTo>
                    <a:pt x="1305855" y="460578"/>
                    <a:pt x="1317990" y="481490"/>
                    <a:pt x="1329969" y="502493"/>
                  </a:cubicBezTo>
                  <a:cubicBezTo>
                    <a:pt x="1364211" y="562527"/>
                    <a:pt x="1372743" y="623720"/>
                    <a:pt x="1347114" y="690461"/>
                  </a:cubicBezTo>
                  <a:cubicBezTo>
                    <a:pt x="1314797" y="774616"/>
                    <a:pt x="1286899" y="860466"/>
                    <a:pt x="1257095" y="945586"/>
                  </a:cubicBezTo>
                  <a:close/>
                </a:path>
              </a:pathLst>
            </a:custGeom>
            <a:solidFill>
              <a:srgbClr val="553D43"/>
            </a:solidFill>
            <a:ln w="1429"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D50D1D2B-ACCE-B558-DD5F-3F1B532C3357}"/>
                </a:ext>
              </a:extLst>
            </p:cNvPr>
            <p:cNvSpPr/>
            <p:nvPr/>
          </p:nvSpPr>
          <p:spPr>
            <a:xfrm>
              <a:off x="5683015" y="5483085"/>
              <a:ext cx="1947497" cy="818050"/>
            </a:xfrm>
            <a:custGeom>
              <a:avLst/>
              <a:gdLst>
                <a:gd name="connsiteX0" fmla="*/ 1931283 w 1947497"/>
                <a:gd name="connsiteY0" fmla="*/ 716125 h 818050"/>
                <a:gd name="connsiteX1" fmla="*/ 1912606 w 1947497"/>
                <a:gd name="connsiteY1" fmla="*/ 766664 h 818050"/>
                <a:gd name="connsiteX2" fmla="*/ 1823879 w 1947497"/>
                <a:gd name="connsiteY2" fmla="*/ 817328 h 818050"/>
                <a:gd name="connsiteX3" fmla="*/ 1245212 w 1947497"/>
                <a:gd name="connsiteY3" fmla="*/ 779362 h 818050"/>
                <a:gd name="connsiteX4" fmla="*/ 833681 w 1947497"/>
                <a:gd name="connsiteY4" fmla="*/ 716597 h 818050"/>
                <a:gd name="connsiteX5" fmla="*/ 490283 w 1947497"/>
                <a:gd name="connsiteY5" fmla="*/ 694083 h 818050"/>
                <a:gd name="connsiteX6" fmla="*/ 361096 w 1947497"/>
                <a:gd name="connsiteY6" fmla="*/ 700282 h 818050"/>
                <a:gd name="connsiteX7" fmla="*/ 178751 w 1947497"/>
                <a:gd name="connsiteY7" fmla="*/ 740248 h 818050"/>
                <a:gd name="connsiteX8" fmla="*/ 158843 w 1947497"/>
                <a:gd name="connsiteY8" fmla="*/ 738843 h 818050"/>
                <a:gd name="connsiteX9" fmla="*/ 172079 w 1947497"/>
                <a:gd name="connsiteY9" fmla="*/ 704410 h 818050"/>
                <a:gd name="connsiteX10" fmla="*/ 294705 w 1947497"/>
                <a:gd name="connsiteY10" fmla="*/ 641283 h 818050"/>
                <a:gd name="connsiteX11" fmla="*/ 138020 w 1947497"/>
                <a:gd name="connsiteY11" fmla="*/ 731054 h 818050"/>
                <a:gd name="connsiteX12" fmla="*/ 125998 w 1947497"/>
                <a:gd name="connsiteY12" fmla="*/ 734922 h 818050"/>
                <a:gd name="connsiteX13" fmla="*/ 96977 w 1947497"/>
                <a:gd name="connsiteY13" fmla="*/ 734971 h 818050"/>
                <a:gd name="connsiteX14" fmla="*/ 83100 w 1947497"/>
                <a:gd name="connsiteY14" fmla="*/ 700530 h 818050"/>
                <a:gd name="connsiteX15" fmla="*/ 149044 w 1947497"/>
                <a:gd name="connsiteY15" fmla="*/ 632006 h 818050"/>
                <a:gd name="connsiteX16" fmla="*/ 246714 w 1947497"/>
                <a:gd name="connsiteY16" fmla="*/ 589067 h 818050"/>
                <a:gd name="connsiteX17" fmla="*/ 149110 w 1947497"/>
                <a:gd name="connsiteY17" fmla="*/ 631196 h 818050"/>
                <a:gd name="connsiteX18" fmla="*/ 70586 w 1947497"/>
                <a:gd name="connsiteY18" fmla="*/ 711220 h 818050"/>
                <a:gd name="connsiteX19" fmla="*/ 11131 w 1947497"/>
                <a:gd name="connsiteY19" fmla="*/ 731950 h 818050"/>
                <a:gd name="connsiteX20" fmla="*/ 0 w 1947497"/>
                <a:gd name="connsiteY20" fmla="*/ 717550 h 818050"/>
                <a:gd name="connsiteX21" fmla="*/ 166660 w 1947497"/>
                <a:gd name="connsiteY21" fmla="*/ 549941 h 818050"/>
                <a:gd name="connsiteX22" fmla="*/ 217022 w 1947497"/>
                <a:gd name="connsiteY22" fmla="*/ 530465 h 818050"/>
                <a:gd name="connsiteX23" fmla="*/ 282589 w 1947497"/>
                <a:gd name="connsiteY23" fmla="*/ 524962 h 818050"/>
                <a:gd name="connsiteX24" fmla="*/ 531507 w 1947497"/>
                <a:gd name="connsiteY24" fmla="*/ 552530 h 818050"/>
                <a:gd name="connsiteX25" fmla="*/ 833251 w 1947497"/>
                <a:gd name="connsiteY25" fmla="*/ 517360 h 818050"/>
                <a:gd name="connsiteX26" fmla="*/ 1234202 w 1947497"/>
                <a:gd name="connsiteY26" fmla="*/ 417255 h 818050"/>
                <a:gd name="connsiteX27" fmla="*/ 1499660 w 1947497"/>
                <a:gd name="connsiteY27" fmla="*/ 403430 h 818050"/>
                <a:gd name="connsiteX28" fmla="*/ 1597508 w 1947497"/>
                <a:gd name="connsiteY28" fmla="*/ 425353 h 818050"/>
                <a:gd name="connsiteX29" fmla="*/ 1522308 w 1947497"/>
                <a:gd name="connsiteY29" fmla="*/ 398287 h 818050"/>
                <a:gd name="connsiteX30" fmla="*/ 1468999 w 1947497"/>
                <a:gd name="connsiteY30" fmla="*/ 85610 h 818050"/>
                <a:gd name="connsiteX31" fmla="*/ 1515296 w 1947497"/>
                <a:gd name="connsiteY31" fmla="*/ 26021 h 818050"/>
                <a:gd name="connsiteX32" fmla="*/ 1767438 w 1947497"/>
                <a:gd name="connsiteY32" fmla="*/ 4087 h 818050"/>
                <a:gd name="connsiteX33" fmla="*/ 1879472 w 1947497"/>
                <a:gd name="connsiteY33" fmla="*/ 16708 h 818050"/>
                <a:gd name="connsiteX34" fmla="*/ 1927938 w 1947497"/>
                <a:gd name="connsiteY34" fmla="*/ 38720 h 818050"/>
                <a:gd name="connsiteX35" fmla="*/ 1931283 w 1947497"/>
                <a:gd name="connsiteY35" fmla="*/ 716125 h 818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947497" h="818050">
                  <a:moveTo>
                    <a:pt x="1931283" y="716125"/>
                  </a:moveTo>
                  <a:cubicBezTo>
                    <a:pt x="1928344" y="734186"/>
                    <a:pt x="1922950" y="751341"/>
                    <a:pt x="1912606" y="766664"/>
                  </a:cubicBezTo>
                  <a:cubicBezTo>
                    <a:pt x="1891372" y="810518"/>
                    <a:pt x="1871795" y="821163"/>
                    <a:pt x="1823879" y="817328"/>
                  </a:cubicBezTo>
                  <a:cubicBezTo>
                    <a:pt x="1631175" y="801908"/>
                    <a:pt x="1438433" y="787663"/>
                    <a:pt x="1245212" y="779362"/>
                  </a:cubicBezTo>
                  <a:cubicBezTo>
                    <a:pt x="1106079" y="773386"/>
                    <a:pt x="967564" y="758691"/>
                    <a:pt x="833681" y="716597"/>
                  </a:cubicBezTo>
                  <a:cubicBezTo>
                    <a:pt x="720954" y="681156"/>
                    <a:pt x="605855" y="682950"/>
                    <a:pt x="490283" y="694083"/>
                  </a:cubicBezTo>
                  <a:cubicBezTo>
                    <a:pt x="447274" y="698225"/>
                    <a:pt x="404057" y="698452"/>
                    <a:pt x="361096" y="700282"/>
                  </a:cubicBezTo>
                  <a:cubicBezTo>
                    <a:pt x="297300" y="703000"/>
                    <a:pt x="241976" y="738906"/>
                    <a:pt x="178751" y="740248"/>
                  </a:cubicBezTo>
                  <a:cubicBezTo>
                    <a:pt x="172006" y="741384"/>
                    <a:pt x="165316" y="741085"/>
                    <a:pt x="158843" y="738843"/>
                  </a:cubicBezTo>
                  <a:cubicBezTo>
                    <a:pt x="142355" y="719625"/>
                    <a:pt x="162870" y="712403"/>
                    <a:pt x="172079" y="704410"/>
                  </a:cubicBezTo>
                  <a:cubicBezTo>
                    <a:pt x="208990" y="672366"/>
                    <a:pt x="252560" y="652648"/>
                    <a:pt x="294705" y="641283"/>
                  </a:cubicBezTo>
                  <a:cubicBezTo>
                    <a:pt x="236050" y="653225"/>
                    <a:pt x="186009" y="690242"/>
                    <a:pt x="138020" y="731054"/>
                  </a:cubicBezTo>
                  <a:cubicBezTo>
                    <a:pt x="134170" y="732894"/>
                    <a:pt x="130171" y="734116"/>
                    <a:pt x="125998" y="734922"/>
                  </a:cubicBezTo>
                  <a:cubicBezTo>
                    <a:pt x="116310" y="736516"/>
                    <a:pt x="106519" y="737095"/>
                    <a:pt x="96977" y="734971"/>
                  </a:cubicBezTo>
                  <a:cubicBezTo>
                    <a:pt x="76043" y="730313"/>
                    <a:pt x="66889" y="720685"/>
                    <a:pt x="83100" y="700530"/>
                  </a:cubicBezTo>
                  <a:cubicBezTo>
                    <a:pt x="103070" y="675703"/>
                    <a:pt x="120894" y="648879"/>
                    <a:pt x="149044" y="632006"/>
                  </a:cubicBezTo>
                  <a:cubicBezTo>
                    <a:pt x="178830" y="611355"/>
                    <a:pt x="213027" y="600807"/>
                    <a:pt x="246714" y="589067"/>
                  </a:cubicBezTo>
                  <a:cubicBezTo>
                    <a:pt x="213116" y="600582"/>
                    <a:pt x="178951" y="610765"/>
                    <a:pt x="149110" y="631196"/>
                  </a:cubicBezTo>
                  <a:cubicBezTo>
                    <a:pt x="115400" y="650446"/>
                    <a:pt x="98332" y="686021"/>
                    <a:pt x="70586" y="711220"/>
                  </a:cubicBezTo>
                  <a:cubicBezTo>
                    <a:pt x="53230" y="726983"/>
                    <a:pt x="36060" y="739527"/>
                    <a:pt x="11131" y="731950"/>
                  </a:cubicBezTo>
                  <a:cubicBezTo>
                    <a:pt x="5010" y="729016"/>
                    <a:pt x="876" y="724546"/>
                    <a:pt x="0" y="717550"/>
                  </a:cubicBezTo>
                  <a:cubicBezTo>
                    <a:pt x="29581" y="635884"/>
                    <a:pt x="86280" y="581027"/>
                    <a:pt x="166660" y="549941"/>
                  </a:cubicBezTo>
                  <a:cubicBezTo>
                    <a:pt x="183434" y="543453"/>
                    <a:pt x="200695" y="538218"/>
                    <a:pt x="217022" y="530465"/>
                  </a:cubicBezTo>
                  <a:cubicBezTo>
                    <a:pt x="238256" y="521032"/>
                    <a:pt x="260081" y="521671"/>
                    <a:pt x="282589" y="524962"/>
                  </a:cubicBezTo>
                  <a:cubicBezTo>
                    <a:pt x="365229" y="537049"/>
                    <a:pt x="448346" y="545964"/>
                    <a:pt x="531507" y="552530"/>
                  </a:cubicBezTo>
                  <a:cubicBezTo>
                    <a:pt x="633895" y="560613"/>
                    <a:pt x="734171" y="540016"/>
                    <a:pt x="833251" y="517360"/>
                  </a:cubicBezTo>
                  <a:cubicBezTo>
                    <a:pt x="967527" y="486659"/>
                    <a:pt x="1097171" y="437260"/>
                    <a:pt x="1234202" y="417255"/>
                  </a:cubicBezTo>
                  <a:cubicBezTo>
                    <a:pt x="1322279" y="404396"/>
                    <a:pt x="1410261" y="393196"/>
                    <a:pt x="1499660" y="403430"/>
                  </a:cubicBezTo>
                  <a:cubicBezTo>
                    <a:pt x="1534453" y="407412"/>
                    <a:pt x="1566345" y="422438"/>
                    <a:pt x="1597508" y="425353"/>
                  </a:cubicBezTo>
                  <a:cubicBezTo>
                    <a:pt x="1574764" y="416921"/>
                    <a:pt x="1543885" y="420718"/>
                    <a:pt x="1522308" y="398287"/>
                  </a:cubicBezTo>
                  <a:cubicBezTo>
                    <a:pt x="1504946" y="293981"/>
                    <a:pt x="1488052" y="189621"/>
                    <a:pt x="1468999" y="85610"/>
                  </a:cubicBezTo>
                  <a:cubicBezTo>
                    <a:pt x="1462660" y="51004"/>
                    <a:pt x="1486821" y="35867"/>
                    <a:pt x="1515296" y="26021"/>
                  </a:cubicBezTo>
                  <a:cubicBezTo>
                    <a:pt x="1597498" y="-2406"/>
                    <a:pt x="1682409" y="-3681"/>
                    <a:pt x="1767438" y="4087"/>
                  </a:cubicBezTo>
                  <a:cubicBezTo>
                    <a:pt x="1804756" y="7496"/>
                    <a:pt x="1842640" y="7844"/>
                    <a:pt x="1879472" y="16708"/>
                  </a:cubicBezTo>
                  <a:cubicBezTo>
                    <a:pt x="1897151" y="20961"/>
                    <a:pt x="1915186" y="23867"/>
                    <a:pt x="1927938" y="38720"/>
                  </a:cubicBezTo>
                  <a:cubicBezTo>
                    <a:pt x="1951760" y="264411"/>
                    <a:pt x="1954937" y="490202"/>
                    <a:pt x="1931283" y="716125"/>
                  </a:cubicBezTo>
                  <a:close/>
                </a:path>
              </a:pathLst>
            </a:custGeom>
            <a:solidFill>
              <a:srgbClr val="F9B389"/>
            </a:solidFill>
            <a:ln w="1429"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A473F2BF-41EC-FBDB-3627-EFB862AE5A28}"/>
                </a:ext>
              </a:extLst>
            </p:cNvPr>
            <p:cNvSpPr/>
            <p:nvPr/>
          </p:nvSpPr>
          <p:spPr>
            <a:xfrm>
              <a:off x="2764237" y="5207161"/>
              <a:ext cx="646854" cy="1093071"/>
            </a:xfrm>
            <a:custGeom>
              <a:avLst/>
              <a:gdLst>
                <a:gd name="connsiteX0" fmla="*/ 637161 w 646854"/>
                <a:gd name="connsiteY0" fmla="*/ 1017749 h 1093071"/>
                <a:gd name="connsiteX1" fmla="*/ 534133 w 646854"/>
                <a:gd name="connsiteY1" fmla="*/ 1092969 h 1093071"/>
                <a:gd name="connsiteX2" fmla="*/ 116741 w 646854"/>
                <a:gd name="connsiteY2" fmla="*/ 1093060 h 1093071"/>
                <a:gd name="connsiteX3" fmla="*/ 17631 w 646854"/>
                <a:gd name="connsiteY3" fmla="*/ 1033942 h 1093071"/>
                <a:gd name="connsiteX4" fmla="*/ 1 w 646854"/>
                <a:gd name="connsiteY4" fmla="*/ 538442 h 1093071"/>
                <a:gd name="connsiteX5" fmla="*/ 72049 w 646854"/>
                <a:gd name="connsiteY5" fmla="*/ 465380 h 1093071"/>
                <a:gd name="connsiteX6" fmla="*/ 128128 w 646854"/>
                <a:gd name="connsiteY6" fmla="*/ 457324 h 1093071"/>
                <a:gd name="connsiteX7" fmla="*/ 151063 w 646854"/>
                <a:gd name="connsiteY7" fmla="*/ 464757 h 1093071"/>
                <a:gd name="connsiteX8" fmla="*/ 205114 w 646854"/>
                <a:gd name="connsiteY8" fmla="*/ 388410 h 1093071"/>
                <a:gd name="connsiteX9" fmla="*/ 88216 w 646854"/>
                <a:gd name="connsiteY9" fmla="*/ 40284 h 1093071"/>
                <a:gd name="connsiteX10" fmla="*/ 87841 w 646854"/>
                <a:gd name="connsiteY10" fmla="*/ 0 h 1093071"/>
                <a:gd name="connsiteX11" fmla="*/ 108537 w 646854"/>
                <a:gd name="connsiteY11" fmla="*/ 26488 h 1093071"/>
                <a:gd name="connsiteX12" fmla="*/ 239844 w 646854"/>
                <a:gd name="connsiteY12" fmla="*/ 409335 h 1093071"/>
                <a:gd name="connsiteX13" fmla="*/ 279902 w 646854"/>
                <a:gd name="connsiteY13" fmla="*/ 465720 h 1093071"/>
                <a:gd name="connsiteX14" fmla="*/ 343216 w 646854"/>
                <a:gd name="connsiteY14" fmla="*/ 416209 h 1093071"/>
                <a:gd name="connsiteX15" fmla="*/ 366608 w 646854"/>
                <a:gd name="connsiteY15" fmla="*/ 426208 h 1093071"/>
                <a:gd name="connsiteX16" fmla="*/ 398176 w 646854"/>
                <a:gd name="connsiteY16" fmla="*/ 451458 h 1093071"/>
                <a:gd name="connsiteX17" fmla="*/ 548131 w 646854"/>
                <a:gd name="connsiteY17" fmla="*/ 452516 h 1093071"/>
                <a:gd name="connsiteX18" fmla="*/ 604253 w 646854"/>
                <a:gd name="connsiteY18" fmla="*/ 463772 h 1093071"/>
                <a:gd name="connsiteX19" fmla="*/ 646799 w 646854"/>
                <a:gd name="connsiteY19" fmla="*/ 513052 h 1093071"/>
                <a:gd name="connsiteX20" fmla="*/ 637161 w 646854"/>
                <a:gd name="connsiteY20" fmla="*/ 1017749 h 1093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46854" h="1093071">
                  <a:moveTo>
                    <a:pt x="637161" y="1017749"/>
                  </a:moveTo>
                  <a:cubicBezTo>
                    <a:pt x="617251" y="1077799"/>
                    <a:pt x="596750" y="1092986"/>
                    <a:pt x="534133" y="1092969"/>
                  </a:cubicBezTo>
                  <a:cubicBezTo>
                    <a:pt x="395000" y="1092931"/>
                    <a:pt x="255857" y="1091620"/>
                    <a:pt x="116741" y="1093060"/>
                  </a:cubicBezTo>
                  <a:cubicBezTo>
                    <a:pt x="69693" y="1093548"/>
                    <a:pt x="35744" y="1078710"/>
                    <a:pt x="17631" y="1033942"/>
                  </a:cubicBezTo>
                  <a:cubicBezTo>
                    <a:pt x="11756" y="868778"/>
                    <a:pt x="5881" y="703616"/>
                    <a:pt x="1" y="538442"/>
                  </a:cubicBezTo>
                  <a:cubicBezTo>
                    <a:pt x="-28" y="465882"/>
                    <a:pt x="217" y="466160"/>
                    <a:pt x="72049" y="465380"/>
                  </a:cubicBezTo>
                  <a:cubicBezTo>
                    <a:pt x="90805" y="465177"/>
                    <a:pt x="111280" y="472418"/>
                    <a:pt x="128128" y="457324"/>
                  </a:cubicBezTo>
                  <a:cubicBezTo>
                    <a:pt x="137898" y="453248"/>
                    <a:pt x="144328" y="459474"/>
                    <a:pt x="151063" y="464757"/>
                  </a:cubicBezTo>
                  <a:cubicBezTo>
                    <a:pt x="235651" y="469126"/>
                    <a:pt x="233441" y="469895"/>
                    <a:pt x="205114" y="388410"/>
                  </a:cubicBezTo>
                  <a:cubicBezTo>
                    <a:pt x="164924" y="272805"/>
                    <a:pt x="119974" y="158743"/>
                    <a:pt x="88216" y="40284"/>
                  </a:cubicBezTo>
                  <a:cubicBezTo>
                    <a:pt x="84625" y="26884"/>
                    <a:pt x="79183" y="13896"/>
                    <a:pt x="87841" y="0"/>
                  </a:cubicBezTo>
                  <a:cubicBezTo>
                    <a:pt x="105311" y="732"/>
                    <a:pt x="105567" y="15542"/>
                    <a:pt x="108537" y="26488"/>
                  </a:cubicBezTo>
                  <a:cubicBezTo>
                    <a:pt x="143945" y="156974"/>
                    <a:pt x="194721" y="282200"/>
                    <a:pt x="239844" y="409335"/>
                  </a:cubicBezTo>
                  <a:cubicBezTo>
                    <a:pt x="247515" y="430949"/>
                    <a:pt x="246569" y="462012"/>
                    <a:pt x="279902" y="465720"/>
                  </a:cubicBezTo>
                  <a:cubicBezTo>
                    <a:pt x="316454" y="469786"/>
                    <a:pt x="331105" y="444242"/>
                    <a:pt x="343216" y="416209"/>
                  </a:cubicBezTo>
                  <a:cubicBezTo>
                    <a:pt x="361376" y="395279"/>
                    <a:pt x="367678" y="410945"/>
                    <a:pt x="366608" y="426208"/>
                  </a:cubicBezTo>
                  <a:cubicBezTo>
                    <a:pt x="364753" y="452690"/>
                    <a:pt x="380716" y="451770"/>
                    <a:pt x="398176" y="451458"/>
                  </a:cubicBezTo>
                  <a:cubicBezTo>
                    <a:pt x="448222" y="453529"/>
                    <a:pt x="498185" y="451910"/>
                    <a:pt x="548131" y="452516"/>
                  </a:cubicBezTo>
                  <a:cubicBezTo>
                    <a:pt x="567525" y="452752"/>
                    <a:pt x="587219" y="451680"/>
                    <a:pt x="604253" y="463772"/>
                  </a:cubicBezTo>
                  <a:cubicBezTo>
                    <a:pt x="640827" y="460940"/>
                    <a:pt x="647565" y="481168"/>
                    <a:pt x="646799" y="513052"/>
                  </a:cubicBezTo>
                  <a:cubicBezTo>
                    <a:pt x="642758" y="681264"/>
                    <a:pt x="640221" y="849512"/>
                    <a:pt x="637161" y="1017749"/>
                  </a:cubicBezTo>
                  <a:close/>
                </a:path>
              </a:pathLst>
            </a:custGeom>
            <a:solidFill>
              <a:srgbClr val="59606C"/>
            </a:solidFill>
            <a:ln w="1429"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9CCA947F-67BA-DADC-7C0D-2864391ABC29}"/>
                </a:ext>
              </a:extLst>
            </p:cNvPr>
            <p:cNvSpPr/>
            <p:nvPr/>
          </p:nvSpPr>
          <p:spPr>
            <a:xfrm>
              <a:off x="5139408" y="3904788"/>
              <a:ext cx="513568" cy="1677341"/>
            </a:xfrm>
            <a:custGeom>
              <a:avLst/>
              <a:gdLst>
                <a:gd name="connsiteX0" fmla="*/ 396264 w 513568"/>
                <a:gd name="connsiteY0" fmla="*/ 17904 h 1677341"/>
                <a:gd name="connsiteX1" fmla="*/ 436541 w 513568"/>
                <a:gd name="connsiteY1" fmla="*/ 224 h 1677341"/>
                <a:gd name="connsiteX2" fmla="*/ 480821 w 513568"/>
                <a:gd name="connsiteY2" fmla="*/ 65357 h 1677341"/>
                <a:gd name="connsiteX3" fmla="*/ 362633 w 513568"/>
                <a:gd name="connsiteY3" fmla="*/ 311285 h 1677341"/>
                <a:gd name="connsiteX4" fmla="*/ 413941 w 513568"/>
                <a:gd name="connsiteY4" fmla="*/ 382618 h 1677341"/>
                <a:gd name="connsiteX5" fmla="*/ 492723 w 513568"/>
                <a:gd name="connsiteY5" fmla="*/ 327947 h 1677341"/>
                <a:gd name="connsiteX6" fmla="*/ 506070 w 513568"/>
                <a:gd name="connsiteY6" fmla="*/ 373603 h 1677341"/>
                <a:gd name="connsiteX7" fmla="*/ 506856 w 513568"/>
                <a:gd name="connsiteY7" fmla="*/ 534751 h 1677341"/>
                <a:gd name="connsiteX8" fmla="*/ 511324 w 513568"/>
                <a:gd name="connsiteY8" fmla="*/ 557268 h 1677341"/>
                <a:gd name="connsiteX9" fmla="*/ 464395 w 513568"/>
                <a:gd name="connsiteY9" fmla="*/ 617982 h 1677341"/>
                <a:gd name="connsiteX10" fmla="*/ 452856 w 513568"/>
                <a:gd name="connsiteY10" fmla="*/ 651331 h 1677341"/>
                <a:gd name="connsiteX11" fmla="*/ 438710 w 513568"/>
                <a:gd name="connsiteY11" fmla="*/ 673669 h 1677341"/>
                <a:gd name="connsiteX12" fmla="*/ 355752 w 513568"/>
                <a:gd name="connsiteY12" fmla="*/ 760710 h 1677341"/>
                <a:gd name="connsiteX13" fmla="*/ 228887 w 513568"/>
                <a:gd name="connsiteY13" fmla="*/ 942391 h 1677341"/>
                <a:gd name="connsiteX14" fmla="*/ 271001 w 513568"/>
                <a:gd name="connsiteY14" fmla="*/ 1166236 h 1677341"/>
                <a:gd name="connsiteX15" fmla="*/ 308705 w 513568"/>
                <a:gd name="connsiteY15" fmla="*/ 1314397 h 1677341"/>
                <a:gd name="connsiteX16" fmla="*/ 319179 w 513568"/>
                <a:gd name="connsiteY16" fmla="*/ 1669599 h 1677341"/>
                <a:gd name="connsiteX17" fmla="*/ 289661 w 513568"/>
                <a:gd name="connsiteY17" fmla="*/ 1658543 h 1677341"/>
                <a:gd name="connsiteX18" fmla="*/ 265669 w 513568"/>
                <a:gd name="connsiteY18" fmla="*/ 1592053 h 1677341"/>
                <a:gd name="connsiteX19" fmla="*/ 146656 w 513568"/>
                <a:gd name="connsiteY19" fmla="*/ 1219062 h 1677341"/>
                <a:gd name="connsiteX20" fmla="*/ 83839 w 513568"/>
                <a:gd name="connsiteY20" fmla="*/ 1069593 h 1677341"/>
                <a:gd name="connsiteX21" fmla="*/ 72500 w 513568"/>
                <a:gd name="connsiteY21" fmla="*/ 1034610 h 1677341"/>
                <a:gd name="connsiteX22" fmla="*/ 134729 w 513568"/>
                <a:gd name="connsiteY22" fmla="*/ 936219 h 1677341"/>
                <a:gd name="connsiteX23" fmla="*/ 57 w 513568"/>
                <a:gd name="connsiteY23" fmla="*/ 832764 h 1677341"/>
                <a:gd name="connsiteX24" fmla="*/ 36027 w 513568"/>
                <a:gd name="connsiteY24" fmla="*/ 652973 h 1677341"/>
                <a:gd name="connsiteX25" fmla="*/ 68201 w 513568"/>
                <a:gd name="connsiteY25" fmla="*/ 540419 h 1677341"/>
                <a:gd name="connsiteX26" fmla="*/ 192254 w 513568"/>
                <a:gd name="connsiteY26" fmla="*/ 387489 h 1677341"/>
                <a:gd name="connsiteX27" fmla="*/ 227989 w 513568"/>
                <a:gd name="connsiteY27" fmla="*/ 381375 h 1677341"/>
                <a:gd name="connsiteX28" fmla="*/ 365591 w 513568"/>
                <a:gd name="connsiteY28" fmla="*/ 440671 h 1677341"/>
                <a:gd name="connsiteX29" fmla="*/ 430962 w 513568"/>
                <a:gd name="connsiteY29" fmla="*/ 534455 h 1677341"/>
                <a:gd name="connsiteX30" fmla="*/ 418876 w 513568"/>
                <a:gd name="connsiteY30" fmla="*/ 515558 h 1677341"/>
                <a:gd name="connsiteX31" fmla="*/ 261250 w 513568"/>
                <a:gd name="connsiteY31" fmla="*/ 392156 h 1677341"/>
                <a:gd name="connsiteX32" fmla="*/ 243327 w 513568"/>
                <a:gd name="connsiteY32" fmla="*/ 342636 h 1677341"/>
                <a:gd name="connsiteX33" fmla="*/ 347700 w 513568"/>
                <a:gd name="connsiteY33" fmla="*/ 128637 h 1677341"/>
                <a:gd name="connsiteX34" fmla="*/ 396264 w 513568"/>
                <a:gd name="connsiteY34" fmla="*/ 17904 h 1677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13568" h="1677341">
                  <a:moveTo>
                    <a:pt x="396264" y="17904"/>
                  </a:moveTo>
                  <a:cubicBezTo>
                    <a:pt x="406511" y="4767"/>
                    <a:pt x="420944" y="1274"/>
                    <a:pt x="436541" y="224"/>
                  </a:cubicBezTo>
                  <a:cubicBezTo>
                    <a:pt x="481834" y="-2828"/>
                    <a:pt x="503287" y="25667"/>
                    <a:pt x="480821" y="65357"/>
                  </a:cubicBezTo>
                  <a:cubicBezTo>
                    <a:pt x="435855" y="144800"/>
                    <a:pt x="403514" y="230045"/>
                    <a:pt x="362633" y="311285"/>
                  </a:cubicBezTo>
                  <a:cubicBezTo>
                    <a:pt x="343650" y="361603"/>
                    <a:pt x="397231" y="357190"/>
                    <a:pt x="413941" y="382618"/>
                  </a:cubicBezTo>
                  <a:cubicBezTo>
                    <a:pt x="426637" y="331490"/>
                    <a:pt x="446812" y="318023"/>
                    <a:pt x="492723" y="327947"/>
                  </a:cubicBezTo>
                  <a:cubicBezTo>
                    <a:pt x="512296" y="338747"/>
                    <a:pt x="515233" y="354252"/>
                    <a:pt x="506070" y="373603"/>
                  </a:cubicBezTo>
                  <a:cubicBezTo>
                    <a:pt x="480602" y="427389"/>
                    <a:pt x="467195" y="481072"/>
                    <a:pt x="506856" y="534751"/>
                  </a:cubicBezTo>
                  <a:cubicBezTo>
                    <a:pt x="511645" y="541234"/>
                    <a:pt x="516548" y="555949"/>
                    <a:pt x="511324" y="557268"/>
                  </a:cubicBezTo>
                  <a:cubicBezTo>
                    <a:pt x="478290" y="565604"/>
                    <a:pt x="473334" y="590775"/>
                    <a:pt x="464395" y="617982"/>
                  </a:cubicBezTo>
                  <a:cubicBezTo>
                    <a:pt x="461015" y="628270"/>
                    <a:pt x="445827" y="634555"/>
                    <a:pt x="452856" y="651331"/>
                  </a:cubicBezTo>
                  <a:cubicBezTo>
                    <a:pt x="457623" y="662710"/>
                    <a:pt x="447028" y="669483"/>
                    <a:pt x="438710" y="673669"/>
                  </a:cubicBezTo>
                  <a:cubicBezTo>
                    <a:pt x="400548" y="692878"/>
                    <a:pt x="371830" y="720662"/>
                    <a:pt x="355752" y="760710"/>
                  </a:cubicBezTo>
                  <a:cubicBezTo>
                    <a:pt x="327494" y="831066"/>
                    <a:pt x="275791" y="885054"/>
                    <a:pt x="228887" y="942391"/>
                  </a:cubicBezTo>
                  <a:cubicBezTo>
                    <a:pt x="212241" y="1022778"/>
                    <a:pt x="240283" y="1094759"/>
                    <a:pt x="271001" y="1166236"/>
                  </a:cubicBezTo>
                  <a:cubicBezTo>
                    <a:pt x="295261" y="1212614"/>
                    <a:pt x="299953" y="1264321"/>
                    <a:pt x="308705" y="1314397"/>
                  </a:cubicBezTo>
                  <a:cubicBezTo>
                    <a:pt x="329273" y="1432079"/>
                    <a:pt x="347820" y="1550303"/>
                    <a:pt x="319179" y="1669599"/>
                  </a:cubicBezTo>
                  <a:cubicBezTo>
                    <a:pt x="301268" y="1688129"/>
                    <a:pt x="295359" y="1668904"/>
                    <a:pt x="289661" y="1658543"/>
                  </a:cubicBezTo>
                  <a:cubicBezTo>
                    <a:pt x="278264" y="1637824"/>
                    <a:pt x="272566" y="1614606"/>
                    <a:pt x="265669" y="1592053"/>
                  </a:cubicBezTo>
                  <a:cubicBezTo>
                    <a:pt x="227499" y="1467241"/>
                    <a:pt x="185794" y="1343559"/>
                    <a:pt x="146656" y="1219062"/>
                  </a:cubicBezTo>
                  <a:cubicBezTo>
                    <a:pt x="130363" y="1167238"/>
                    <a:pt x="110834" y="1116882"/>
                    <a:pt x="83839" y="1069593"/>
                  </a:cubicBezTo>
                  <a:cubicBezTo>
                    <a:pt x="77659" y="1058767"/>
                    <a:pt x="71005" y="1047962"/>
                    <a:pt x="72500" y="1034610"/>
                  </a:cubicBezTo>
                  <a:cubicBezTo>
                    <a:pt x="90700" y="999949"/>
                    <a:pt x="101595" y="960534"/>
                    <a:pt x="134729" y="936219"/>
                  </a:cubicBezTo>
                  <a:cubicBezTo>
                    <a:pt x="53155" y="954780"/>
                    <a:pt x="1874" y="915673"/>
                    <a:pt x="57" y="832764"/>
                  </a:cubicBezTo>
                  <a:cubicBezTo>
                    <a:pt x="-1315" y="770158"/>
                    <a:pt x="22302" y="712515"/>
                    <a:pt x="36027" y="652973"/>
                  </a:cubicBezTo>
                  <a:cubicBezTo>
                    <a:pt x="44782" y="614994"/>
                    <a:pt x="56429" y="577615"/>
                    <a:pt x="68201" y="540419"/>
                  </a:cubicBezTo>
                  <a:cubicBezTo>
                    <a:pt x="89418" y="473380"/>
                    <a:pt x="136307" y="426551"/>
                    <a:pt x="192254" y="387489"/>
                  </a:cubicBezTo>
                  <a:cubicBezTo>
                    <a:pt x="202789" y="380134"/>
                    <a:pt x="214838" y="376978"/>
                    <a:pt x="227989" y="381375"/>
                  </a:cubicBezTo>
                  <a:cubicBezTo>
                    <a:pt x="275535" y="397265"/>
                    <a:pt x="322990" y="413299"/>
                    <a:pt x="365591" y="440671"/>
                  </a:cubicBezTo>
                  <a:cubicBezTo>
                    <a:pt x="400317" y="462981"/>
                    <a:pt x="404919" y="506150"/>
                    <a:pt x="430962" y="534455"/>
                  </a:cubicBezTo>
                  <a:cubicBezTo>
                    <a:pt x="425638" y="528973"/>
                    <a:pt x="421449" y="522526"/>
                    <a:pt x="418876" y="515558"/>
                  </a:cubicBezTo>
                  <a:cubicBezTo>
                    <a:pt x="391691" y="441936"/>
                    <a:pt x="328805" y="413954"/>
                    <a:pt x="261250" y="392156"/>
                  </a:cubicBezTo>
                  <a:cubicBezTo>
                    <a:pt x="220915" y="379141"/>
                    <a:pt x="220918" y="378159"/>
                    <a:pt x="243327" y="342636"/>
                  </a:cubicBezTo>
                  <a:cubicBezTo>
                    <a:pt x="285888" y="275173"/>
                    <a:pt x="316393" y="201572"/>
                    <a:pt x="347700" y="128637"/>
                  </a:cubicBezTo>
                  <a:cubicBezTo>
                    <a:pt x="363602" y="91592"/>
                    <a:pt x="386678" y="57666"/>
                    <a:pt x="396264" y="17904"/>
                  </a:cubicBezTo>
                  <a:close/>
                </a:path>
              </a:pathLst>
            </a:custGeom>
            <a:solidFill>
              <a:srgbClr val="F9B389"/>
            </a:solidFill>
            <a:ln w="1429"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E3B0510C-81C4-81F9-D659-284AC487CDAD}"/>
                </a:ext>
              </a:extLst>
            </p:cNvPr>
            <p:cNvSpPr/>
            <p:nvPr/>
          </p:nvSpPr>
          <p:spPr>
            <a:xfrm>
              <a:off x="8224498" y="6067041"/>
              <a:ext cx="1012341" cy="231104"/>
            </a:xfrm>
            <a:custGeom>
              <a:avLst/>
              <a:gdLst>
                <a:gd name="connsiteX0" fmla="*/ 1012224 w 1012341"/>
                <a:gd name="connsiteY0" fmla="*/ 181728 h 231104"/>
                <a:gd name="connsiteX1" fmla="*/ 980158 w 1012341"/>
                <a:gd name="connsiteY1" fmla="*/ 216566 h 231104"/>
                <a:gd name="connsiteX2" fmla="*/ 916151 w 1012341"/>
                <a:gd name="connsiteY2" fmla="*/ 231104 h 231104"/>
                <a:gd name="connsiteX3" fmla="*/ 97937 w 1012341"/>
                <a:gd name="connsiteY3" fmla="*/ 231001 h 231104"/>
                <a:gd name="connsiteX4" fmla="*/ 60435 w 1012341"/>
                <a:gd name="connsiteY4" fmla="*/ 229173 h 231104"/>
                <a:gd name="connsiteX5" fmla="*/ 2677 w 1012341"/>
                <a:gd name="connsiteY5" fmla="*/ 167444 h 231104"/>
                <a:gd name="connsiteX6" fmla="*/ 11443 w 1012341"/>
                <a:gd name="connsiteY6" fmla="*/ 10522 h 231104"/>
                <a:gd name="connsiteX7" fmla="*/ 179732 w 1012341"/>
                <a:gd name="connsiteY7" fmla="*/ 2106 h 231104"/>
                <a:gd name="connsiteX8" fmla="*/ 282832 w 1012341"/>
                <a:gd name="connsiteY8" fmla="*/ 3437 h 231104"/>
                <a:gd name="connsiteX9" fmla="*/ 987512 w 1012341"/>
                <a:gd name="connsiteY9" fmla="*/ 2166 h 231104"/>
                <a:gd name="connsiteX10" fmla="*/ 1011569 w 1012341"/>
                <a:gd name="connsiteY10" fmla="*/ 7692 h 231104"/>
                <a:gd name="connsiteX11" fmla="*/ 1012224 w 1012341"/>
                <a:gd name="connsiteY11" fmla="*/ 181728 h 231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12341" h="231104">
                  <a:moveTo>
                    <a:pt x="1012224" y="181728"/>
                  </a:moveTo>
                  <a:cubicBezTo>
                    <a:pt x="1013453" y="204309"/>
                    <a:pt x="1005274" y="218229"/>
                    <a:pt x="980158" y="216566"/>
                  </a:cubicBezTo>
                  <a:cubicBezTo>
                    <a:pt x="960736" y="229852"/>
                    <a:pt x="938692" y="231106"/>
                    <a:pt x="916151" y="231104"/>
                  </a:cubicBezTo>
                  <a:cubicBezTo>
                    <a:pt x="643412" y="231083"/>
                    <a:pt x="370674" y="231160"/>
                    <a:pt x="97937" y="231001"/>
                  </a:cubicBezTo>
                  <a:cubicBezTo>
                    <a:pt x="85413" y="230994"/>
                    <a:pt x="72868" y="230901"/>
                    <a:pt x="60435" y="229173"/>
                  </a:cubicBezTo>
                  <a:cubicBezTo>
                    <a:pt x="17886" y="223260"/>
                    <a:pt x="2347" y="209513"/>
                    <a:pt x="2677" y="167444"/>
                  </a:cubicBezTo>
                  <a:cubicBezTo>
                    <a:pt x="3089" y="115122"/>
                    <a:pt x="-7741" y="61865"/>
                    <a:pt x="11443" y="10522"/>
                  </a:cubicBezTo>
                  <a:cubicBezTo>
                    <a:pt x="66784" y="-4775"/>
                    <a:pt x="124012" y="701"/>
                    <a:pt x="179732" y="2106"/>
                  </a:cubicBezTo>
                  <a:cubicBezTo>
                    <a:pt x="214025" y="2971"/>
                    <a:pt x="248318" y="3786"/>
                    <a:pt x="282832" y="3437"/>
                  </a:cubicBezTo>
                  <a:cubicBezTo>
                    <a:pt x="517716" y="1067"/>
                    <a:pt x="752618" y="3174"/>
                    <a:pt x="987512" y="2166"/>
                  </a:cubicBezTo>
                  <a:cubicBezTo>
                    <a:pt x="995885" y="2130"/>
                    <a:pt x="1004182" y="3104"/>
                    <a:pt x="1011569" y="7692"/>
                  </a:cubicBezTo>
                  <a:cubicBezTo>
                    <a:pt x="996437" y="65763"/>
                    <a:pt x="983023" y="123826"/>
                    <a:pt x="1012224" y="181728"/>
                  </a:cubicBezTo>
                  <a:close/>
                </a:path>
              </a:pathLst>
            </a:custGeom>
            <a:solidFill>
              <a:srgbClr val="F7C09B"/>
            </a:solidFill>
            <a:ln w="1429"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A30F4B23-F0A1-EB24-2A35-01CA4E771156}"/>
                </a:ext>
              </a:extLst>
            </p:cNvPr>
            <p:cNvSpPr/>
            <p:nvPr/>
          </p:nvSpPr>
          <p:spPr>
            <a:xfrm>
              <a:off x="3072727" y="5094767"/>
              <a:ext cx="696126" cy="577989"/>
            </a:xfrm>
            <a:custGeom>
              <a:avLst/>
              <a:gdLst>
                <a:gd name="connsiteX0" fmla="*/ 295764 w 696126"/>
                <a:gd name="connsiteY0" fmla="*/ 576166 h 577989"/>
                <a:gd name="connsiteX1" fmla="*/ 98276 w 696126"/>
                <a:gd name="connsiteY1" fmla="*/ 577986 h 577989"/>
                <a:gd name="connsiteX2" fmla="*/ 75961 w 696126"/>
                <a:gd name="connsiteY2" fmla="*/ 570043 h 577989"/>
                <a:gd name="connsiteX3" fmla="*/ 67902 w 696126"/>
                <a:gd name="connsiteY3" fmla="*/ 510148 h 577989"/>
                <a:gd name="connsiteX4" fmla="*/ 79658 w 696126"/>
                <a:gd name="connsiteY4" fmla="*/ 418895 h 577989"/>
                <a:gd name="connsiteX5" fmla="*/ 46468 w 696126"/>
                <a:gd name="connsiteY5" fmla="*/ 276164 h 577989"/>
                <a:gd name="connsiteX6" fmla="*/ 7236 w 696126"/>
                <a:gd name="connsiteY6" fmla="*/ 212097 h 577989"/>
                <a:gd name="connsiteX7" fmla="*/ 9053 w 696126"/>
                <a:gd name="connsiteY7" fmla="*/ 147788 h 577989"/>
                <a:gd name="connsiteX8" fmla="*/ 58597 w 696126"/>
                <a:gd name="connsiteY8" fmla="*/ 113830 h 577989"/>
                <a:gd name="connsiteX9" fmla="*/ 94268 w 696126"/>
                <a:gd name="connsiteY9" fmla="*/ 149499 h 577989"/>
                <a:gd name="connsiteX10" fmla="*/ 111439 w 696126"/>
                <a:gd name="connsiteY10" fmla="*/ 26837 h 577989"/>
                <a:gd name="connsiteX11" fmla="*/ 150843 w 696126"/>
                <a:gd name="connsiteY11" fmla="*/ 52 h 577989"/>
                <a:gd name="connsiteX12" fmla="*/ 185041 w 696126"/>
                <a:gd name="connsiteY12" fmla="*/ 117687 h 577989"/>
                <a:gd name="connsiteX13" fmla="*/ 151868 w 696126"/>
                <a:gd name="connsiteY13" fmla="*/ 139105 h 577989"/>
                <a:gd name="connsiteX14" fmla="*/ 536086 w 696126"/>
                <a:gd name="connsiteY14" fmla="*/ 261633 h 577989"/>
                <a:gd name="connsiteX15" fmla="*/ 676060 w 696126"/>
                <a:gd name="connsiteY15" fmla="*/ 335319 h 577989"/>
                <a:gd name="connsiteX16" fmla="*/ 695903 w 696126"/>
                <a:gd name="connsiteY16" fmla="*/ 359267 h 577989"/>
                <a:gd name="connsiteX17" fmla="*/ 669957 w 696126"/>
                <a:gd name="connsiteY17" fmla="*/ 376179 h 577989"/>
                <a:gd name="connsiteX18" fmla="*/ 483721 w 696126"/>
                <a:gd name="connsiteY18" fmla="*/ 435398 h 577989"/>
                <a:gd name="connsiteX19" fmla="*/ 313323 w 696126"/>
                <a:gd name="connsiteY19" fmla="*/ 546168 h 577989"/>
                <a:gd name="connsiteX20" fmla="*/ 295764 w 696126"/>
                <a:gd name="connsiteY20" fmla="*/ 576166 h 577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96126" h="577989">
                  <a:moveTo>
                    <a:pt x="295764" y="576166"/>
                  </a:moveTo>
                  <a:cubicBezTo>
                    <a:pt x="229934" y="576776"/>
                    <a:pt x="164106" y="577398"/>
                    <a:pt x="98276" y="577986"/>
                  </a:cubicBezTo>
                  <a:cubicBezTo>
                    <a:pt x="89900" y="578060"/>
                    <a:pt x="81793" y="577195"/>
                    <a:pt x="75961" y="570043"/>
                  </a:cubicBezTo>
                  <a:cubicBezTo>
                    <a:pt x="60238" y="551871"/>
                    <a:pt x="64589" y="530428"/>
                    <a:pt x="67902" y="510148"/>
                  </a:cubicBezTo>
                  <a:cubicBezTo>
                    <a:pt x="72854" y="479842"/>
                    <a:pt x="75303" y="449262"/>
                    <a:pt x="79658" y="418895"/>
                  </a:cubicBezTo>
                  <a:cubicBezTo>
                    <a:pt x="87025" y="367539"/>
                    <a:pt x="77999" y="319182"/>
                    <a:pt x="46468" y="276164"/>
                  </a:cubicBezTo>
                  <a:cubicBezTo>
                    <a:pt x="31666" y="255968"/>
                    <a:pt x="17164" y="235385"/>
                    <a:pt x="7236" y="212097"/>
                  </a:cubicBezTo>
                  <a:cubicBezTo>
                    <a:pt x="-2031" y="190353"/>
                    <a:pt x="-3396" y="168566"/>
                    <a:pt x="9053" y="147788"/>
                  </a:cubicBezTo>
                  <a:cubicBezTo>
                    <a:pt x="20226" y="129141"/>
                    <a:pt x="35873" y="113883"/>
                    <a:pt x="58597" y="113830"/>
                  </a:cubicBezTo>
                  <a:cubicBezTo>
                    <a:pt x="80111" y="113781"/>
                    <a:pt x="87468" y="132394"/>
                    <a:pt x="94268" y="149499"/>
                  </a:cubicBezTo>
                  <a:cubicBezTo>
                    <a:pt x="87829" y="106903"/>
                    <a:pt x="84545" y="64499"/>
                    <a:pt x="111439" y="26837"/>
                  </a:cubicBezTo>
                  <a:cubicBezTo>
                    <a:pt x="120969" y="13492"/>
                    <a:pt x="130976" y="-976"/>
                    <a:pt x="150843" y="52"/>
                  </a:cubicBezTo>
                  <a:cubicBezTo>
                    <a:pt x="175412" y="35434"/>
                    <a:pt x="195418" y="72145"/>
                    <a:pt x="185041" y="117687"/>
                  </a:cubicBezTo>
                  <a:cubicBezTo>
                    <a:pt x="173596" y="121190"/>
                    <a:pt x="161000" y="122834"/>
                    <a:pt x="151868" y="139105"/>
                  </a:cubicBezTo>
                  <a:cubicBezTo>
                    <a:pt x="287612" y="162115"/>
                    <a:pt x="413896" y="206097"/>
                    <a:pt x="536086" y="261633"/>
                  </a:cubicBezTo>
                  <a:cubicBezTo>
                    <a:pt x="584015" y="283415"/>
                    <a:pt x="629702" y="310180"/>
                    <a:pt x="676060" y="335319"/>
                  </a:cubicBezTo>
                  <a:cubicBezTo>
                    <a:pt x="685375" y="340370"/>
                    <a:pt x="697964" y="345677"/>
                    <a:pt x="695903" y="359267"/>
                  </a:cubicBezTo>
                  <a:cubicBezTo>
                    <a:pt x="693855" y="372776"/>
                    <a:pt x="680040" y="373710"/>
                    <a:pt x="669957" y="376179"/>
                  </a:cubicBezTo>
                  <a:cubicBezTo>
                    <a:pt x="606516" y="391711"/>
                    <a:pt x="543493" y="408368"/>
                    <a:pt x="483721" y="435398"/>
                  </a:cubicBezTo>
                  <a:cubicBezTo>
                    <a:pt x="421265" y="463641"/>
                    <a:pt x="363383" y="498975"/>
                    <a:pt x="313323" y="546168"/>
                  </a:cubicBezTo>
                  <a:cubicBezTo>
                    <a:pt x="304830" y="554172"/>
                    <a:pt x="291207" y="560132"/>
                    <a:pt x="295764" y="576166"/>
                  </a:cubicBezTo>
                  <a:close/>
                </a:path>
              </a:pathLst>
            </a:custGeom>
            <a:solidFill>
              <a:srgbClr val="778547"/>
            </a:solidFill>
            <a:ln w="1429" cap="flat">
              <a:noFill/>
              <a:prstDash val="solid"/>
              <a:miter/>
            </a:ln>
          </p:spPr>
          <p:txBody>
            <a:bodyPr rtlCol="0" anchor="ctr"/>
            <a:lstStyle/>
            <a:p>
              <a:endParaRPr lang="en-IN"/>
            </a:p>
          </p:txBody>
        </p:sp>
        <p:sp>
          <p:nvSpPr>
            <p:cNvPr id="35" name="Freeform: Shape 34">
              <a:extLst>
                <a:ext uri="{FF2B5EF4-FFF2-40B4-BE49-F238E27FC236}">
                  <a16:creationId xmlns:a16="http://schemas.microsoft.com/office/drawing/2014/main" id="{4125BC01-6B44-77F7-979A-7BE4C177C5BD}"/>
                </a:ext>
              </a:extLst>
            </p:cNvPr>
            <p:cNvSpPr/>
            <p:nvPr/>
          </p:nvSpPr>
          <p:spPr>
            <a:xfrm>
              <a:off x="5701699" y="3756300"/>
              <a:ext cx="1110202" cy="1084264"/>
            </a:xfrm>
            <a:custGeom>
              <a:avLst/>
              <a:gdLst>
                <a:gd name="connsiteX0" fmla="*/ 2760 w 1110202"/>
                <a:gd name="connsiteY0" fmla="*/ 0 h 1084264"/>
                <a:gd name="connsiteX1" fmla="*/ 27041 w 1110202"/>
                <a:gd name="connsiteY1" fmla="*/ 184305 h 1084264"/>
                <a:gd name="connsiteX2" fmla="*/ 199508 w 1110202"/>
                <a:gd name="connsiteY2" fmla="*/ 595168 h 1084264"/>
                <a:gd name="connsiteX3" fmla="*/ 380120 w 1110202"/>
                <a:gd name="connsiteY3" fmla="*/ 669438 h 1084264"/>
                <a:gd name="connsiteX4" fmla="*/ 770616 w 1110202"/>
                <a:gd name="connsiteY4" fmla="*/ 551740 h 1084264"/>
                <a:gd name="connsiteX5" fmla="*/ 923311 w 1110202"/>
                <a:gd name="connsiteY5" fmla="*/ 298343 h 1084264"/>
                <a:gd name="connsiteX6" fmla="*/ 930535 w 1110202"/>
                <a:gd name="connsiteY6" fmla="*/ 283945 h 1084264"/>
                <a:gd name="connsiteX7" fmla="*/ 1015415 w 1110202"/>
                <a:gd name="connsiteY7" fmla="*/ 610368 h 1084264"/>
                <a:gd name="connsiteX8" fmla="*/ 667659 w 1110202"/>
                <a:gd name="connsiteY8" fmla="*/ 874844 h 1084264"/>
                <a:gd name="connsiteX9" fmla="*/ 602611 w 1110202"/>
                <a:gd name="connsiteY9" fmla="*/ 903116 h 1084264"/>
                <a:gd name="connsiteX10" fmla="*/ 591648 w 1110202"/>
                <a:gd name="connsiteY10" fmla="*/ 953246 h 1084264"/>
                <a:gd name="connsiteX11" fmla="*/ 832400 w 1110202"/>
                <a:gd name="connsiteY11" fmla="*/ 1029684 h 1084264"/>
                <a:gd name="connsiteX12" fmla="*/ 1055271 w 1110202"/>
                <a:gd name="connsiteY12" fmla="*/ 855009 h 1084264"/>
                <a:gd name="connsiteX13" fmla="*/ 1077293 w 1110202"/>
                <a:gd name="connsiteY13" fmla="*/ 819651 h 1084264"/>
                <a:gd name="connsiteX14" fmla="*/ 1110203 w 1110202"/>
                <a:gd name="connsiteY14" fmla="*/ 822756 h 1084264"/>
                <a:gd name="connsiteX15" fmla="*/ 1014132 w 1110202"/>
                <a:gd name="connsiteY15" fmla="*/ 988623 h 1084264"/>
                <a:gd name="connsiteX16" fmla="*/ 640007 w 1110202"/>
                <a:gd name="connsiteY16" fmla="*/ 1062228 h 1084264"/>
                <a:gd name="connsiteX17" fmla="*/ 471265 w 1110202"/>
                <a:gd name="connsiteY17" fmla="*/ 804581 h 1084264"/>
                <a:gd name="connsiteX18" fmla="*/ 452136 w 1110202"/>
                <a:gd name="connsiteY18" fmla="*/ 742490 h 1084264"/>
                <a:gd name="connsiteX19" fmla="*/ 439652 w 1110202"/>
                <a:gd name="connsiteY19" fmla="*/ 719305 h 1084264"/>
                <a:gd name="connsiteX20" fmla="*/ 348210 w 1110202"/>
                <a:gd name="connsiteY20" fmla="*/ 715045 h 1084264"/>
                <a:gd name="connsiteX21" fmla="*/ 100558 w 1110202"/>
                <a:gd name="connsiteY21" fmla="*/ 513572 h 1084264"/>
                <a:gd name="connsiteX22" fmla="*/ 2760 w 1110202"/>
                <a:gd name="connsiteY22" fmla="*/ 0 h 1084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10202" h="1084264">
                  <a:moveTo>
                    <a:pt x="2760" y="0"/>
                  </a:moveTo>
                  <a:cubicBezTo>
                    <a:pt x="10710" y="61460"/>
                    <a:pt x="16478" y="123298"/>
                    <a:pt x="27041" y="184305"/>
                  </a:cubicBezTo>
                  <a:cubicBezTo>
                    <a:pt x="53002" y="334235"/>
                    <a:pt x="82944" y="483036"/>
                    <a:pt x="199508" y="595168"/>
                  </a:cubicBezTo>
                  <a:cubicBezTo>
                    <a:pt x="249945" y="643688"/>
                    <a:pt x="310590" y="666079"/>
                    <a:pt x="380120" y="669438"/>
                  </a:cubicBezTo>
                  <a:cubicBezTo>
                    <a:pt x="524481" y="676415"/>
                    <a:pt x="655798" y="639283"/>
                    <a:pt x="770616" y="551740"/>
                  </a:cubicBezTo>
                  <a:cubicBezTo>
                    <a:pt x="854058" y="488122"/>
                    <a:pt x="911007" y="406125"/>
                    <a:pt x="923311" y="298343"/>
                  </a:cubicBezTo>
                  <a:cubicBezTo>
                    <a:pt x="923882" y="293334"/>
                    <a:pt x="928046" y="288735"/>
                    <a:pt x="930535" y="283945"/>
                  </a:cubicBezTo>
                  <a:cubicBezTo>
                    <a:pt x="947803" y="395618"/>
                    <a:pt x="950194" y="511161"/>
                    <a:pt x="1015415" y="610368"/>
                  </a:cubicBezTo>
                  <a:cubicBezTo>
                    <a:pt x="909056" y="711095"/>
                    <a:pt x="795159" y="801928"/>
                    <a:pt x="667659" y="874844"/>
                  </a:cubicBezTo>
                  <a:cubicBezTo>
                    <a:pt x="647049" y="886630"/>
                    <a:pt x="624793" y="894723"/>
                    <a:pt x="602611" y="903116"/>
                  </a:cubicBezTo>
                  <a:cubicBezTo>
                    <a:pt x="569005" y="915831"/>
                    <a:pt x="565143" y="927820"/>
                    <a:pt x="591648" y="953246"/>
                  </a:cubicBezTo>
                  <a:cubicBezTo>
                    <a:pt x="658887" y="1017745"/>
                    <a:pt x="738844" y="1046719"/>
                    <a:pt x="832400" y="1029684"/>
                  </a:cubicBezTo>
                  <a:cubicBezTo>
                    <a:pt x="937170" y="1010608"/>
                    <a:pt x="1002496" y="940676"/>
                    <a:pt x="1055271" y="855009"/>
                  </a:cubicBezTo>
                  <a:cubicBezTo>
                    <a:pt x="1062559" y="843179"/>
                    <a:pt x="1067462" y="829729"/>
                    <a:pt x="1077293" y="819651"/>
                  </a:cubicBezTo>
                  <a:cubicBezTo>
                    <a:pt x="1089057" y="807589"/>
                    <a:pt x="1100835" y="804375"/>
                    <a:pt x="1110203" y="822756"/>
                  </a:cubicBezTo>
                  <a:cubicBezTo>
                    <a:pt x="1100292" y="890846"/>
                    <a:pt x="1064502" y="946391"/>
                    <a:pt x="1014132" y="988623"/>
                  </a:cubicBezTo>
                  <a:cubicBezTo>
                    <a:pt x="904201" y="1080794"/>
                    <a:pt x="777823" y="1108568"/>
                    <a:pt x="640007" y="1062228"/>
                  </a:cubicBezTo>
                  <a:cubicBezTo>
                    <a:pt x="538688" y="1028159"/>
                    <a:pt x="462884" y="911097"/>
                    <a:pt x="471265" y="804581"/>
                  </a:cubicBezTo>
                  <a:cubicBezTo>
                    <a:pt x="473227" y="779647"/>
                    <a:pt x="461290" y="762272"/>
                    <a:pt x="452136" y="742490"/>
                  </a:cubicBezTo>
                  <a:cubicBezTo>
                    <a:pt x="468315" y="723795"/>
                    <a:pt x="457932" y="719874"/>
                    <a:pt x="439652" y="719305"/>
                  </a:cubicBezTo>
                  <a:cubicBezTo>
                    <a:pt x="409138" y="718356"/>
                    <a:pt x="378251" y="719474"/>
                    <a:pt x="348210" y="715045"/>
                  </a:cubicBezTo>
                  <a:cubicBezTo>
                    <a:pt x="226214" y="697058"/>
                    <a:pt x="151049" y="618536"/>
                    <a:pt x="100558" y="513572"/>
                  </a:cubicBezTo>
                  <a:cubicBezTo>
                    <a:pt x="22569" y="351447"/>
                    <a:pt x="-10212" y="179867"/>
                    <a:pt x="2760" y="0"/>
                  </a:cubicBezTo>
                  <a:close/>
                </a:path>
              </a:pathLst>
            </a:custGeom>
            <a:solidFill>
              <a:srgbClr val="E18C69"/>
            </a:solidFill>
            <a:ln w="1429" cap="flat">
              <a:noFill/>
              <a:prstDash val="solid"/>
              <a:miter/>
            </a:ln>
          </p:spPr>
          <p:txBody>
            <a:bodyPr rtlCol="0" anchor="ctr"/>
            <a:lstStyle/>
            <a:p>
              <a:endParaRPr lang="en-IN"/>
            </a:p>
          </p:txBody>
        </p:sp>
        <p:sp>
          <p:nvSpPr>
            <p:cNvPr id="36" name="Freeform: Shape 35">
              <a:extLst>
                <a:ext uri="{FF2B5EF4-FFF2-40B4-BE49-F238E27FC236}">
                  <a16:creationId xmlns:a16="http://schemas.microsoft.com/office/drawing/2014/main" id="{C22CB26C-EB71-0501-2BBA-FEC72785FCB5}"/>
                </a:ext>
              </a:extLst>
            </p:cNvPr>
            <p:cNvSpPr/>
            <p:nvPr/>
          </p:nvSpPr>
          <p:spPr>
            <a:xfrm>
              <a:off x="5774234" y="2038819"/>
              <a:ext cx="643564" cy="317560"/>
            </a:xfrm>
            <a:custGeom>
              <a:avLst/>
              <a:gdLst>
                <a:gd name="connsiteX0" fmla="*/ 31171 w 643564"/>
                <a:gd name="connsiteY0" fmla="*/ 18833 h 317560"/>
                <a:gd name="connsiteX1" fmla="*/ 184958 w 643564"/>
                <a:gd name="connsiteY1" fmla="*/ 9876 h 317560"/>
                <a:gd name="connsiteX2" fmla="*/ 206324 w 643564"/>
                <a:gd name="connsiteY2" fmla="*/ 4787 h 317560"/>
                <a:gd name="connsiteX3" fmla="*/ 411434 w 643564"/>
                <a:gd name="connsiteY3" fmla="*/ 704 h 317560"/>
                <a:gd name="connsiteX4" fmla="*/ 433877 w 643564"/>
                <a:gd name="connsiteY4" fmla="*/ 602 h 317560"/>
                <a:gd name="connsiteX5" fmla="*/ 562851 w 643564"/>
                <a:gd name="connsiteY5" fmla="*/ 4568 h 317560"/>
                <a:gd name="connsiteX6" fmla="*/ 614783 w 643564"/>
                <a:gd name="connsiteY6" fmla="*/ 23354 h 317560"/>
                <a:gd name="connsiteX7" fmla="*/ 623529 w 643564"/>
                <a:gd name="connsiteY7" fmla="*/ 106618 h 317560"/>
                <a:gd name="connsiteX8" fmla="*/ 622343 w 643564"/>
                <a:gd name="connsiteY8" fmla="*/ 122917 h 317560"/>
                <a:gd name="connsiteX9" fmla="*/ 630790 w 643564"/>
                <a:gd name="connsiteY9" fmla="*/ 132076 h 317560"/>
                <a:gd name="connsiteX10" fmla="*/ 619959 w 643564"/>
                <a:gd name="connsiteY10" fmla="*/ 205423 h 317560"/>
                <a:gd name="connsiteX11" fmla="*/ 633980 w 643564"/>
                <a:gd name="connsiteY11" fmla="*/ 272365 h 317560"/>
                <a:gd name="connsiteX12" fmla="*/ 556318 w 643564"/>
                <a:gd name="connsiteY12" fmla="*/ 300500 h 317560"/>
                <a:gd name="connsiteX13" fmla="*/ 433667 w 643564"/>
                <a:gd name="connsiteY13" fmla="*/ 311542 h 317560"/>
                <a:gd name="connsiteX14" fmla="*/ 220790 w 643564"/>
                <a:gd name="connsiteY14" fmla="*/ 309670 h 317560"/>
                <a:gd name="connsiteX15" fmla="*/ 29645 w 643564"/>
                <a:gd name="connsiteY15" fmla="*/ 292190 h 317560"/>
                <a:gd name="connsiteX16" fmla="*/ 3412 w 643564"/>
                <a:gd name="connsiteY16" fmla="*/ 262117 h 317560"/>
                <a:gd name="connsiteX17" fmla="*/ 16150 w 643564"/>
                <a:gd name="connsiteY17" fmla="*/ 186791 h 317560"/>
                <a:gd name="connsiteX18" fmla="*/ 16694 w 643564"/>
                <a:gd name="connsiteY18" fmla="*/ 116442 h 317560"/>
                <a:gd name="connsiteX19" fmla="*/ 16768 w 643564"/>
                <a:gd name="connsiteY19" fmla="*/ 94908 h 317560"/>
                <a:gd name="connsiteX20" fmla="*/ 31171 w 643564"/>
                <a:gd name="connsiteY20" fmla="*/ 18833 h 317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43564" h="317560">
                  <a:moveTo>
                    <a:pt x="31171" y="18833"/>
                  </a:moveTo>
                  <a:cubicBezTo>
                    <a:pt x="82209" y="12005"/>
                    <a:pt x="134351" y="24123"/>
                    <a:pt x="184958" y="9876"/>
                  </a:cubicBezTo>
                  <a:cubicBezTo>
                    <a:pt x="191611" y="6191"/>
                    <a:pt x="199016" y="5722"/>
                    <a:pt x="206324" y="4787"/>
                  </a:cubicBezTo>
                  <a:cubicBezTo>
                    <a:pt x="274664" y="2174"/>
                    <a:pt x="343171" y="8050"/>
                    <a:pt x="411434" y="704"/>
                  </a:cubicBezTo>
                  <a:cubicBezTo>
                    <a:pt x="418920" y="-253"/>
                    <a:pt x="426395" y="-182"/>
                    <a:pt x="433877" y="602"/>
                  </a:cubicBezTo>
                  <a:cubicBezTo>
                    <a:pt x="476724" y="6867"/>
                    <a:pt x="519879" y="2849"/>
                    <a:pt x="562851" y="4568"/>
                  </a:cubicBezTo>
                  <a:cubicBezTo>
                    <a:pt x="581906" y="5330"/>
                    <a:pt x="602605" y="2972"/>
                    <a:pt x="614783" y="23354"/>
                  </a:cubicBezTo>
                  <a:cubicBezTo>
                    <a:pt x="639595" y="48828"/>
                    <a:pt x="660469" y="74849"/>
                    <a:pt x="623529" y="106618"/>
                  </a:cubicBezTo>
                  <a:cubicBezTo>
                    <a:pt x="616968" y="112261"/>
                    <a:pt x="615924" y="116878"/>
                    <a:pt x="622343" y="122917"/>
                  </a:cubicBezTo>
                  <a:cubicBezTo>
                    <a:pt x="625363" y="125758"/>
                    <a:pt x="628379" y="128728"/>
                    <a:pt x="630790" y="132076"/>
                  </a:cubicBezTo>
                  <a:cubicBezTo>
                    <a:pt x="651308" y="160567"/>
                    <a:pt x="635876" y="179785"/>
                    <a:pt x="619959" y="205423"/>
                  </a:cubicBezTo>
                  <a:cubicBezTo>
                    <a:pt x="610742" y="220271"/>
                    <a:pt x="656272" y="242467"/>
                    <a:pt x="633980" y="272365"/>
                  </a:cubicBezTo>
                  <a:cubicBezTo>
                    <a:pt x="614043" y="299105"/>
                    <a:pt x="586736" y="303648"/>
                    <a:pt x="556318" y="300500"/>
                  </a:cubicBezTo>
                  <a:cubicBezTo>
                    <a:pt x="514123" y="291685"/>
                    <a:pt x="474491" y="307229"/>
                    <a:pt x="433667" y="311542"/>
                  </a:cubicBezTo>
                  <a:cubicBezTo>
                    <a:pt x="363269" y="318979"/>
                    <a:pt x="291271" y="320777"/>
                    <a:pt x="220790" y="309670"/>
                  </a:cubicBezTo>
                  <a:cubicBezTo>
                    <a:pt x="157280" y="299662"/>
                    <a:pt x="93532" y="296053"/>
                    <a:pt x="29645" y="292190"/>
                  </a:cubicBezTo>
                  <a:cubicBezTo>
                    <a:pt x="14662" y="287590"/>
                    <a:pt x="9543" y="274623"/>
                    <a:pt x="3412" y="262117"/>
                  </a:cubicBezTo>
                  <a:cubicBezTo>
                    <a:pt x="-11032" y="232648"/>
                    <a:pt x="25649" y="207425"/>
                    <a:pt x="16150" y="186791"/>
                  </a:cubicBezTo>
                  <a:cubicBezTo>
                    <a:pt x="3757" y="159876"/>
                    <a:pt x="-6294" y="139980"/>
                    <a:pt x="16694" y="116442"/>
                  </a:cubicBezTo>
                  <a:cubicBezTo>
                    <a:pt x="24097" y="108862"/>
                    <a:pt x="23316" y="102136"/>
                    <a:pt x="16768" y="94908"/>
                  </a:cubicBezTo>
                  <a:cubicBezTo>
                    <a:pt x="-11943" y="63217"/>
                    <a:pt x="3452" y="39855"/>
                    <a:pt x="31171" y="18833"/>
                  </a:cubicBezTo>
                  <a:close/>
                </a:path>
              </a:pathLst>
            </a:custGeom>
            <a:solidFill>
              <a:srgbClr val="555962"/>
            </a:solidFill>
            <a:ln w="1429"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053B71D1-40C2-3502-E4DD-A42B63A27737}"/>
                </a:ext>
              </a:extLst>
            </p:cNvPr>
            <p:cNvSpPr/>
            <p:nvPr/>
          </p:nvSpPr>
          <p:spPr>
            <a:xfrm>
              <a:off x="5410298" y="4407998"/>
              <a:ext cx="1441402" cy="1235063"/>
            </a:xfrm>
            <a:custGeom>
              <a:avLst/>
              <a:gdLst>
                <a:gd name="connsiteX0" fmla="*/ 743537 w 1441402"/>
                <a:gd name="connsiteY0" fmla="*/ 90792 h 1235063"/>
                <a:gd name="connsiteX1" fmla="*/ 776764 w 1441402"/>
                <a:gd name="connsiteY1" fmla="*/ 144582 h 1235063"/>
                <a:gd name="connsiteX2" fmla="*/ 840778 w 1441402"/>
                <a:gd name="connsiteY2" fmla="*/ 333663 h 1235063"/>
                <a:gd name="connsiteX3" fmla="*/ 1169399 w 1441402"/>
                <a:gd name="connsiteY3" fmla="*/ 401057 h 1235063"/>
                <a:gd name="connsiteX4" fmla="*/ 1396088 w 1441402"/>
                <a:gd name="connsiteY4" fmla="*/ 166675 h 1235063"/>
                <a:gd name="connsiteX5" fmla="*/ 1364151 w 1441402"/>
                <a:gd name="connsiteY5" fmla="*/ 0 h 1235063"/>
                <a:gd name="connsiteX6" fmla="*/ 1398073 w 1441402"/>
                <a:gd name="connsiteY6" fmla="*/ 9356 h 1235063"/>
                <a:gd name="connsiteX7" fmla="*/ 1440520 w 1441402"/>
                <a:gd name="connsiteY7" fmla="*/ 130161 h 1235063"/>
                <a:gd name="connsiteX8" fmla="*/ 1254460 w 1441402"/>
                <a:gd name="connsiteY8" fmla="*/ 400748 h 1235063"/>
                <a:gd name="connsiteX9" fmla="*/ 973411 w 1441402"/>
                <a:gd name="connsiteY9" fmla="*/ 435166 h 1235063"/>
                <a:gd name="connsiteX10" fmla="*/ 790750 w 1441402"/>
                <a:gd name="connsiteY10" fmla="*/ 325408 h 1235063"/>
                <a:gd name="connsiteX11" fmla="*/ 737654 w 1441402"/>
                <a:gd name="connsiteY11" fmla="*/ 251041 h 1235063"/>
                <a:gd name="connsiteX12" fmla="*/ 669334 w 1441402"/>
                <a:gd name="connsiteY12" fmla="*/ 224879 h 1235063"/>
                <a:gd name="connsiteX13" fmla="*/ 232260 w 1441402"/>
                <a:gd name="connsiteY13" fmla="*/ 469679 h 1235063"/>
                <a:gd name="connsiteX14" fmla="*/ 66362 w 1441402"/>
                <a:gd name="connsiteY14" fmla="*/ 796742 h 1235063"/>
                <a:gd name="connsiteX15" fmla="*/ 242348 w 1441402"/>
                <a:gd name="connsiteY15" fmla="*/ 1042516 h 1235063"/>
                <a:gd name="connsiteX16" fmla="*/ 276516 w 1441402"/>
                <a:gd name="connsiteY16" fmla="*/ 1038595 h 1235063"/>
                <a:gd name="connsiteX17" fmla="*/ 295483 w 1441402"/>
                <a:gd name="connsiteY17" fmla="*/ 1073911 h 1235063"/>
                <a:gd name="connsiteX18" fmla="*/ 294201 w 1441402"/>
                <a:gd name="connsiteY18" fmla="*/ 1164169 h 1235063"/>
                <a:gd name="connsiteX19" fmla="*/ 255728 w 1441402"/>
                <a:gd name="connsiteY19" fmla="*/ 1234741 h 1235063"/>
                <a:gd name="connsiteX20" fmla="*/ 213892 w 1441402"/>
                <a:gd name="connsiteY20" fmla="*/ 1205880 h 1235063"/>
                <a:gd name="connsiteX21" fmla="*/ 150763 w 1441402"/>
                <a:gd name="connsiteY21" fmla="*/ 1134352 h 1235063"/>
                <a:gd name="connsiteX22" fmla="*/ 73720 w 1441402"/>
                <a:gd name="connsiteY22" fmla="*/ 1068529 h 1235063"/>
                <a:gd name="connsiteX23" fmla="*/ 47551 w 1441402"/>
                <a:gd name="connsiteY23" fmla="*/ 1182483 h 1235063"/>
                <a:gd name="connsiteX24" fmla="*/ 41430 w 1441402"/>
                <a:gd name="connsiteY24" fmla="*/ 1175705 h 1235063"/>
                <a:gd name="connsiteX25" fmla="*/ 1963 w 1441402"/>
                <a:gd name="connsiteY25" fmla="*/ 704310 h 1235063"/>
                <a:gd name="connsiteX26" fmla="*/ 115 w 1441402"/>
                <a:gd name="connsiteY26" fmla="*/ 663025 h 1235063"/>
                <a:gd name="connsiteX27" fmla="*/ 394677 w 1441402"/>
                <a:gd name="connsiteY27" fmla="*/ 245961 h 1235063"/>
                <a:gd name="connsiteX28" fmla="*/ 743537 w 1441402"/>
                <a:gd name="connsiteY28" fmla="*/ 90792 h 1235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41402" h="1235063">
                  <a:moveTo>
                    <a:pt x="743537" y="90792"/>
                  </a:moveTo>
                  <a:cubicBezTo>
                    <a:pt x="772237" y="97831"/>
                    <a:pt x="781761" y="120023"/>
                    <a:pt x="776764" y="144582"/>
                  </a:cubicBezTo>
                  <a:cubicBezTo>
                    <a:pt x="761262" y="220765"/>
                    <a:pt x="796710" y="280689"/>
                    <a:pt x="840778" y="333663"/>
                  </a:cubicBezTo>
                  <a:cubicBezTo>
                    <a:pt x="930683" y="441739"/>
                    <a:pt x="1049963" y="436123"/>
                    <a:pt x="1169399" y="401057"/>
                  </a:cubicBezTo>
                  <a:cubicBezTo>
                    <a:pt x="1287025" y="366522"/>
                    <a:pt x="1362156" y="285075"/>
                    <a:pt x="1396088" y="166675"/>
                  </a:cubicBezTo>
                  <a:cubicBezTo>
                    <a:pt x="1388805" y="110473"/>
                    <a:pt x="1364248" y="57580"/>
                    <a:pt x="1364151" y="0"/>
                  </a:cubicBezTo>
                  <a:cubicBezTo>
                    <a:pt x="1376276" y="154"/>
                    <a:pt x="1388069" y="1506"/>
                    <a:pt x="1398073" y="9356"/>
                  </a:cubicBezTo>
                  <a:cubicBezTo>
                    <a:pt x="1412218" y="49587"/>
                    <a:pt x="1436644" y="85604"/>
                    <a:pt x="1440520" y="130161"/>
                  </a:cubicBezTo>
                  <a:cubicBezTo>
                    <a:pt x="1451648" y="258083"/>
                    <a:pt x="1355685" y="358518"/>
                    <a:pt x="1254460" y="400748"/>
                  </a:cubicBezTo>
                  <a:cubicBezTo>
                    <a:pt x="1165007" y="438066"/>
                    <a:pt x="1070372" y="456948"/>
                    <a:pt x="973411" y="435166"/>
                  </a:cubicBezTo>
                  <a:cubicBezTo>
                    <a:pt x="901368" y="418982"/>
                    <a:pt x="837954" y="384381"/>
                    <a:pt x="790750" y="325408"/>
                  </a:cubicBezTo>
                  <a:cubicBezTo>
                    <a:pt x="771691" y="301598"/>
                    <a:pt x="750602" y="278121"/>
                    <a:pt x="737654" y="251041"/>
                  </a:cubicBezTo>
                  <a:cubicBezTo>
                    <a:pt x="721534" y="217328"/>
                    <a:pt x="704051" y="212508"/>
                    <a:pt x="669334" y="224879"/>
                  </a:cubicBezTo>
                  <a:cubicBezTo>
                    <a:pt x="509523" y="281828"/>
                    <a:pt x="356825" y="352589"/>
                    <a:pt x="232260" y="469679"/>
                  </a:cubicBezTo>
                  <a:cubicBezTo>
                    <a:pt x="139128" y="557224"/>
                    <a:pt x="58049" y="655045"/>
                    <a:pt x="66362" y="796742"/>
                  </a:cubicBezTo>
                  <a:cubicBezTo>
                    <a:pt x="73000" y="909905"/>
                    <a:pt x="153857" y="999295"/>
                    <a:pt x="242348" y="1042516"/>
                  </a:cubicBezTo>
                  <a:cubicBezTo>
                    <a:pt x="254159" y="1048283"/>
                    <a:pt x="266361" y="1050569"/>
                    <a:pt x="276516" y="1038595"/>
                  </a:cubicBezTo>
                  <a:cubicBezTo>
                    <a:pt x="297917" y="1042176"/>
                    <a:pt x="294980" y="1059969"/>
                    <a:pt x="295483" y="1073911"/>
                  </a:cubicBezTo>
                  <a:cubicBezTo>
                    <a:pt x="296568" y="1103975"/>
                    <a:pt x="297641" y="1134149"/>
                    <a:pt x="294201" y="1164169"/>
                  </a:cubicBezTo>
                  <a:cubicBezTo>
                    <a:pt x="285268" y="1189778"/>
                    <a:pt x="281571" y="1218338"/>
                    <a:pt x="255728" y="1234741"/>
                  </a:cubicBezTo>
                  <a:cubicBezTo>
                    <a:pt x="233179" y="1237764"/>
                    <a:pt x="225257" y="1218857"/>
                    <a:pt x="213892" y="1205880"/>
                  </a:cubicBezTo>
                  <a:cubicBezTo>
                    <a:pt x="192937" y="1181954"/>
                    <a:pt x="175176" y="1155141"/>
                    <a:pt x="150763" y="1134352"/>
                  </a:cubicBezTo>
                  <a:cubicBezTo>
                    <a:pt x="125609" y="1112932"/>
                    <a:pt x="100411" y="1091537"/>
                    <a:pt x="73720" y="1068529"/>
                  </a:cubicBezTo>
                  <a:cubicBezTo>
                    <a:pt x="58378" y="1106939"/>
                    <a:pt x="86357" y="1152666"/>
                    <a:pt x="47551" y="1182483"/>
                  </a:cubicBezTo>
                  <a:cubicBezTo>
                    <a:pt x="42767" y="1182690"/>
                    <a:pt x="40731" y="1180423"/>
                    <a:pt x="41430" y="1175705"/>
                  </a:cubicBezTo>
                  <a:cubicBezTo>
                    <a:pt x="61651" y="1015772"/>
                    <a:pt x="40614" y="859362"/>
                    <a:pt x="1963" y="704310"/>
                  </a:cubicBezTo>
                  <a:cubicBezTo>
                    <a:pt x="-1303" y="691208"/>
                    <a:pt x="611" y="676815"/>
                    <a:pt x="115" y="663025"/>
                  </a:cubicBezTo>
                  <a:cubicBezTo>
                    <a:pt x="103258" y="497159"/>
                    <a:pt x="226051" y="349574"/>
                    <a:pt x="394677" y="245961"/>
                  </a:cubicBezTo>
                  <a:cubicBezTo>
                    <a:pt x="503920" y="178835"/>
                    <a:pt x="620139" y="126528"/>
                    <a:pt x="743537" y="90792"/>
                  </a:cubicBezTo>
                  <a:close/>
                </a:path>
              </a:pathLst>
            </a:custGeom>
            <a:solidFill>
              <a:srgbClr val="B93F41"/>
            </a:solidFill>
            <a:ln w="1429"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07746CEC-7ACD-52EE-A893-1885549F8DDD}"/>
                </a:ext>
              </a:extLst>
            </p:cNvPr>
            <p:cNvSpPr/>
            <p:nvPr/>
          </p:nvSpPr>
          <p:spPr>
            <a:xfrm>
              <a:off x="6260269" y="4366670"/>
              <a:ext cx="550055" cy="433646"/>
            </a:xfrm>
            <a:custGeom>
              <a:avLst/>
              <a:gdLst>
                <a:gd name="connsiteX0" fmla="*/ 514179 w 550055"/>
                <a:gd name="connsiteY0" fmla="*/ 41329 h 433646"/>
                <a:gd name="connsiteX1" fmla="*/ 546121 w 550055"/>
                <a:gd name="connsiteY1" fmla="*/ 208007 h 433646"/>
                <a:gd name="connsiteX2" fmla="*/ 517755 w 550055"/>
                <a:gd name="connsiteY2" fmla="*/ 228878 h 433646"/>
                <a:gd name="connsiteX3" fmla="*/ 381479 w 550055"/>
                <a:gd name="connsiteY3" fmla="*/ 389035 h 433646"/>
                <a:gd name="connsiteX4" fmla="*/ 9963 w 550055"/>
                <a:gd name="connsiteY4" fmla="*/ 332524 h 433646"/>
                <a:gd name="connsiteX5" fmla="*/ 23986 w 550055"/>
                <a:gd name="connsiteY5" fmla="*/ 287616 h 433646"/>
                <a:gd name="connsiteX6" fmla="*/ 392041 w 550055"/>
                <a:gd name="connsiteY6" fmla="*/ 42784 h 433646"/>
                <a:gd name="connsiteX7" fmla="*/ 456838 w 550055"/>
                <a:gd name="connsiteY7" fmla="*/ 0 h 433646"/>
                <a:gd name="connsiteX8" fmla="*/ 514179 w 550055"/>
                <a:gd name="connsiteY8" fmla="*/ 41329 h 433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0055" h="433646">
                  <a:moveTo>
                    <a:pt x="514179" y="41329"/>
                  </a:moveTo>
                  <a:cubicBezTo>
                    <a:pt x="531649" y="95582"/>
                    <a:pt x="560622" y="147632"/>
                    <a:pt x="546121" y="208007"/>
                  </a:cubicBezTo>
                  <a:cubicBezTo>
                    <a:pt x="524990" y="198966"/>
                    <a:pt x="523538" y="218053"/>
                    <a:pt x="517755" y="228878"/>
                  </a:cubicBezTo>
                  <a:cubicBezTo>
                    <a:pt x="483922" y="292214"/>
                    <a:pt x="440218" y="346510"/>
                    <a:pt x="381479" y="389035"/>
                  </a:cubicBezTo>
                  <a:cubicBezTo>
                    <a:pt x="272820" y="467700"/>
                    <a:pt x="82023" y="438297"/>
                    <a:pt x="9963" y="332524"/>
                  </a:cubicBezTo>
                  <a:cubicBezTo>
                    <a:pt x="-7573" y="306785"/>
                    <a:pt x="-1381" y="296663"/>
                    <a:pt x="23986" y="287616"/>
                  </a:cubicBezTo>
                  <a:cubicBezTo>
                    <a:pt x="166989" y="236616"/>
                    <a:pt x="280612" y="141240"/>
                    <a:pt x="392041" y="42784"/>
                  </a:cubicBezTo>
                  <a:cubicBezTo>
                    <a:pt x="411779" y="25344"/>
                    <a:pt x="429588" y="5742"/>
                    <a:pt x="456838" y="0"/>
                  </a:cubicBezTo>
                  <a:cubicBezTo>
                    <a:pt x="476245" y="13373"/>
                    <a:pt x="490049" y="34512"/>
                    <a:pt x="514179" y="41329"/>
                  </a:cubicBezTo>
                  <a:close/>
                </a:path>
              </a:pathLst>
            </a:custGeom>
            <a:solidFill>
              <a:srgbClr val="F9B389"/>
            </a:solidFill>
            <a:ln w="1429"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087B9122-E7DF-4FDA-D768-BD2F1A72D7D9}"/>
                </a:ext>
              </a:extLst>
            </p:cNvPr>
            <p:cNvSpPr/>
            <p:nvPr/>
          </p:nvSpPr>
          <p:spPr>
            <a:xfrm>
              <a:off x="6195462" y="901194"/>
              <a:ext cx="575715" cy="1160979"/>
            </a:xfrm>
            <a:custGeom>
              <a:avLst/>
              <a:gdLst>
                <a:gd name="connsiteX0" fmla="*/ 193557 w 575715"/>
                <a:gd name="connsiteY0" fmla="*/ 1160980 h 1160979"/>
                <a:gd name="connsiteX1" fmla="*/ 54498 w 575715"/>
                <a:gd name="connsiteY1" fmla="*/ 1153523 h 1160979"/>
                <a:gd name="connsiteX2" fmla="*/ 6990 w 575715"/>
                <a:gd name="connsiteY2" fmla="*/ 1146363 h 1160979"/>
                <a:gd name="connsiteX3" fmla="*/ 2786 w 575715"/>
                <a:gd name="connsiteY3" fmla="*/ 1106030 h 1160979"/>
                <a:gd name="connsiteX4" fmla="*/ 67259 w 575715"/>
                <a:gd name="connsiteY4" fmla="*/ 1067262 h 1160979"/>
                <a:gd name="connsiteX5" fmla="*/ 160842 w 575715"/>
                <a:gd name="connsiteY5" fmla="*/ 960239 h 1160979"/>
                <a:gd name="connsiteX6" fmla="*/ 219363 w 575715"/>
                <a:gd name="connsiteY6" fmla="*/ 803087 h 1160979"/>
                <a:gd name="connsiteX7" fmla="*/ 523558 w 575715"/>
                <a:gd name="connsiteY7" fmla="*/ 251927 h 1160979"/>
                <a:gd name="connsiteX8" fmla="*/ 539799 w 575715"/>
                <a:gd name="connsiteY8" fmla="*/ 42858 h 1160979"/>
                <a:gd name="connsiteX9" fmla="*/ 551871 w 575715"/>
                <a:gd name="connsiteY9" fmla="*/ 0 h 1160979"/>
                <a:gd name="connsiteX10" fmla="*/ 572045 w 575715"/>
                <a:gd name="connsiteY10" fmla="*/ 139865 h 1160979"/>
                <a:gd name="connsiteX11" fmla="*/ 571944 w 575715"/>
                <a:gd name="connsiteY11" fmla="*/ 243733 h 1160979"/>
                <a:gd name="connsiteX12" fmla="*/ 471518 w 575715"/>
                <a:gd name="connsiteY12" fmla="*/ 590938 h 1160979"/>
                <a:gd name="connsiteX13" fmla="*/ 314714 w 575715"/>
                <a:gd name="connsiteY13" fmla="*/ 852284 h 1160979"/>
                <a:gd name="connsiteX14" fmla="*/ 270038 w 575715"/>
                <a:gd name="connsiteY14" fmla="*/ 1063323 h 1160979"/>
                <a:gd name="connsiteX15" fmla="*/ 193557 w 575715"/>
                <a:gd name="connsiteY15" fmla="*/ 1160980 h 1160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75715" h="1160979">
                  <a:moveTo>
                    <a:pt x="193557" y="1160980"/>
                  </a:moveTo>
                  <a:cubicBezTo>
                    <a:pt x="147759" y="1147968"/>
                    <a:pt x="100810" y="1156719"/>
                    <a:pt x="54498" y="1153523"/>
                  </a:cubicBezTo>
                  <a:cubicBezTo>
                    <a:pt x="38523" y="1152421"/>
                    <a:pt x="21332" y="1158520"/>
                    <a:pt x="6990" y="1146363"/>
                  </a:cubicBezTo>
                  <a:cubicBezTo>
                    <a:pt x="-1389" y="1133633"/>
                    <a:pt x="-1496" y="1120062"/>
                    <a:pt x="2786" y="1106030"/>
                  </a:cubicBezTo>
                  <a:cubicBezTo>
                    <a:pt x="13794" y="1075939"/>
                    <a:pt x="42501" y="1072329"/>
                    <a:pt x="67259" y="1067262"/>
                  </a:cubicBezTo>
                  <a:cubicBezTo>
                    <a:pt x="126866" y="1055061"/>
                    <a:pt x="156985" y="1024951"/>
                    <a:pt x="160842" y="960239"/>
                  </a:cubicBezTo>
                  <a:cubicBezTo>
                    <a:pt x="164181" y="904205"/>
                    <a:pt x="180124" y="848089"/>
                    <a:pt x="219363" y="803087"/>
                  </a:cubicBezTo>
                  <a:cubicBezTo>
                    <a:pt x="341684" y="630851"/>
                    <a:pt x="484180" y="469302"/>
                    <a:pt x="523558" y="251927"/>
                  </a:cubicBezTo>
                  <a:cubicBezTo>
                    <a:pt x="535992" y="183273"/>
                    <a:pt x="555461" y="114295"/>
                    <a:pt x="539799" y="42858"/>
                  </a:cubicBezTo>
                  <a:cubicBezTo>
                    <a:pt x="536451" y="27589"/>
                    <a:pt x="544313" y="13323"/>
                    <a:pt x="551871" y="0"/>
                  </a:cubicBezTo>
                  <a:cubicBezTo>
                    <a:pt x="561607" y="46187"/>
                    <a:pt x="572848" y="92158"/>
                    <a:pt x="572045" y="139865"/>
                  </a:cubicBezTo>
                  <a:cubicBezTo>
                    <a:pt x="576839" y="174493"/>
                    <a:pt x="577072" y="209115"/>
                    <a:pt x="571944" y="243733"/>
                  </a:cubicBezTo>
                  <a:cubicBezTo>
                    <a:pt x="566358" y="367534"/>
                    <a:pt x="529919" y="482359"/>
                    <a:pt x="471518" y="590938"/>
                  </a:cubicBezTo>
                  <a:cubicBezTo>
                    <a:pt x="423359" y="680474"/>
                    <a:pt x="355925" y="758121"/>
                    <a:pt x="314714" y="852284"/>
                  </a:cubicBezTo>
                  <a:cubicBezTo>
                    <a:pt x="284950" y="920290"/>
                    <a:pt x="277589" y="991330"/>
                    <a:pt x="270038" y="1063323"/>
                  </a:cubicBezTo>
                  <a:cubicBezTo>
                    <a:pt x="265054" y="1110829"/>
                    <a:pt x="244265" y="1148186"/>
                    <a:pt x="193557" y="1160980"/>
                  </a:cubicBezTo>
                  <a:close/>
                </a:path>
              </a:pathLst>
            </a:custGeom>
            <a:solidFill>
              <a:srgbClr val="EEA039"/>
            </a:solidFill>
            <a:ln w="1429"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0D275CB6-5787-9881-0C37-89483772A0D0}"/>
                </a:ext>
              </a:extLst>
            </p:cNvPr>
            <p:cNvSpPr/>
            <p:nvPr/>
          </p:nvSpPr>
          <p:spPr>
            <a:xfrm>
              <a:off x="7089687" y="5377775"/>
              <a:ext cx="530746" cy="508337"/>
            </a:xfrm>
            <a:custGeom>
              <a:avLst/>
              <a:gdLst>
                <a:gd name="connsiteX0" fmla="*/ 521268 w 530746"/>
                <a:gd name="connsiteY0" fmla="*/ 144030 h 508337"/>
                <a:gd name="connsiteX1" fmla="*/ 253178 w 530746"/>
                <a:gd name="connsiteY1" fmla="*/ 118755 h 508337"/>
                <a:gd name="connsiteX2" fmla="*/ 106533 w 530746"/>
                <a:gd name="connsiteY2" fmla="*/ 144684 h 508337"/>
                <a:gd name="connsiteX3" fmla="*/ 74957 w 530746"/>
                <a:gd name="connsiteY3" fmla="*/ 199456 h 508337"/>
                <a:gd name="connsiteX4" fmla="*/ 121458 w 530746"/>
                <a:gd name="connsiteY4" fmla="*/ 502293 h 508337"/>
                <a:gd name="connsiteX5" fmla="*/ 40226 w 530746"/>
                <a:gd name="connsiteY5" fmla="*/ 450991 h 508337"/>
                <a:gd name="connsiteX6" fmla="*/ 792 w 530746"/>
                <a:gd name="connsiteY6" fmla="*/ 102091 h 508337"/>
                <a:gd name="connsiteX7" fmla="*/ 5088 w 530746"/>
                <a:gd name="connsiteY7" fmla="*/ 65165 h 508337"/>
                <a:gd name="connsiteX8" fmla="*/ 228001 w 530746"/>
                <a:gd name="connsiteY8" fmla="*/ 893 h 508337"/>
                <a:gd name="connsiteX9" fmla="*/ 452787 w 530746"/>
                <a:gd name="connsiteY9" fmla="*/ 14709 h 508337"/>
                <a:gd name="connsiteX10" fmla="*/ 514266 w 530746"/>
                <a:gd name="connsiteY10" fmla="*/ 18960 h 508337"/>
                <a:gd name="connsiteX11" fmla="*/ 530746 w 530746"/>
                <a:gd name="connsiteY11" fmla="*/ 70438 h 508337"/>
                <a:gd name="connsiteX12" fmla="*/ 521268 w 530746"/>
                <a:gd name="connsiteY12" fmla="*/ 144030 h 508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0746" h="508337">
                  <a:moveTo>
                    <a:pt x="521268" y="144030"/>
                  </a:moveTo>
                  <a:cubicBezTo>
                    <a:pt x="432737" y="126792"/>
                    <a:pt x="343551" y="117896"/>
                    <a:pt x="253178" y="118755"/>
                  </a:cubicBezTo>
                  <a:cubicBezTo>
                    <a:pt x="202490" y="119237"/>
                    <a:pt x="154504" y="131007"/>
                    <a:pt x="106533" y="144684"/>
                  </a:cubicBezTo>
                  <a:cubicBezTo>
                    <a:pt x="78392" y="152707"/>
                    <a:pt x="68326" y="165804"/>
                    <a:pt x="74957" y="199456"/>
                  </a:cubicBezTo>
                  <a:cubicBezTo>
                    <a:pt x="94697" y="299617"/>
                    <a:pt x="119770" y="399267"/>
                    <a:pt x="121458" y="502293"/>
                  </a:cubicBezTo>
                  <a:cubicBezTo>
                    <a:pt x="62810" y="517003"/>
                    <a:pt x="45590" y="506697"/>
                    <a:pt x="40226" y="450991"/>
                  </a:cubicBezTo>
                  <a:cubicBezTo>
                    <a:pt x="29004" y="334467"/>
                    <a:pt x="16123" y="218145"/>
                    <a:pt x="792" y="102091"/>
                  </a:cubicBezTo>
                  <a:cubicBezTo>
                    <a:pt x="-876" y="89473"/>
                    <a:pt x="-120" y="77017"/>
                    <a:pt x="5088" y="65165"/>
                  </a:cubicBezTo>
                  <a:cubicBezTo>
                    <a:pt x="73733" y="24299"/>
                    <a:pt x="147202" y="-116"/>
                    <a:pt x="228001" y="893"/>
                  </a:cubicBezTo>
                  <a:cubicBezTo>
                    <a:pt x="303447" y="-3541"/>
                    <a:pt x="377903" y="9718"/>
                    <a:pt x="452787" y="14709"/>
                  </a:cubicBezTo>
                  <a:cubicBezTo>
                    <a:pt x="473162" y="16067"/>
                    <a:pt x="493766" y="17552"/>
                    <a:pt x="514266" y="18960"/>
                  </a:cubicBezTo>
                  <a:cubicBezTo>
                    <a:pt x="527198" y="33737"/>
                    <a:pt x="526998" y="52718"/>
                    <a:pt x="530746" y="70438"/>
                  </a:cubicBezTo>
                  <a:cubicBezTo>
                    <a:pt x="502027" y="91679"/>
                    <a:pt x="531951" y="120468"/>
                    <a:pt x="521268" y="144030"/>
                  </a:cubicBezTo>
                  <a:close/>
                </a:path>
              </a:pathLst>
            </a:custGeom>
            <a:solidFill>
              <a:srgbClr val="E18C6A"/>
            </a:solidFill>
            <a:ln w="1429"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4A8D6B23-1180-B52C-DED8-9417FE316F8F}"/>
                </a:ext>
              </a:extLst>
            </p:cNvPr>
            <p:cNvSpPr/>
            <p:nvPr/>
          </p:nvSpPr>
          <p:spPr>
            <a:xfrm>
              <a:off x="2532312" y="4021793"/>
              <a:ext cx="1022214" cy="1650073"/>
            </a:xfrm>
            <a:custGeom>
              <a:avLst/>
              <a:gdLst>
                <a:gd name="connsiteX0" fmla="*/ 691258 w 1022214"/>
                <a:gd name="connsiteY0" fmla="*/ 1073023 h 1650073"/>
                <a:gd name="connsiteX1" fmla="*/ 652731 w 1022214"/>
                <a:gd name="connsiteY1" fmla="*/ 1237305 h 1650073"/>
                <a:gd name="connsiteX2" fmla="*/ 649941 w 1022214"/>
                <a:gd name="connsiteY2" fmla="*/ 1258945 h 1650073"/>
                <a:gd name="connsiteX3" fmla="*/ 633805 w 1022214"/>
                <a:gd name="connsiteY3" fmla="*/ 1245764 h 1650073"/>
                <a:gd name="connsiteX4" fmla="*/ 629792 w 1022214"/>
                <a:gd name="connsiteY4" fmla="*/ 1234091 h 1650073"/>
                <a:gd name="connsiteX5" fmla="*/ 591398 w 1022214"/>
                <a:gd name="connsiteY5" fmla="*/ 1197249 h 1650073"/>
                <a:gd name="connsiteX6" fmla="*/ 551682 w 1022214"/>
                <a:gd name="connsiteY6" fmla="*/ 1266286 h 1650073"/>
                <a:gd name="connsiteX7" fmla="*/ 571796 w 1022214"/>
                <a:gd name="connsiteY7" fmla="*/ 1307027 h 1650073"/>
                <a:gd name="connsiteX8" fmla="*/ 623171 w 1022214"/>
                <a:gd name="connsiteY8" fmla="*/ 1564595 h 1650073"/>
                <a:gd name="connsiteX9" fmla="*/ 616378 w 1022214"/>
                <a:gd name="connsiteY9" fmla="*/ 1643014 h 1650073"/>
                <a:gd name="connsiteX10" fmla="*/ 588929 w 1022214"/>
                <a:gd name="connsiteY10" fmla="*/ 1620986 h 1650073"/>
                <a:gd name="connsiteX11" fmla="*/ 575139 w 1022214"/>
                <a:gd name="connsiteY11" fmla="*/ 1601571 h 1650073"/>
                <a:gd name="connsiteX12" fmla="*/ 600264 w 1022214"/>
                <a:gd name="connsiteY12" fmla="*/ 1514055 h 1650073"/>
                <a:gd name="connsiteX13" fmla="*/ 556484 w 1022214"/>
                <a:gd name="connsiteY13" fmla="*/ 1327653 h 1650073"/>
                <a:gd name="connsiteX14" fmla="*/ 532732 w 1022214"/>
                <a:gd name="connsiteY14" fmla="*/ 1199351 h 1650073"/>
                <a:gd name="connsiteX15" fmla="*/ 561145 w 1022214"/>
                <a:gd name="connsiteY15" fmla="*/ 1171032 h 1650073"/>
                <a:gd name="connsiteX16" fmla="*/ 587773 w 1022214"/>
                <a:gd name="connsiteY16" fmla="*/ 1080326 h 1650073"/>
                <a:gd name="connsiteX17" fmla="*/ 574466 w 1022214"/>
                <a:gd name="connsiteY17" fmla="*/ 1066756 h 1650073"/>
                <a:gd name="connsiteX18" fmla="*/ 466662 w 1022214"/>
                <a:gd name="connsiteY18" fmla="*/ 1060333 h 1650073"/>
                <a:gd name="connsiteX19" fmla="*/ 447797 w 1022214"/>
                <a:gd name="connsiteY19" fmla="*/ 1056938 h 1650073"/>
                <a:gd name="connsiteX20" fmla="*/ 408125 w 1022214"/>
                <a:gd name="connsiteY20" fmla="*/ 934463 h 1650073"/>
                <a:gd name="connsiteX21" fmla="*/ 148761 w 1022214"/>
                <a:gd name="connsiteY21" fmla="*/ 194583 h 1650073"/>
                <a:gd name="connsiteX22" fmla="*/ 29394 w 1022214"/>
                <a:gd name="connsiteY22" fmla="*/ 39466 h 1650073"/>
                <a:gd name="connsiteX23" fmla="*/ 0 w 1022214"/>
                <a:gd name="connsiteY23" fmla="*/ 0 h 1650073"/>
                <a:gd name="connsiteX24" fmla="*/ 99243 w 1022214"/>
                <a:gd name="connsiteY24" fmla="*/ 77740 h 1650073"/>
                <a:gd name="connsiteX25" fmla="*/ 105845 w 1022214"/>
                <a:gd name="connsiteY25" fmla="*/ 87382 h 1650073"/>
                <a:gd name="connsiteX26" fmla="*/ 335470 w 1022214"/>
                <a:gd name="connsiteY26" fmla="*/ 553487 h 1650073"/>
                <a:gd name="connsiteX27" fmla="*/ 432955 w 1022214"/>
                <a:gd name="connsiteY27" fmla="*/ 932432 h 1650073"/>
                <a:gd name="connsiteX28" fmla="*/ 439758 w 1022214"/>
                <a:gd name="connsiteY28" fmla="*/ 947057 h 1650073"/>
                <a:gd name="connsiteX29" fmla="*/ 590749 w 1022214"/>
                <a:gd name="connsiteY29" fmla="*/ 1015331 h 1650073"/>
                <a:gd name="connsiteX30" fmla="*/ 665352 w 1022214"/>
                <a:gd name="connsiteY30" fmla="*/ 1057966 h 1650073"/>
                <a:gd name="connsiteX31" fmla="*/ 686618 w 1022214"/>
                <a:gd name="connsiteY31" fmla="*/ 991692 h 1650073"/>
                <a:gd name="connsiteX32" fmla="*/ 967283 w 1022214"/>
                <a:gd name="connsiteY32" fmla="*/ 494903 h 1650073"/>
                <a:gd name="connsiteX33" fmla="*/ 986134 w 1022214"/>
                <a:gd name="connsiteY33" fmla="*/ 478548 h 1650073"/>
                <a:gd name="connsiteX34" fmla="*/ 1016957 w 1022214"/>
                <a:gd name="connsiteY34" fmla="*/ 466435 h 1650073"/>
                <a:gd name="connsiteX35" fmla="*/ 999312 w 1022214"/>
                <a:gd name="connsiteY35" fmla="*/ 495150 h 1650073"/>
                <a:gd name="connsiteX36" fmla="*/ 700837 w 1022214"/>
                <a:gd name="connsiteY36" fmla="*/ 1028296 h 1650073"/>
                <a:gd name="connsiteX37" fmla="*/ 691258 w 1022214"/>
                <a:gd name="connsiteY37" fmla="*/ 1073023 h 1650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22214" h="1650073">
                  <a:moveTo>
                    <a:pt x="691258" y="1073023"/>
                  </a:moveTo>
                  <a:cubicBezTo>
                    <a:pt x="635666" y="1117754"/>
                    <a:pt x="630042" y="1174330"/>
                    <a:pt x="652731" y="1237305"/>
                  </a:cubicBezTo>
                  <a:cubicBezTo>
                    <a:pt x="655735" y="1245644"/>
                    <a:pt x="659426" y="1254591"/>
                    <a:pt x="649941" y="1258945"/>
                  </a:cubicBezTo>
                  <a:cubicBezTo>
                    <a:pt x="639024" y="1263955"/>
                    <a:pt x="636660" y="1253336"/>
                    <a:pt x="633805" y="1245764"/>
                  </a:cubicBezTo>
                  <a:cubicBezTo>
                    <a:pt x="632343" y="1241885"/>
                    <a:pt x="632357" y="1236825"/>
                    <a:pt x="629792" y="1234091"/>
                  </a:cubicBezTo>
                  <a:cubicBezTo>
                    <a:pt x="617453" y="1220934"/>
                    <a:pt x="622347" y="1185391"/>
                    <a:pt x="591398" y="1197249"/>
                  </a:cubicBezTo>
                  <a:cubicBezTo>
                    <a:pt x="562497" y="1208322"/>
                    <a:pt x="543406" y="1232002"/>
                    <a:pt x="551682" y="1266286"/>
                  </a:cubicBezTo>
                  <a:cubicBezTo>
                    <a:pt x="555172" y="1280748"/>
                    <a:pt x="561784" y="1296450"/>
                    <a:pt x="571796" y="1307027"/>
                  </a:cubicBezTo>
                  <a:cubicBezTo>
                    <a:pt x="643176" y="1382413"/>
                    <a:pt x="640786" y="1472448"/>
                    <a:pt x="623171" y="1564595"/>
                  </a:cubicBezTo>
                  <a:cubicBezTo>
                    <a:pt x="618137" y="1590926"/>
                    <a:pt x="617901" y="1616825"/>
                    <a:pt x="616378" y="1643014"/>
                  </a:cubicBezTo>
                  <a:cubicBezTo>
                    <a:pt x="591965" y="1654732"/>
                    <a:pt x="578100" y="1654658"/>
                    <a:pt x="588929" y="1620986"/>
                  </a:cubicBezTo>
                  <a:cubicBezTo>
                    <a:pt x="591474" y="1613076"/>
                    <a:pt x="601895" y="1592012"/>
                    <a:pt x="575139" y="1601571"/>
                  </a:cubicBezTo>
                  <a:cubicBezTo>
                    <a:pt x="583505" y="1572402"/>
                    <a:pt x="591717" y="1543178"/>
                    <a:pt x="600264" y="1514055"/>
                  </a:cubicBezTo>
                  <a:cubicBezTo>
                    <a:pt x="620940" y="1443604"/>
                    <a:pt x="603029" y="1381745"/>
                    <a:pt x="556484" y="1327653"/>
                  </a:cubicBezTo>
                  <a:cubicBezTo>
                    <a:pt x="523074" y="1288828"/>
                    <a:pt x="516279" y="1246628"/>
                    <a:pt x="532732" y="1199351"/>
                  </a:cubicBezTo>
                  <a:cubicBezTo>
                    <a:pt x="536317" y="1183999"/>
                    <a:pt x="550891" y="1179706"/>
                    <a:pt x="561145" y="1171032"/>
                  </a:cubicBezTo>
                  <a:cubicBezTo>
                    <a:pt x="583657" y="1151988"/>
                    <a:pt x="596132" y="1107368"/>
                    <a:pt x="587773" y="1080326"/>
                  </a:cubicBezTo>
                  <a:cubicBezTo>
                    <a:pt x="585403" y="1072658"/>
                    <a:pt x="581663" y="1067864"/>
                    <a:pt x="574466" y="1066756"/>
                  </a:cubicBezTo>
                  <a:cubicBezTo>
                    <a:pt x="538835" y="1061269"/>
                    <a:pt x="504942" y="1027894"/>
                    <a:pt x="466662" y="1060333"/>
                  </a:cubicBezTo>
                  <a:cubicBezTo>
                    <a:pt x="461525" y="1064685"/>
                    <a:pt x="453410" y="1062109"/>
                    <a:pt x="447797" y="1056938"/>
                  </a:cubicBezTo>
                  <a:cubicBezTo>
                    <a:pt x="414221" y="1022782"/>
                    <a:pt x="416822" y="976315"/>
                    <a:pt x="408125" y="934463"/>
                  </a:cubicBezTo>
                  <a:cubicBezTo>
                    <a:pt x="354466" y="676236"/>
                    <a:pt x="288426" y="422564"/>
                    <a:pt x="148761" y="194583"/>
                  </a:cubicBezTo>
                  <a:cubicBezTo>
                    <a:pt x="114498" y="138656"/>
                    <a:pt x="75516" y="86315"/>
                    <a:pt x="29394" y="39466"/>
                  </a:cubicBezTo>
                  <a:cubicBezTo>
                    <a:pt x="18057" y="27952"/>
                    <a:pt x="7268" y="15897"/>
                    <a:pt x="0" y="0"/>
                  </a:cubicBezTo>
                  <a:cubicBezTo>
                    <a:pt x="44549" y="11632"/>
                    <a:pt x="62479" y="56875"/>
                    <a:pt x="99243" y="77740"/>
                  </a:cubicBezTo>
                  <a:cubicBezTo>
                    <a:pt x="101441" y="80956"/>
                    <a:pt x="103642" y="84168"/>
                    <a:pt x="105845" y="87382"/>
                  </a:cubicBezTo>
                  <a:cubicBezTo>
                    <a:pt x="206681" y="230788"/>
                    <a:pt x="283162" y="386271"/>
                    <a:pt x="335470" y="553487"/>
                  </a:cubicBezTo>
                  <a:cubicBezTo>
                    <a:pt x="374450" y="678098"/>
                    <a:pt x="408369" y="804077"/>
                    <a:pt x="432955" y="932432"/>
                  </a:cubicBezTo>
                  <a:cubicBezTo>
                    <a:pt x="433937" y="937553"/>
                    <a:pt x="437433" y="942193"/>
                    <a:pt x="439758" y="947057"/>
                  </a:cubicBezTo>
                  <a:cubicBezTo>
                    <a:pt x="469705" y="1014883"/>
                    <a:pt x="527731" y="1020628"/>
                    <a:pt x="590749" y="1015331"/>
                  </a:cubicBezTo>
                  <a:cubicBezTo>
                    <a:pt x="622429" y="1016122"/>
                    <a:pt x="630912" y="1053918"/>
                    <a:pt x="665352" y="1057966"/>
                  </a:cubicBezTo>
                  <a:cubicBezTo>
                    <a:pt x="671955" y="1037495"/>
                    <a:pt x="679989" y="1014795"/>
                    <a:pt x="686618" y="991692"/>
                  </a:cubicBezTo>
                  <a:cubicBezTo>
                    <a:pt x="740557" y="803686"/>
                    <a:pt x="834197" y="638152"/>
                    <a:pt x="967283" y="494903"/>
                  </a:cubicBezTo>
                  <a:cubicBezTo>
                    <a:pt x="972933" y="488821"/>
                    <a:pt x="979068" y="482681"/>
                    <a:pt x="986134" y="478548"/>
                  </a:cubicBezTo>
                  <a:cubicBezTo>
                    <a:pt x="995939" y="472814"/>
                    <a:pt x="1005594" y="453495"/>
                    <a:pt x="1016957" y="466435"/>
                  </a:cubicBezTo>
                  <a:cubicBezTo>
                    <a:pt x="1033276" y="485019"/>
                    <a:pt x="1007105" y="487095"/>
                    <a:pt x="999312" y="495150"/>
                  </a:cubicBezTo>
                  <a:cubicBezTo>
                    <a:pt x="852774" y="646615"/>
                    <a:pt x="754675" y="825051"/>
                    <a:pt x="700837" y="1028296"/>
                  </a:cubicBezTo>
                  <a:cubicBezTo>
                    <a:pt x="696937" y="1043016"/>
                    <a:pt x="694420" y="1058104"/>
                    <a:pt x="691258" y="1073023"/>
                  </a:cubicBezTo>
                  <a:close/>
                </a:path>
              </a:pathLst>
            </a:custGeom>
            <a:solidFill>
              <a:srgbClr val="4D5843"/>
            </a:solidFill>
            <a:ln w="1429"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3BDC698F-A0CE-54D6-C7F5-2A9EE9C2A077}"/>
                </a:ext>
              </a:extLst>
            </p:cNvPr>
            <p:cNvSpPr/>
            <p:nvPr/>
          </p:nvSpPr>
          <p:spPr>
            <a:xfrm>
              <a:off x="8161716" y="5759411"/>
              <a:ext cx="990983" cy="266381"/>
            </a:xfrm>
            <a:custGeom>
              <a:avLst/>
              <a:gdLst>
                <a:gd name="connsiteX0" fmla="*/ 22057 w 990983"/>
                <a:gd name="connsiteY0" fmla="*/ 257071 h 266381"/>
                <a:gd name="connsiteX1" fmla="*/ 10151 w 990983"/>
                <a:gd name="connsiteY1" fmla="*/ 45314 h 266381"/>
                <a:gd name="connsiteX2" fmla="*/ 61130 w 990983"/>
                <a:gd name="connsiteY2" fmla="*/ 3230 h 266381"/>
                <a:gd name="connsiteX3" fmla="*/ 173664 w 990983"/>
                <a:gd name="connsiteY3" fmla="*/ 2112 h 266381"/>
                <a:gd name="connsiteX4" fmla="*/ 941892 w 990983"/>
                <a:gd name="connsiteY4" fmla="*/ 131 h 266381"/>
                <a:gd name="connsiteX5" fmla="*/ 988969 w 990983"/>
                <a:gd name="connsiteY5" fmla="*/ 18174 h 266381"/>
                <a:gd name="connsiteX6" fmla="*/ 974130 w 990983"/>
                <a:gd name="connsiteY6" fmla="*/ 48133 h 266381"/>
                <a:gd name="connsiteX7" fmla="*/ 901444 w 990983"/>
                <a:gd name="connsiteY7" fmla="*/ 61127 h 266381"/>
                <a:gd name="connsiteX8" fmla="*/ 125917 w 990983"/>
                <a:gd name="connsiteY8" fmla="*/ 60175 h 266381"/>
                <a:gd name="connsiteX9" fmla="*/ 77835 w 990983"/>
                <a:gd name="connsiteY9" fmla="*/ 80033 h 266381"/>
                <a:gd name="connsiteX10" fmla="*/ 74442 w 990983"/>
                <a:gd name="connsiteY10" fmla="*/ 166585 h 266381"/>
                <a:gd name="connsiteX11" fmla="*/ 117205 w 990983"/>
                <a:gd name="connsiteY11" fmla="*/ 209979 h 266381"/>
                <a:gd name="connsiteX12" fmla="*/ 195727 w 990983"/>
                <a:gd name="connsiteY12" fmla="*/ 210645 h 266381"/>
                <a:gd name="connsiteX13" fmla="*/ 254141 w 990983"/>
                <a:gd name="connsiteY13" fmla="*/ 220480 h 266381"/>
                <a:gd name="connsiteX14" fmla="*/ 255197 w 990983"/>
                <a:gd name="connsiteY14" fmla="*/ 241807 h 266381"/>
                <a:gd name="connsiteX15" fmla="*/ 248380 w 990983"/>
                <a:gd name="connsiteY15" fmla="*/ 246352 h 266381"/>
                <a:gd name="connsiteX16" fmla="*/ 34454 w 990983"/>
                <a:gd name="connsiteY16" fmla="*/ 265501 h 266381"/>
                <a:gd name="connsiteX17" fmla="*/ 22057 w 990983"/>
                <a:gd name="connsiteY17" fmla="*/ 257071 h 266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0983" h="266381">
                  <a:moveTo>
                    <a:pt x="22057" y="257071"/>
                  </a:moveTo>
                  <a:cubicBezTo>
                    <a:pt x="-12076" y="188255"/>
                    <a:pt x="1353" y="116243"/>
                    <a:pt x="10151" y="45314"/>
                  </a:cubicBezTo>
                  <a:cubicBezTo>
                    <a:pt x="13269" y="20185"/>
                    <a:pt x="34934" y="7160"/>
                    <a:pt x="61130" y="3230"/>
                  </a:cubicBezTo>
                  <a:cubicBezTo>
                    <a:pt x="98699" y="-2408"/>
                    <a:pt x="136169" y="2236"/>
                    <a:pt x="173664" y="2112"/>
                  </a:cubicBezTo>
                  <a:cubicBezTo>
                    <a:pt x="429740" y="1257"/>
                    <a:pt x="685816" y="744"/>
                    <a:pt x="941892" y="131"/>
                  </a:cubicBezTo>
                  <a:cubicBezTo>
                    <a:pt x="959959" y="88"/>
                    <a:pt x="979940" y="-2558"/>
                    <a:pt x="988969" y="18174"/>
                  </a:cubicBezTo>
                  <a:cubicBezTo>
                    <a:pt x="994948" y="31903"/>
                    <a:pt x="986921" y="41989"/>
                    <a:pt x="974130" y="48133"/>
                  </a:cubicBezTo>
                  <a:cubicBezTo>
                    <a:pt x="951728" y="62667"/>
                    <a:pt x="926448" y="61357"/>
                    <a:pt x="901444" y="61127"/>
                  </a:cubicBezTo>
                  <a:cubicBezTo>
                    <a:pt x="642939" y="58734"/>
                    <a:pt x="384424" y="60246"/>
                    <a:pt x="125917" y="60175"/>
                  </a:cubicBezTo>
                  <a:cubicBezTo>
                    <a:pt x="107880" y="60170"/>
                    <a:pt x="85113" y="52631"/>
                    <a:pt x="77835" y="80033"/>
                  </a:cubicBezTo>
                  <a:cubicBezTo>
                    <a:pt x="72895" y="108730"/>
                    <a:pt x="75039" y="137699"/>
                    <a:pt x="74442" y="166585"/>
                  </a:cubicBezTo>
                  <a:cubicBezTo>
                    <a:pt x="73827" y="196294"/>
                    <a:pt x="89042" y="208827"/>
                    <a:pt x="117205" y="209979"/>
                  </a:cubicBezTo>
                  <a:cubicBezTo>
                    <a:pt x="143371" y="211049"/>
                    <a:pt x="169537" y="209753"/>
                    <a:pt x="195727" y="210645"/>
                  </a:cubicBezTo>
                  <a:cubicBezTo>
                    <a:pt x="215309" y="213332"/>
                    <a:pt x="236298" y="207605"/>
                    <a:pt x="254141" y="220480"/>
                  </a:cubicBezTo>
                  <a:cubicBezTo>
                    <a:pt x="259327" y="227348"/>
                    <a:pt x="259460" y="234469"/>
                    <a:pt x="255197" y="241807"/>
                  </a:cubicBezTo>
                  <a:cubicBezTo>
                    <a:pt x="253000" y="243489"/>
                    <a:pt x="250757" y="246283"/>
                    <a:pt x="248380" y="246352"/>
                  </a:cubicBezTo>
                  <a:cubicBezTo>
                    <a:pt x="176687" y="248417"/>
                    <a:pt x="106834" y="271079"/>
                    <a:pt x="34454" y="265501"/>
                  </a:cubicBezTo>
                  <a:cubicBezTo>
                    <a:pt x="29643" y="263687"/>
                    <a:pt x="25518" y="260862"/>
                    <a:pt x="22057" y="257071"/>
                  </a:cubicBezTo>
                  <a:close/>
                </a:path>
              </a:pathLst>
            </a:custGeom>
            <a:solidFill>
              <a:srgbClr val="99343A"/>
            </a:solidFill>
            <a:ln w="1429"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8B40545E-6F63-4A61-D515-27145FC7F530}"/>
                </a:ext>
              </a:extLst>
            </p:cNvPr>
            <p:cNvSpPr/>
            <p:nvPr/>
          </p:nvSpPr>
          <p:spPr>
            <a:xfrm>
              <a:off x="8163204" y="6016291"/>
              <a:ext cx="1041440" cy="302837"/>
            </a:xfrm>
            <a:custGeom>
              <a:avLst/>
              <a:gdLst>
                <a:gd name="connsiteX0" fmla="*/ 20569 w 1041440"/>
                <a:gd name="connsiteY0" fmla="*/ 191 h 302837"/>
                <a:gd name="connsiteX1" fmla="*/ 26463 w 1041440"/>
                <a:gd name="connsiteY1" fmla="*/ 651 h 302837"/>
                <a:gd name="connsiteX2" fmla="*/ 86938 w 1041440"/>
                <a:gd name="connsiteY2" fmla="*/ 6041 h 302837"/>
                <a:gd name="connsiteX3" fmla="*/ 115621 w 1041440"/>
                <a:gd name="connsiteY3" fmla="*/ 36799 h 302837"/>
                <a:gd name="connsiteX4" fmla="*/ 77232 w 1041440"/>
                <a:gd name="connsiteY4" fmla="*/ 58007 h 302837"/>
                <a:gd name="connsiteX5" fmla="*/ 76255 w 1041440"/>
                <a:gd name="connsiteY5" fmla="*/ 228900 h 302837"/>
                <a:gd name="connsiteX6" fmla="*/ 107018 w 1041440"/>
                <a:gd name="connsiteY6" fmla="*/ 264154 h 302837"/>
                <a:gd name="connsiteX7" fmla="*/ 148655 w 1041440"/>
                <a:gd name="connsiteY7" fmla="*/ 265596 h 302837"/>
                <a:gd name="connsiteX8" fmla="*/ 987245 w 1041440"/>
                <a:gd name="connsiteY8" fmla="*/ 265753 h 302837"/>
                <a:gd name="connsiteX9" fmla="*/ 1041440 w 1041440"/>
                <a:gd name="connsiteY9" fmla="*/ 267320 h 302837"/>
                <a:gd name="connsiteX10" fmla="*/ 979768 w 1041440"/>
                <a:gd name="connsiteY10" fmla="*/ 302835 h 302837"/>
                <a:gd name="connsiteX11" fmla="*/ 115055 w 1041440"/>
                <a:gd name="connsiteY11" fmla="*/ 302383 h 302837"/>
                <a:gd name="connsiteX12" fmla="*/ 72 w 1041440"/>
                <a:gd name="connsiteY12" fmla="*/ 191556 h 302837"/>
                <a:gd name="connsiteX13" fmla="*/ 739 w 1041440"/>
                <a:gd name="connsiteY13" fmla="*/ 100179 h 302837"/>
                <a:gd name="connsiteX14" fmla="*/ 20569 w 1041440"/>
                <a:gd name="connsiteY14" fmla="*/ 191 h 302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41440" h="302837">
                  <a:moveTo>
                    <a:pt x="20569" y="191"/>
                  </a:moveTo>
                  <a:cubicBezTo>
                    <a:pt x="22574" y="-171"/>
                    <a:pt x="24538" y="-18"/>
                    <a:pt x="26463" y="651"/>
                  </a:cubicBezTo>
                  <a:cubicBezTo>
                    <a:pt x="45991" y="8945"/>
                    <a:pt x="66884" y="1116"/>
                    <a:pt x="86938" y="6041"/>
                  </a:cubicBezTo>
                  <a:cubicBezTo>
                    <a:pt x="104071" y="10247"/>
                    <a:pt x="119579" y="13868"/>
                    <a:pt x="115621" y="36799"/>
                  </a:cubicBezTo>
                  <a:cubicBezTo>
                    <a:pt x="108622" y="54307"/>
                    <a:pt x="89839" y="50569"/>
                    <a:pt x="77232" y="58007"/>
                  </a:cubicBezTo>
                  <a:cubicBezTo>
                    <a:pt x="77028" y="114974"/>
                    <a:pt x="77573" y="171960"/>
                    <a:pt x="76255" y="228900"/>
                  </a:cubicBezTo>
                  <a:cubicBezTo>
                    <a:pt x="75725" y="251809"/>
                    <a:pt x="85477" y="262551"/>
                    <a:pt x="107018" y="264154"/>
                  </a:cubicBezTo>
                  <a:cubicBezTo>
                    <a:pt x="120858" y="265182"/>
                    <a:pt x="134774" y="265590"/>
                    <a:pt x="148655" y="265596"/>
                  </a:cubicBezTo>
                  <a:cubicBezTo>
                    <a:pt x="428185" y="265685"/>
                    <a:pt x="707715" y="265643"/>
                    <a:pt x="987245" y="265753"/>
                  </a:cubicBezTo>
                  <a:cubicBezTo>
                    <a:pt x="1005304" y="265760"/>
                    <a:pt x="1023365" y="266775"/>
                    <a:pt x="1041440" y="267320"/>
                  </a:cubicBezTo>
                  <a:cubicBezTo>
                    <a:pt x="1030247" y="295507"/>
                    <a:pt x="1010410" y="303011"/>
                    <a:pt x="979768" y="302835"/>
                  </a:cubicBezTo>
                  <a:cubicBezTo>
                    <a:pt x="691533" y="301177"/>
                    <a:pt x="403267" y="299521"/>
                    <a:pt x="115055" y="302383"/>
                  </a:cubicBezTo>
                  <a:cubicBezTo>
                    <a:pt x="28648" y="303243"/>
                    <a:pt x="-1689" y="277840"/>
                    <a:pt x="72" y="191556"/>
                  </a:cubicBezTo>
                  <a:cubicBezTo>
                    <a:pt x="506" y="161078"/>
                    <a:pt x="3414" y="130382"/>
                    <a:pt x="739" y="100179"/>
                  </a:cubicBezTo>
                  <a:cubicBezTo>
                    <a:pt x="-2444" y="64266"/>
                    <a:pt x="9908" y="32683"/>
                    <a:pt x="20569" y="191"/>
                  </a:cubicBezTo>
                  <a:close/>
                </a:path>
              </a:pathLst>
            </a:custGeom>
            <a:solidFill>
              <a:srgbClr val="5E7E95"/>
            </a:solidFill>
            <a:ln w="1429"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0503242E-8BC2-C9F2-C1B6-467BB21D7348}"/>
                </a:ext>
              </a:extLst>
            </p:cNvPr>
            <p:cNvSpPr/>
            <p:nvPr/>
          </p:nvSpPr>
          <p:spPr>
            <a:xfrm>
              <a:off x="8224943" y="5806121"/>
              <a:ext cx="911463" cy="189878"/>
            </a:xfrm>
            <a:custGeom>
              <a:avLst/>
              <a:gdLst>
                <a:gd name="connsiteX0" fmla="*/ 135 w 911463"/>
                <a:gd name="connsiteY0" fmla="*/ 34196 h 189878"/>
                <a:gd name="connsiteX1" fmla="*/ 43667 w 911463"/>
                <a:gd name="connsiteY1" fmla="*/ 1 h 189878"/>
                <a:gd name="connsiteX2" fmla="*/ 798378 w 911463"/>
                <a:gd name="connsiteY2" fmla="*/ 500 h 189878"/>
                <a:gd name="connsiteX3" fmla="*/ 910906 w 911463"/>
                <a:gd name="connsiteY3" fmla="*/ 1422 h 189878"/>
                <a:gd name="connsiteX4" fmla="*/ 889537 w 911463"/>
                <a:gd name="connsiteY4" fmla="*/ 137867 h 189878"/>
                <a:gd name="connsiteX5" fmla="*/ 911464 w 911463"/>
                <a:gd name="connsiteY5" fmla="*/ 174541 h 189878"/>
                <a:gd name="connsiteX6" fmla="*/ 865944 w 911463"/>
                <a:gd name="connsiteY6" fmla="*/ 189852 h 189878"/>
                <a:gd name="connsiteX7" fmla="*/ 277665 w 911463"/>
                <a:gd name="connsiteY7" fmla="*/ 188624 h 189878"/>
                <a:gd name="connsiteX8" fmla="*/ 261312 w 911463"/>
                <a:gd name="connsiteY8" fmla="*/ 185596 h 189878"/>
                <a:gd name="connsiteX9" fmla="*/ 248029 w 911463"/>
                <a:gd name="connsiteY9" fmla="*/ 176239 h 189878"/>
                <a:gd name="connsiteX10" fmla="*/ 253943 w 911463"/>
                <a:gd name="connsiteY10" fmla="*/ 162704 h 189878"/>
                <a:gd name="connsiteX11" fmla="*/ 315289 w 911463"/>
                <a:gd name="connsiteY11" fmla="*/ 154720 h 189878"/>
                <a:gd name="connsiteX12" fmla="*/ 674283 w 911463"/>
                <a:gd name="connsiteY12" fmla="*/ 154172 h 189878"/>
                <a:gd name="connsiteX13" fmla="*/ 725386 w 911463"/>
                <a:gd name="connsiteY13" fmla="*/ 137593 h 189878"/>
                <a:gd name="connsiteX14" fmla="*/ 725303 w 911463"/>
                <a:gd name="connsiteY14" fmla="*/ 51477 h 189878"/>
                <a:gd name="connsiteX15" fmla="*/ 683855 w 911463"/>
                <a:gd name="connsiteY15" fmla="*/ 39571 h 189878"/>
                <a:gd name="connsiteX16" fmla="*/ 462613 w 911463"/>
                <a:gd name="connsiteY16" fmla="*/ 39337 h 189878"/>
                <a:gd name="connsiteX17" fmla="*/ 45177 w 911463"/>
                <a:gd name="connsiteY17" fmla="*/ 39384 h 189878"/>
                <a:gd name="connsiteX18" fmla="*/ 135 w 911463"/>
                <a:gd name="connsiteY18" fmla="*/ 34196 h 18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1463" h="189878">
                  <a:moveTo>
                    <a:pt x="135" y="34196"/>
                  </a:moveTo>
                  <a:cubicBezTo>
                    <a:pt x="-1888" y="1699"/>
                    <a:pt x="19105" y="-39"/>
                    <a:pt x="43667" y="1"/>
                  </a:cubicBezTo>
                  <a:cubicBezTo>
                    <a:pt x="295237" y="412"/>
                    <a:pt x="546808" y="334"/>
                    <a:pt x="798378" y="500"/>
                  </a:cubicBezTo>
                  <a:cubicBezTo>
                    <a:pt x="835890" y="524"/>
                    <a:pt x="873401" y="1100"/>
                    <a:pt x="910906" y="1422"/>
                  </a:cubicBezTo>
                  <a:cubicBezTo>
                    <a:pt x="884740" y="43839"/>
                    <a:pt x="895314" y="92224"/>
                    <a:pt x="889537" y="137867"/>
                  </a:cubicBezTo>
                  <a:cubicBezTo>
                    <a:pt x="887638" y="152863"/>
                    <a:pt x="898083" y="165886"/>
                    <a:pt x="911464" y="174541"/>
                  </a:cubicBezTo>
                  <a:cubicBezTo>
                    <a:pt x="899849" y="190145"/>
                    <a:pt x="882344" y="189993"/>
                    <a:pt x="865944" y="189852"/>
                  </a:cubicBezTo>
                  <a:cubicBezTo>
                    <a:pt x="669853" y="188172"/>
                    <a:pt x="473758" y="189231"/>
                    <a:pt x="277665" y="188624"/>
                  </a:cubicBezTo>
                  <a:cubicBezTo>
                    <a:pt x="272078" y="188607"/>
                    <a:pt x="266635" y="187317"/>
                    <a:pt x="261312" y="185596"/>
                  </a:cubicBezTo>
                  <a:cubicBezTo>
                    <a:pt x="256063" y="183637"/>
                    <a:pt x="251640" y="180477"/>
                    <a:pt x="248029" y="176239"/>
                  </a:cubicBezTo>
                  <a:cubicBezTo>
                    <a:pt x="246892" y="170386"/>
                    <a:pt x="248881" y="165862"/>
                    <a:pt x="253943" y="162704"/>
                  </a:cubicBezTo>
                  <a:cubicBezTo>
                    <a:pt x="273363" y="152475"/>
                    <a:pt x="294581" y="154778"/>
                    <a:pt x="315289" y="154720"/>
                  </a:cubicBezTo>
                  <a:cubicBezTo>
                    <a:pt x="434954" y="154386"/>
                    <a:pt x="554621" y="154986"/>
                    <a:pt x="674283" y="154172"/>
                  </a:cubicBezTo>
                  <a:cubicBezTo>
                    <a:pt x="692528" y="154047"/>
                    <a:pt x="717632" y="161395"/>
                    <a:pt x="725386" y="137593"/>
                  </a:cubicBezTo>
                  <a:cubicBezTo>
                    <a:pt x="734416" y="109876"/>
                    <a:pt x="735607" y="79103"/>
                    <a:pt x="725303" y="51477"/>
                  </a:cubicBezTo>
                  <a:cubicBezTo>
                    <a:pt x="719266" y="35286"/>
                    <a:pt x="698700" y="39680"/>
                    <a:pt x="683855" y="39571"/>
                  </a:cubicBezTo>
                  <a:cubicBezTo>
                    <a:pt x="610111" y="39031"/>
                    <a:pt x="536362" y="39314"/>
                    <a:pt x="462613" y="39337"/>
                  </a:cubicBezTo>
                  <a:cubicBezTo>
                    <a:pt x="323468" y="39381"/>
                    <a:pt x="184322" y="39214"/>
                    <a:pt x="45177" y="39384"/>
                  </a:cubicBezTo>
                  <a:cubicBezTo>
                    <a:pt x="30014" y="39404"/>
                    <a:pt x="14459" y="41857"/>
                    <a:pt x="135" y="34196"/>
                  </a:cubicBezTo>
                  <a:close/>
                </a:path>
              </a:pathLst>
            </a:custGeom>
            <a:solidFill>
              <a:srgbClr val="EDBBA3"/>
            </a:solidFill>
            <a:ln w="1429"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D3D3845B-EE0A-C6AB-4C46-7E58931253E8}"/>
                </a:ext>
              </a:extLst>
            </p:cNvPr>
            <p:cNvSpPr/>
            <p:nvPr/>
          </p:nvSpPr>
          <p:spPr>
            <a:xfrm>
              <a:off x="5094961" y="3922692"/>
              <a:ext cx="488414" cy="1013777"/>
            </a:xfrm>
            <a:custGeom>
              <a:avLst/>
              <a:gdLst>
                <a:gd name="connsiteX0" fmla="*/ 440711 w 488414"/>
                <a:gd name="connsiteY0" fmla="*/ 0 h 1013777"/>
                <a:gd name="connsiteX1" fmla="*/ 441039 w 488414"/>
                <a:gd name="connsiteY1" fmla="*/ 33351 h 1013777"/>
                <a:gd name="connsiteX2" fmla="*/ 335257 w 488414"/>
                <a:gd name="connsiteY2" fmla="*/ 260010 h 1013777"/>
                <a:gd name="connsiteX3" fmla="*/ 269190 w 488414"/>
                <a:gd name="connsiteY3" fmla="*/ 359644 h 1013777"/>
                <a:gd name="connsiteX4" fmla="*/ 488414 w 488414"/>
                <a:gd name="connsiteY4" fmla="*/ 542112 h 1013777"/>
                <a:gd name="connsiteX5" fmla="*/ 457253 w 488414"/>
                <a:gd name="connsiteY5" fmla="*/ 501421 h 1013777"/>
                <a:gd name="connsiteX6" fmla="*/ 275035 w 488414"/>
                <a:gd name="connsiteY6" fmla="*/ 370398 h 1013777"/>
                <a:gd name="connsiteX7" fmla="*/ 240415 w 488414"/>
                <a:gd name="connsiteY7" fmla="*/ 379354 h 1013777"/>
                <a:gd name="connsiteX8" fmla="*/ 118162 w 488414"/>
                <a:gd name="connsiteY8" fmla="*/ 542463 h 1013777"/>
                <a:gd name="connsiteX9" fmla="*/ 55832 w 488414"/>
                <a:gd name="connsiteY9" fmla="*/ 792541 h 1013777"/>
                <a:gd name="connsiteX10" fmla="*/ 211347 w 488414"/>
                <a:gd name="connsiteY10" fmla="*/ 902189 h 1013777"/>
                <a:gd name="connsiteX11" fmla="*/ 120099 w 488414"/>
                <a:gd name="connsiteY11" fmla="*/ 1013578 h 1013777"/>
                <a:gd name="connsiteX12" fmla="*/ 91557 w 488414"/>
                <a:gd name="connsiteY12" fmla="*/ 995538 h 1013777"/>
                <a:gd name="connsiteX13" fmla="*/ 0 w 488414"/>
                <a:gd name="connsiteY13" fmla="*/ 960737 h 1013777"/>
                <a:gd name="connsiteX14" fmla="*/ 26166 w 488414"/>
                <a:gd name="connsiteY14" fmla="*/ 913357 h 1013777"/>
                <a:gd name="connsiteX15" fmla="*/ 31012 w 488414"/>
                <a:gd name="connsiteY15" fmla="*/ 854948 h 1013777"/>
                <a:gd name="connsiteX16" fmla="*/ 25867 w 488414"/>
                <a:gd name="connsiteY16" fmla="*/ 773247 h 1013777"/>
                <a:gd name="connsiteX17" fmla="*/ 84824 w 488414"/>
                <a:gd name="connsiteY17" fmla="*/ 556163 h 1013777"/>
                <a:gd name="connsiteX18" fmla="*/ 226075 w 488414"/>
                <a:gd name="connsiteY18" fmla="*/ 361651 h 1013777"/>
                <a:gd name="connsiteX19" fmla="*/ 301652 w 488414"/>
                <a:gd name="connsiteY19" fmla="*/ 269809 h 1013777"/>
                <a:gd name="connsiteX20" fmla="*/ 414907 w 488414"/>
                <a:gd name="connsiteY20" fmla="*/ 37062 h 1013777"/>
                <a:gd name="connsiteX21" fmla="*/ 440711 w 488414"/>
                <a:gd name="connsiteY21" fmla="*/ 0 h 1013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88414" h="1013777">
                  <a:moveTo>
                    <a:pt x="440711" y="0"/>
                  </a:moveTo>
                  <a:cubicBezTo>
                    <a:pt x="454930" y="10973"/>
                    <a:pt x="446203" y="22244"/>
                    <a:pt x="441039" y="33351"/>
                  </a:cubicBezTo>
                  <a:cubicBezTo>
                    <a:pt x="405885" y="108955"/>
                    <a:pt x="371174" y="184770"/>
                    <a:pt x="335257" y="260010"/>
                  </a:cubicBezTo>
                  <a:cubicBezTo>
                    <a:pt x="319216" y="293614"/>
                    <a:pt x="306549" y="329440"/>
                    <a:pt x="269190" y="359644"/>
                  </a:cubicBezTo>
                  <a:cubicBezTo>
                    <a:pt x="381269" y="380399"/>
                    <a:pt x="458774" y="431811"/>
                    <a:pt x="488414" y="542112"/>
                  </a:cubicBezTo>
                  <a:cubicBezTo>
                    <a:pt x="471166" y="531142"/>
                    <a:pt x="462477" y="515870"/>
                    <a:pt x="457253" y="501421"/>
                  </a:cubicBezTo>
                  <a:cubicBezTo>
                    <a:pt x="426222" y="415594"/>
                    <a:pt x="347388" y="397685"/>
                    <a:pt x="275035" y="370398"/>
                  </a:cubicBezTo>
                  <a:cubicBezTo>
                    <a:pt x="262102" y="365521"/>
                    <a:pt x="251157" y="371200"/>
                    <a:pt x="240415" y="379354"/>
                  </a:cubicBezTo>
                  <a:cubicBezTo>
                    <a:pt x="184082" y="422118"/>
                    <a:pt x="136520" y="469762"/>
                    <a:pt x="118162" y="542463"/>
                  </a:cubicBezTo>
                  <a:cubicBezTo>
                    <a:pt x="97127" y="625768"/>
                    <a:pt x="67352" y="707053"/>
                    <a:pt x="55832" y="792541"/>
                  </a:cubicBezTo>
                  <a:cubicBezTo>
                    <a:pt x="40079" y="909432"/>
                    <a:pt x="132684" y="933195"/>
                    <a:pt x="211347" y="902189"/>
                  </a:cubicBezTo>
                  <a:cubicBezTo>
                    <a:pt x="159975" y="923022"/>
                    <a:pt x="158953" y="983010"/>
                    <a:pt x="120099" y="1013578"/>
                  </a:cubicBezTo>
                  <a:cubicBezTo>
                    <a:pt x="105830" y="1015086"/>
                    <a:pt x="97042" y="1007925"/>
                    <a:pt x="91557" y="995538"/>
                  </a:cubicBezTo>
                  <a:cubicBezTo>
                    <a:pt x="66990" y="968225"/>
                    <a:pt x="34745" y="961125"/>
                    <a:pt x="0" y="960737"/>
                  </a:cubicBezTo>
                  <a:cubicBezTo>
                    <a:pt x="8660" y="944873"/>
                    <a:pt x="16097" y="928224"/>
                    <a:pt x="26166" y="913357"/>
                  </a:cubicBezTo>
                  <a:cubicBezTo>
                    <a:pt x="39116" y="894235"/>
                    <a:pt x="41989" y="876257"/>
                    <a:pt x="31012" y="854948"/>
                  </a:cubicBezTo>
                  <a:cubicBezTo>
                    <a:pt x="17622" y="828956"/>
                    <a:pt x="19783" y="800863"/>
                    <a:pt x="25867" y="773247"/>
                  </a:cubicBezTo>
                  <a:cubicBezTo>
                    <a:pt x="42020" y="699924"/>
                    <a:pt x="66003" y="628681"/>
                    <a:pt x="84824" y="556163"/>
                  </a:cubicBezTo>
                  <a:cubicBezTo>
                    <a:pt x="106794" y="471516"/>
                    <a:pt x="156109" y="408959"/>
                    <a:pt x="226075" y="361651"/>
                  </a:cubicBezTo>
                  <a:cubicBezTo>
                    <a:pt x="261276" y="337849"/>
                    <a:pt x="283986" y="307067"/>
                    <a:pt x="301652" y="269809"/>
                  </a:cubicBezTo>
                  <a:cubicBezTo>
                    <a:pt x="338616" y="191852"/>
                    <a:pt x="376900" y="114521"/>
                    <a:pt x="414907" y="37062"/>
                  </a:cubicBezTo>
                  <a:cubicBezTo>
                    <a:pt x="421566" y="23488"/>
                    <a:pt x="426548" y="8470"/>
                    <a:pt x="440711" y="0"/>
                  </a:cubicBezTo>
                  <a:close/>
                </a:path>
              </a:pathLst>
            </a:custGeom>
            <a:solidFill>
              <a:srgbClr val="E08B64"/>
            </a:solidFill>
            <a:ln w="1429" cap="flat">
              <a:noFill/>
              <a:prstDash val="solid"/>
              <a:miter/>
            </a:ln>
          </p:spPr>
          <p:txBody>
            <a:bodyPr rtlCol="0" anchor="ctr"/>
            <a:lstStyle/>
            <a:p>
              <a:endParaRPr lang="en-IN"/>
            </a:p>
          </p:txBody>
        </p:sp>
        <p:sp>
          <p:nvSpPr>
            <p:cNvPr id="46" name="Freeform: Shape 45">
              <a:extLst>
                <a:ext uri="{FF2B5EF4-FFF2-40B4-BE49-F238E27FC236}">
                  <a16:creationId xmlns:a16="http://schemas.microsoft.com/office/drawing/2014/main" id="{08F9D1B1-3958-EFEA-66A3-0E4683D2D29E}"/>
                </a:ext>
              </a:extLst>
            </p:cNvPr>
            <p:cNvSpPr/>
            <p:nvPr/>
          </p:nvSpPr>
          <p:spPr>
            <a:xfrm>
              <a:off x="8465187" y="5992389"/>
              <a:ext cx="790190" cy="72067"/>
            </a:xfrm>
            <a:custGeom>
              <a:avLst/>
              <a:gdLst>
                <a:gd name="connsiteX0" fmla="*/ 688092 w 790190"/>
                <a:gd name="connsiteY0" fmla="*/ 13688 h 72067"/>
                <a:gd name="connsiteX1" fmla="*/ 749715 w 790190"/>
                <a:gd name="connsiteY1" fmla="*/ 13711 h 72067"/>
                <a:gd name="connsiteX2" fmla="*/ 777153 w 790190"/>
                <a:gd name="connsiteY2" fmla="*/ 65545 h 72067"/>
                <a:gd name="connsiteX3" fmla="*/ 740899 w 790190"/>
                <a:gd name="connsiteY3" fmla="*/ 72001 h 72067"/>
                <a:gd name="connsiteX4" fmla="*/ 78716 w 790190"/>
                <a:gd name="connsiteY4" fmla="*/ 70966 h 72067"/>
                <a:gd name="connsiteX5" fmla="*/ 9727 w 790190"/>
                <a:gd name="connsiteY5" fmla="*/ 60675 h 72067"/>
                <a:gd name="connsiteX6" fmla="*/ 6820 w 790190"/>
                <a:gd name="connsiteY6" fmla="*/ 14134 h 72067"/>
                <a:gd name="connsiteX7" fmla="*/ 37623 w 790190"/>
                <a:gd name="connsiteY7" fmla="*/ 3370 h 72067"/>
                <a:gd name="connsiteX8" fmla="*/ 250291 w 790190"/>
                <a:gd name="connsiteY8" fmla="*/ 1272 h 72067"/>
                <a:gd name="connsiteX9" fmla="*/ 517691 w 790190"/>
                <a:gd name="connsiteY9" fmla="*/ 3071 h 72067"/>
                <a:gd name="connsiteX10" fmla="*/ 688092 w 790190"/>
                <a:gd name="connsiteY10" fmla="*/ 13688 h 72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0190" h="72067">
                  <a:moveTo>
                    <a:pt x="688092" y="13688"/>
                  </a:moveTo>
                  <a:cubicBezTo>
                    <a:pt x="708633" y="13673"/>
                    <a:pt x="729180" y="13328"/>
                    <a:pt x="749715" y="13711"/>
                  </a:cubicBezTo>
                  <a:cubicBezTo>
                    <a:pt x="793815" y="14536"/>
                    <a:pt x="800114" y="26609"/>
                    <a:pt x="777153" y="65545"/>
                  </a:cubicBezTo>
                  <a:cubicBezTo>
                    <a:pt x="765969" y="72776"/>
                    <a:pt x="753448" y="72114"/>
                    <a:pt x="740899" y="72001"/>
                  </a:cubicBezTo>
                  <a:cubicBezTo>
                    <a:pt x="520173" y="70009"/>
                    <a:pt x="299444" y="71778"/>
                    <a:pt x="78716" y="70966"/>
                  </a:cubicBezTo>
                  <a:cubicBezTo>
                    <a:pt x="55374" y="70881"/>
                    <a:pt x="31228" y="74173"/>
                    <a:pt x="9727" y="60675"/>
                  </a:cubicBezTo>
                  <a:cubicBezTo>
                    <a:pt x="-2815" y="45880"/>
                    <a:pt x="-2617" y="30290"/>
                    <a:pt x="6820" y="14134"/>
                  </a:cubicBezTo>
                  <a:cubicBezTo>
                    <a:pt x="15536" y="6191"/>
                    <a:pt x="26381" y="2827"/>
                    <a:pt x="37623" y="3370"/>
                  </a:cubicBezTo>
                  <a:cubicBezTo>
                    <a:pt x="108511" y="6792"/>
                    <a:pt x="178989" y="-3461"/>
                    <a:pt x="250291" y="1272"/>
                  </a:cubicBezTo>
                  <a:cubicBezTo>
                    <a:pt x="339109" y="7169"/>
                    <a:pt x="428539" y="1981"/>
                    <a:pt x="517691" y="3071"/>
                  </a:cubicBezTo>
                  <a:cubicBezTo>
                    <a:pt x="574613" y="3767"/>
                    <a:pt x="631347" y="9217"/>
                    <a:pt x="688092" y="13688"/>
                  </a:cubicBezTo>
                  <a:close/>
                </a:path>
              </a:pathLst>
            </a:custGeom>
            <a:solidFill>
              <a:srgbClr val="68677C"/>
            </a:solidFill>
            <a:ln w="1429" cap="flat">
              <a:noFill/>
              <a:prstDash val="solid"/>
              <a:miter/>
            </a:ln>
          </p:spPr>
          <p:txBody>
            <a:bodyPr rtlCol="0" anchor="ctr"/>
            <a:lstStyle/>
            <a:p>
              <a:endParaRPr lang="en-IN"/>
            </a:p>
          </p:txBody>
        </p:sp>
        <p:sp>
          <p:nvSpPr>
            <p:cNvPr id="47" name="Freeform: Shape 46">
              <a:extLst>
                <a:ext uri="{FF2B5EF4-FFF2-40B4-BE49-F238E27FC236}">
                  <a16:creationId xmlns:a16="http://schemas.microsoft.com/office/drawing/2014/main" id="{0D82C501-9443-5186-D63E-90C97D9EE8BC}"/>
                </a:ext>
              </a:extLst>
            </p:cNvPr>
            <p:cNvSpPr/>
            <p:nvPr/>
          </p:nvSpPr>
          <p:spPr>
            <a:xfrm>
              <a:off x="8240430" y="6039427"/>
              <a:ext cx="1001913" cy="44980"/>
            </a:xfrm>
            <a:custGeom>
              <a:avLst/>
              <a:gdLst>
                <a:gd name="connsiteX0" fmla="*/ 233896 w 1001913"/>
                <a:gd name="connsiteY0" fmla="*/ 10232 h 44980"/>
                <a:gd name="connsiteX1" fmla="*/ 940109 w 1001913"/>
                <a:gd name="connsiteY1" fmla="*/ 11352 h 44980"/>
                <a:gd name="connsiteX2" fmla="*/ 1001914 w 1001913"/>
                <a:gd name="connsiteY2" fmla="*/ 18495 h 44980"/>
                <a:gd name="connsiteX3" fmla="*/ 995639 w 1001913"/>
                <a:gd name="connsiteY3" fmla="*/ 35305 h 44980"/>
                <a:gd name="connsiteX4" fmla="*/ 943093 w 1001913"/>
                <a:gd name="connsiteY4" fmla="*/ 44011 h 44980"/>
                <a:gd name="connsiteX5" fmla="*/ 290735 w 1001913"/>
                <a:gd name="connsiteY5" fmla="*/ 44838 h 44980"/>
                <a:gd name="connsiteX6" fmla="*/ 48527 w 1001913"/>
                <a:gd name="connsiteY6" fmla="*/ 43248 h 44980"/>
                <a:gd name="connsiteX7" fmla="*/ 0 w 1001913"/>
                <a:gd name="connsiteY7" fmla="*/ 34876 h 44980"/>
                <a:gd name="connsiteX8" fmla="*/ 33983 w 1001913"/>
                <a:gd name="connsiteY8" fmla="*/ 15900 h 44980"/>
                <a:gd name="connsiteX9" fmla="*/ 179518 w 1001913"/>
                <a:gd name="connsiteY9" fmla="*/ 6700 h 44980"/>
                <a:gd name="connsiteX10" fmla="*/ 233896 w 1001913"/>
                <a:gd name="connsiteY10" fmla="*/ 10232 h 44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01913" h="44980">
                  <a:moveTo>
                    <a:pt x="233896" y="10232"/>
                  </a:moveTo>
                  <a:cubicBezTo>
                    <a:pt x="469300" y="10639"/>
                    <a:pt x="704705" y="11104"/>
                    <a:pt x="940109" y="11352"/>
                  </a:cubicBezTo>
                  <a:cubicBezTo>
                    <a:pt x="961061" y="11374"/>
                    <a:pt x="981903" y="10975"/>
                    <a:pt x="1001914" y="18495"/>
                  </a:cubicBezTo>
                  <a:cubicBezTo>
                    <a:pt x="999819" y="24105"/>
                    <a:pt x="997731" y="29704"/>
                    <a:pt x="995639" y="35305"/>
                  </a:cubicBezTo>
                  <a:cubicBezTo>
                    <a:pt x="979591" y="47022"/>
                    <a:pt x="961018" y="44018"/>
                    <a:pt x="943093" y="44011"/>
                  </a:cubicBezTo>
                  <a:cubicBezTo>
                    <a:pt x="725634" y="43934"/>
                    <a:pt x="508133" y="41248"/>
                    <a:pt x="290735" y="44838"/>
                  </a:cubicBezTo>
                  <a:cubicBezTo>
                    <a:pt x="209872" y="46175"/>
                    <a:pt x="129279" y="37494"/>
                    <a:pt x="48527" y="43248"/>
                  </a:cubicBezTo>
                  <a:cubicBezTo>
                    <a:pt x="31888" y="44432"/>
                    <a:pt x="14941" y="44757"/>
                    <a:pt x="0" y="34876"/>
                  </a:cubicBezTo>
                  <a:cubicBezTo>
                    <a:pt x="2465" y="12673"/>
                    <a:pt x="21948" y="20955"/>
                    <a:pt x="33983" y="15900"/>
                  </a:cubicBezTo>
                  <a:cubicBezTo>
                    <a:pt x="80865" y="-13252"/>
                    <a:pt x="130815" y="6577"/>
                    <a:pt x="179518" y="6700"/>
                  </a:cubicBezTo>
                  <a:cubicBezTo>
                    <a:pt x="197677" y="7166"/>
                    <a:pt x="216059" y="4612"/>
                    <a:pt x="233896" y="10232"/>
                  </a:cubicBezTo>
                  <a:close/>
                </a:path>
              </a:pathLst>
            </a:custGeom>
            <a:solidFill>
              <a:srgbClr val="DD916F"/>
            </a:solidFill>
            <a:ln w="1429" cap="flat">
              <a:noFill/>
              <a:prstDash val="solid"/>
              <a:miter/>
            </a:ln>
          </p:spPr>
          <p:txBody>
            <a:bodyPr rtlCol="0" anchor="ctr"/>
            <a:lstStyle/>
            <a:p>
              <a:endParaRPr lang="en-IN"/>
            </a:p>
          </p:txBody>
        </p:sp>
        <p:sp>
          <p:nvSpPr>
            <p:cNvPr id="48" name="Freeform: Shape 47">
              <a:extLst>
                <a:ext uri="{FF2B5EF4-FFF2-40B4-BE49-F238E27FC236}">
                  <a16:creationId xmlns:a16="http://schemas.microsoft.com/office/drawing/2014/main" id="{4DFEFFD8-76FC-512D-96ED-E3A03EC22A75}"/>
                </a:ext>
              </a:extLst>
            </p:cNvPr>
            <p:cNvSpPr/>
            <p:nvPr/>
          </p:nvSpPr>
          <p:spPr>
            <a:xfrm>
              <a:off x="5803880" y="2320854"/>
              <a:ext cx="526674" cy="114680"/>
            </a:xfrm>
            <a:custGeom>
              <a:avLst/>
              <a:gdLst>
                <a:gd name="connsiteX0" fmla="*/ 0 w 526674"/>
                <a:gd name="connsiteY0" fmla="*/ 10156 h 114680"/>
                <a:gd name="connsiteX1" fmla="*/ 118101 w 526674"/>
                <a:gd name="connsiteY1" fmla="*/ 6050 h 114680"/>
                <a:gd name="connsiteX2" fmla="*/ 407463 w 526674"/>
                <a:gd name="connsiteY2" fmla="*/ 17147 h 114680"/>
                <a:gd name="connsiteX3" fmla="*/ 526674 w 526674"/>
                <a:gd name="connsiteY3" fmla="*/ 18466 h 114680"/>
                <a:gd name="connsiteX4" fmla="*/ 493440 w 526674"/>
                <a:gd name="connsiteY4" fmla="*/ 20753 h 114680"/>
                <a:gd name="connsiteX5" fmla="*/ 405275 w 526674"/>
                <a:gd name="connsiteY5" fmla="*/ 85140 h 114680"/>
                <a:gd name="connsiteX6" fmla="*/ 364302 w 526674"/>
                <a:gd name="connsiteY6" fmla="*/ 114545 h 114680"/>
                <a:gd name="connsiteX7" fmla="*/ 230851 w 526674"/>
                <a:gd name="connsiteY7" fmla="*/ 114147 h 114680"/>
                <a:gd name="connsiteX8" fmla="*/ 181592 w 526674"/>
                <a:gd name="connsiteY8" fmla="*/ 81987 h 114680"/>
                <a:gd name="connsiteX9" fmla="*/ 97267 w 526674"/>
                <a:gd name="connsiteY9" fmla="*/ 26992 h 114680"/>
                <a:gd name="connsiteX10" fmla="*/ 0 w 526674"/>
                <a:gd name="connsiteY10" fmla="*/ 10156 h 114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6674" h="114680">
                  <a:moveTo>
                    <a:pt x="0" y="10156"/>
                  </a:moveTo>
                  <a:cubicBezTo>
                    <a:pt x="38867" y="-4435"/>
                    <a:pt x="79849" y="-963"/>
                    <a:pt x="118101" y="6050"/>
                  </a:cubicBezTo>
                  <a:cubicBezTo>
                    <a:pt x="214349" y="23697"/>
                    <a:pt x="311303" y="23577"/>
                    <a:pt x="407463" y="17147"/>
                  </a:cubicBezTo>
                  <a:cubicBezTo>
                    <a:pt x="447944" y="14440"/>
                    <a:pt x="486864" y="3941"/>
                    <a:pt x="526674" y="18466"/>
                  </a:cubicBezTo>
                  <a:cubicBezTo>
                    <a:pt x="515596" y="19275"/>
                    <a:pt x="504509" y="20880"/>
                    <a:pt x="493440" y="20753"/>
                  </a:cubicBezTo>
                  <a:cubicBezTo>
                    <a:pt x="447803" y="20230"/>
                    <a:pt x="415784" y="38739"/>
                    <a:pt x="405275" y="85140"/>
                  </a:cubicBezTo>
                  <a:cubicBezTo>
                    <a:pt x="400005" y="108409"/>
                    <a:pt x="388259" y="115805"/>
                    <a:pt x="364302" y="114545"/>
                  </a:cubicBezTo>
                  <a:cubicBezTo>
                    <a:pt x="319912" y="112211"/>
                    <a:pt x="275237" y="111904"/>
                    <a:pt x="230851" y="114147"/>
                  </a:cubicBezTo>
                  <a:cubicBezTo>
                    <a:pt x="204399" y="115483"/>
                    <a:pt x="189489" y="107216"/>
                    <a:pt x="181592" y="81987"/>
                  </a:cubicBezTo>
                  <a:cubicBezTo>
                    <a:pt x="168790" y="41088"/>
                    <a:pt x="142010" y="23310"/>
                    <a:pt x="97267" y="26992"/>
                  </a:cubicBezTo>
                  <a:cubicBezTo>
                    <a:pt x="64523" y="29686"/>
                    <a:pt x="30616" y="26111"/>
                    <a:pt x="0" y="10156"/>
                  </a:cubicBezTo>
                  <a:close/>
                </a:path>
              </a:pathLst>
            </a:custGeom>
            <a:solidFill>
              <a:srgbClr val="3E424A"/>
            </a:solidFill>
            <a:ln w="1429" cap="flat">
              <a:noFill/>
              <a:prstDash val="solid"/>
              <a:miter/>
            </a:ln>
          </p:spPr>
          <p:txBody>
            <a:bodyPr rtlCol="0" anchor="ctr"/>
            <a:lstStyle/>
            <a:p>
              <a:endParaRPr lang="en-IN"/>
            </a:p>
          </p:txBody>
        </p:sp>
        <p:sp>
          <p:nvSpPr>
            <p:cNvPr id="49" name="Freeform: Shape 48">
              <a:extLst>
                <a:ext uri="{FF2B5EF4-FFF2-40B4-BE49-F238E27FC236}">
                  <a16:creationId xmlns:a16="http://schemas.microsoft.com/office/drawing/2014/main" id="{CDCA23CD-7E39-FE9D-815A-7ADCFDAD52E0}"/>
                </a:ext>
              </a:extLst>
            </p:cNvPr>
            <p:cNvSpPr/>
            <p:nvPr/>
          </p:nvSpPr>
          <p:spPr>
            <a:xfrm>
              <a:off x="8469285" y="5980665"/>
              <a:ext cx="683993" cy="37621"/>
            </a:xfrm>
            <a:custGeom>
              <a:avLst/>
              <a:gdLst>
                <a:gd name="connsiteX0" fmla="*/ 683994 w 683993"/>
                <a:gd name="connsiteY0" fmla="*/ 25413 h 37621"/>
                <a:gd name="connsiteX1" fmla="*/ 598258 w 683993"/>
                <a:gd name="connsiteY1" fmla="*/ 33860 h 37621"/>
                <a:gd name="connsiteX2" fmla="*/ 356239 w 683993"/>
                <a:gd name="connsiteY2" fmla="*/ 27021 h 37621"/>
                <a:gd name="connsiteX3" fmla="*/ 6320 w 683993"/>
                <a:gd name="connsiteY3" fmla="*/ 26759 h 37621"/>
                <a:gd name="connsiteX4" fmla="*/ 6371 w 683993"/>
                <a:gd name="connsiteY4" fmla="*/ 8 h 37621"/>
                <a:gd name="connsiteX5" fmla="*/ 667128 w 683993"/>
                <a:gd name="connsiteY5" fmla="*/ 0 h 37621"/>
                <a:gd name="connsiteX6" fmla="*/ 683994 w 683993"/>
                <a:gd name="connsiteY6" fmla="*/ 25413 h 37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3993" h="37621">
                  <a:moveTo>
                    <a:pt x="683994" y="25413"/>
                  </a:moveTo>
                  <a:cubicBezTo>
                    <a:pt x="656888" y="42354"/>
                    <a:pt x="625930" y="38005"/>
                    <a:pt x="598258" y="33860"/>
                  </a:cubicBezTo>
                  <a:cubicBezTo>
                    <a:pt x="517590" y="21777"/>
                    <a:pt x="436835" y="30327"/>
                    <a:pt x="356239" y="27021"/>
                  </a:cubicBezTo>
                  <a:cubicBezTo>
                    <a:pt x="239598" y="22235"/>
                    <a:pt x="122962" y="23911"/>
                    <a:pt x="6320" y="26759"/>
                  </a:cubicBezTo>
                  <a:cubicBezTo>
                    <a:pt x="-2110" y="17826"/>
                    <a:pt x="-2120" y="8909"/>
                    <a:pt x="6371" y="8"/>
                  </a:cubicBezTo>
                  <a:cubicBezTo>
                    <a:pt x="226625" y="7"/>
                    <a:pt x="446879" y="4"/>
                    <a:pt x="667128" y="0"/>
                  </a:cubicBezTo>
                  <a:cubicBezTo>
                    <a:pt x="676457" y="6008"/>
                    <a:pt x="682703" y="14066"/>
                    <a:pt x="683994" y="25413"/>
                  </a:cubicBezTo>
                  <a:close/>
                </a:path>
              </a:pathLst>
            </a:custGeom>
            <a:solidFill>
              <a:srgbClr val="873432"/>
            </a:solidFill>
            <a:ln w="1429" cap="flat">
              <a:noFill/>
              <a:prstDash val="solid"/>
              <a:miter/>
            </a:ln>
          </p:spPr>
          <p:txBody>
            <a:bodyPr rtlCol="0" anchor="ctr"/>
            <a:lstStyle/>
            <a:p>
              <a:endParaRPr lang="en-IN"/>
            </a:p>
          </p:txBody>
        </p:sp>
        <p:sp>
          <p:nvSpPr>
            <p:cNvPr id="50" name="Freeform: Shape 49">
              <a:extLst>
                <a:ext uri="{FF2B5EF4-FFF2-40B4-BE49-F238E27FC236}">
                  <a16:creationId xmlns:a16="http://schemas.microsoft.com/office/drawing/2014/main" id="{F9700532-857D-DA01-6F27-39C09896B942}"/>
                </a:ext>
              </a:extLst>
            </p:cNvPr>
            <p:cNvSpPr/>
            <p:nvPr/>
          </p:nvSpPr>
          <p:spPr>
            <a:xfrm>
              <a:off x="5052806" y="877600"/>
              <a:ext cx="222134" cy="58411"/>
            </a:xfrm>
            <a:custGeom>
              <a:avLst/>
              <a:gdLst>
                <a:gd name="connsiteX0" fmla="*/ 55200 w 222134"/>
                <a:gd name="connsiteY0" fmla="*/ 40999 h 58411"/>
                <a:gd name="connsiteX1" fmla="*/ 31 w 222134"/>
                <a:gd name="connsiteY1" fmla="*/ 25218 h 58411"/>
                <a:gd name="connsiteX2" fmla="*/ 60374 w 222134"/>
                <a:gd name="connsiteY2" fmla="*/ 414 h 58411"/>
                <a:gd name="connsiteX3" fmla="*/ 195804 w 222134"/>
                <a:gd name="connsiteY3" fmla="*/ 17371 h 58411"/>
                <a:gd name="connsiteX4" fmla="*/ 221511 w 222134"/>
                <a:gd name="connsiteY4" fmla="*/ 44229 h 58411"/>
                <a:gd name="connsiteX5" fmla="*/ 186734 w 222134"/>
                <a:gd name="connsiteY5" fmla="*/ 55976 h 58411"/>
                <a:gd name="connsiteX6" fmla="*/ 55200 w 222134"/>
                <a:gd name="connsiteY6" fmla="*/ 40999 h 58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134" h="58411">
                  <a:moveTo>
                    <a:pt x="55200" y="40999"/>
                  </a:moveTo>
                  <a:cubicBezTo>
                    <a:pt x="38657" y="35556"/>
                    <a:pt x="1371" y="58031"/>
                    <a:pt x="31" y="25218"/>
                  </a:cubicBezTo>
                  <a:cubicBezTo>
                    <a:pt x="-1263" y="-6474"/>
                    <a:pt x="37688" y="1527"/>
                    <a:pt x="60374" y="414"/>
                  </a:cubicBezTo>
                  <a:cubicBezTo>
                    <a:pt x="106192" y="-1837"/>
                    <a:pt x="151558" y="5271"/>
                    <a:pt x="195804" y="17371"/>
                  </a:cubicBezTo>
                  <a:cubicBezTo>
                    <a:pt x="208653" y="20886"/>
                    <a:pt x="225608" y="26204"/>
                    <a:pt x="221511" y="44229"/>
                  </a:cubicBezTo>
                  <a:cubicBezTo>
                    <a:pt x="217243" y="63012"/>
                    <a:pt x="199563" y="58664"/>
                    <a:pt x="186734" y="55976"/>
                  </a:cubicBezTo>
                  <a:cubicBezTo>
                    <a:pt x="144613" y="47150"/>
                    <a:pt x="102361" y="40593"/>
                    <a:pt x="55200" y="40999"/>
                  </a:cubicBezTo>
                  <a:close/>
                </a:path>
              </a:pathLst>
            </a:custGeom>
            <a:solidFill>
              <a:srgbClr val="F7B045"/>
            </a:solidFill>
            <a:ln w="1429" cap="flat">
              <a:noFill/>
              <a:prstDash val="solid"/>
              <a:miter/>
            </a:ln>
          </p:spPr>
          <p:txBody>
            <a:bodyPr rtlCol="0" anchor="ctr"/>
            <a:lstStyle/>
            <a:p>
              <a:endParaRPr lang="en-IN"/>
            </a:p>
          </p:txBody>
        </p:sp>
        <p:sp>
          <p:nvSpPr>
            <p:cNvPr id="51" name="Freeform: Shape 50">
              <a:extLst>
                <a:ext uri="{FF2B5EF4-FFF2-40B4-BE49-F238E27FC236}">
                  <a16:creationId xmlns:a16="http://schemas.microsoft.com/office/drawing/2014/main" id="{3C6C64DF-0AB2-0398-67EF-3C1F573DFB03}"/>
                </a:ext>
              </a:extLst>
            </p:cNvPr>
            <p:cNvSpPr/>
            <p:nvPr/>
          </p:nvSpPr>
          <p:spPr>
            <a:xfrm>
              <a:off x="6909111" y="755788"/>
              <a:ext cx="233925" cy="61833"/>
            </a:xfrm>
            <a:custGeom>
              <a:avLst/>
              <a:gdLst>
                <a:gd name="connsiteX0" fmla="*/ 233774 w 233925"/>
                <a:gd name="connsiteY0" fmla="*/ 22932 h 61833"/>
                <a:gd name="connsiteX1" fmla="*/ 207793 w 233925"/>
                <a:gd name="connsiteY1" fmla="*/ 37183 h 61833"/>
                <a:gd name="connsiteX2" fmla="*/ 30761 w 233925"/>
                <a:gd name="connsiteY2" fmla="*/ 59391 h 61833"/>
                <a:gd name="connsiteX3" fmla="*/ 1754 w 233925"/>
                <a:gd name="connsiteY3" fmla="*/ 51298 h 61833"/>
                <a:gd name="connsiteX4" fmla="*/ 20335 w 233925"/>
                <a:gd name="connsiteY4" fmla="*/ 24444 h 61833"/>
                <a:gd name="connsiteX5" fmla="*/ 212935 w 233925"/>
                <a:gd name="connsiteY5" fmla="*/ 2224 h 61833"/>
                <a:gd name="connsiteX6" fmla="*/ 233774 w 233925"/>
                <a:gd name="connsiteY6" fmla="*/ 22932 h 61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3925" h="61833">
                  <a:moveTo>
                    <a:pt x="233774" y="22932"/>
                  </a:moveTo>
                  <a:cubicBezTo>
                    <a:pt x="230987" y="38307"/>
                    <a:pt x="218628" y="37143"/>
                    <a:pt x="207793" y="37183"/>
                  </a:cubicBezTo>
                  <a:cubicBezTo>
                    <a:pt x="147866" y="37405"/>
                    <a:pt x="88381" y="40394"/>
                    <a:pt x="30761" y="59391"/>
                  </a:cubicBezTo>
                  <a:cubicBezTo>
                    <a:pt x="20102" y="62905"/>
                    <a:pt x="7128" y="64395"/>
                    <a:pt x="1754" y="51298"/>
                  </a:cubicBezTo>
                  <a:cubicBezTo>
                    <a:pt x="-5020" y="34778"/>
                    <a:pt x="9244" y="29730"/>
                    <a:pt x="20335" y="24444"/>
                  </a:cubicBezTo>
                  <a:cubicBezTo>
                    <a:pt x="81933" y="-4913"/>
                    <a:pt x="147617" y="-1062"/>
                    <a:pt x="212935" y="2224"/>
                  </a:cubicBezTo>
                  <a:cubicBezTo>
                    <a:pt x="228245" y="2994"/>
                    <a:pt x="235051" y="12504"/>
                    <a:pt x="233774" y="22932"/>
                  </a:cubicBezTo>
                  <a:close/>
                </a:path>
              </a:pathLst>
            </a:custGeom>
            <a:solidFill>
              <a:srgbClr val="F7AE46"/>
            </a:solidFill>
            <a:ln w="1429" cap="flat">
              <a:noFill/>
              <a:prstDash val="solid"/>
              <a:miter/>
            </a:ln>
          </p:spPr>
          <p:txBody>
            <a:bodyPr rtlCol="0" anchor="ctr"/>
            <a:lstStyle/>
            <a:p>
              <a:endParaRPr lang="en-IN"/>
            </a:p>
          </p:txBody>
        </p:sp>
        <p:sp>
          <p:nvSpPr>
            <p:cNvPr id="52" name="Freeform: Shape 51">
              <a:extLst>
                <a:ext uri="{FF2B5EF4-FFF2-40B4-BE49-F238E27FC236}">
                  <a16:creationId xmlns:a16="http://schemas.microsoft.com/office/drawing/2014/main" id="{2F9DCFA5-9700-61B1-D2D5-E44E388320EC}"/>
                </a:ext>
              </a:extLst>
            </p:cNvPr>
            <p:cNvSpPr/>
            <p:nvPr/>
          </p:nvSpPr>
          <p:spPr>
            <a:xfrm>
              <a:off x="6681850" y="186793"/>
              <a:ext cx="142828" cy="180938"/>
            </a:xfrm>
            <a:custGeom>
              <a:avLst/>
              <a:gdLst>
                <a:gd name="connsiteX0" fmla="*/ 17174 w 142828"/>
                <a:gd name="connsiteY0" fmla="*/ 180833 h 180938"/>
                <a:gd name="connsiteX1" fmla="*/ 2423 w 142828"/>
                <a:gd name="connsiteY1" fmla="*/ 152978 h 180938"/>
                <a:gd name="connsiteX2" fmla="*/ 109929 w 142828"/>
                <a:gd name="connsiteY2" fmla="*/ 6242 h 180938"/>
                <a:gd name="connsiteX3" fmla="*/ 136618 w 142828"/>
                <a:gd name="connsiteY3" fmla="*/ 4848 h 180938"/>
                <a:gd name="connsiteX4" fmla="*/ 133772 w 142828"/>
                <a:gd name="connsiteY4" fmla="*/ 33649 h 180938"/>
                <a:gd name="connsiteX5" fmla="*/ 37137 w 142828"/>
                <a:gd name="connsiteY5" fmla="*/ 168849 h 180938"/>
                <a:gd name="connsiteX6" fmla="*/ 17174 w 142828"/>
                <a:gd name="connsiteY6" fmla="*/ 180833 h 180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828" h="180938">
                  <a:moveTo>
                    <a:pt x="17174" y="180833"/>
                  </a:moveTo>
                  <a:cubicBezTo>
                    <a:pt x="-416" y="178225"/>
                    <a:pt x="-2758" y="165620"/>
                    <a:pt x="2423" y="152978"/>
                  </a:cubicBezTo>
                  <a:cubicBezTo>
                    <a:pt x="26059" y="95305"/>
                    <a:pt x="63177" y="47077"/>
                    <a:pt x="109929" y="6242"/>
                  </a:cubicBezTo>
                  <a:cubicBezTo>
                    <a:pt x="117581" y="-443"/>
                    <a:pt x="127925" y="-2991"/>
                    <a:pt x="136618" y="4848"/>
                  </a:cubicBezTo>
                  <a:cubicBezTo>
                    <a:pt x="147977" y="15092"/>
                    <a:pt x="141769" y="24942"/>
                    <a:pt x="133772" y="33649"/>
                  </a:cubicBezTo>
                  <a:cubicBezTo>
                    <a:pt x="96014" y="74764"/>
                    <a:pt x="61229" y="117948"/>
                    <a:pt x="37137" y="168849"/>
                  </a:cubicBezTo>
                  <a:cubicBezTo>
                    <a:pt x="33335" y="176880"/>
                    <a:pt x="26729" y="181722"/>
                    <a:pt x="17174" y="180833"/>
                  </a:cubicBezTo>
                  <a:close/>
                </a:path>
              </a:pathLst>
            </a:custGeom>
            <a:solidFill>
              <a:srgbClr val="F6A93C"/>
            </a:solidFill>
            <a:ln w="1429" cap="flat">
              <a:noFill/>
              <a:prstDash val="solid"/>
              <a:miter/>
            </a:ln>
          </p:spPr>
          <p:txBody>
            <a:bodyPr rtlCol="0" anchor="ctr"/>
            <a:lstStyle/>
            <a:p>
              <a:endParaRPr lang="en-IN"/>
            </a:p>
          </p:txBody>
        </p:sp>
        <p:sp>
          <p:nvSpPr>
            <p:cNvPr id="53" name="Freeform: Shape 52">
              <a:extLst>
                <a:ext uri="{FF2B5EF4-FFF2-40B4-BE49-F238E27FC236}">
                  <a16:creationId xmlns:a16="http://schemas.microsoft.com/office/drawing/2014/main" id="{4C04C356-C599-2056-E30E-BE00F2E3590F}"/>
                </a:ext>
              </a:extLst>
            </p:cNvPr>
            <p:cNvSpPr/>
            <p:nvPr/>
          </p:nvSpPr>
          <p:spPr>
            <a:xfrm>
              <a:off x="5363637" y="249566"/>
              <a:ext cx="138318" cy="171056"/>
            </a:xfrm>
            <a:custGeom>
              <a:avLst/>
              <a:gdLst>
                <a:gd name="connsiteX0" fmla="*/ 138285 w 138318"/>
                <a:gd name="connsiteY0" fmla="*/ 152014 h 171056"/>
                <a:gd name="connsiteX1" fmla="*/ 129226 w 138318"/>
                <a:gd name="connsiteY1" fmla="*/ 169140 h 171056"/>
                <a:gd name="connsiteX2" fmla="*/ 107707 w 138318"/>
                <a:gd name="connsiteY2" fmla="*/ 162401 h 171056"/>
                <a:gd name="connsiteX3" fmla="*/ 5652 w 138318"/>
                <a:gd name="connsiteY3" fmla="*/ 31515 h 171056"/>
                <a:gd name="connsiteX4" fmla="*/ 3849 w 138318"/>
                <a:gd name="connsiteY4" fmla="*/ 8863 h 171056"/>
                <a:gd name="connsiteX5" fmla="*/ 25538 w 138318"/>
                <a:gd name="connsiteY5" fmla="*/ 790 h 171056"/>
                <a:gd name="connsiteX6" fmla="*/ 138285 w 138318"/>
                <a:gd name="connsiteY6" fmla="*/ 152014 h 171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318" h="171056">
                  <a:moveTo>
                    <a:pt x="138285" y="152014"/>
                  </a:moveTo>
                  <a:cubicBezTo>
                    <a:pt x="138630" y="159511"/>
                    <a:pt x="136383" y="165658"/>
                    <a:pt x="129226" y="169140"/>
                  </a:cubicBezTo>
                  <a:cubicBezTo>
                    <a:pt x="119966" y="173645"/>
                    <a:pt x="112140" y="169726"/>
                    <a:pt x="107707" y="162401"/>
                  </a:cubicBezTo>
                  <a:cubicBezTo>
                    <a:pt x="78835" y="114712"/>
                    <a:pt x="44285" y="71587"/>
                    <a:pt x="5652" y="31515"/>
                  </a:cubicBezTo>
                  <a:cubicBezTo>
                    <a:pt x="-218" y="25426"/>
                    <a:pt x="-2602" y="16790"/>
                    <a:pt x="3849" y="8863"/>
                  </a:cubicBezTo>
                  <a:cubicBezTo>
                    <a:pt x="9382" y="2065"/>
                    <a:pt x="15936" y="-1748"/>
                    <a:pt x="25538" y="790"/>
                  </a:cubicBezTo>
                  <a:cubicBezTo>
                    <a:pt x="48184" y="6776"/>
                    <a:pt x="138667" y="127606"/>
                    <a:pt x="138285" y="152014"/>
                  </a:cubicBezTo>
                  <a:close/>
                </a:path>
              </a:pathLst>
            </a:custGeom>
            <a:solidFill>
              <a:srgbClr val="F4A739"/>
            </a:solidFill>
            <a:ln w="1429" cap="flat">
              <a:noFill/>
              <a:prstDash val="solid"/>
              <a:miter/>
            </a:ln>
          </p:spPr>
          <p:txBody>
            <a:bodyPr rtlCol="0" anchor="ctr"/>
            <a:lstStyle/>
            <a:p>
              <a:endParaRPr lang="en-IN"/>
            </a:p>
          </p:txBody>
        </p:sp>
        <p:sp>
          <p:nvSpPr>
            <p:cNvPr id="54" name="Freeform: Shape 53">
              <a:extLst>
                <a:ext uri="{FF2B5EF4-FFF2-40B4-BE49-F238E27FC236}">
                  <a16:creationId xmlns:a16="http://schemas.microsoft.com/office/drawing/2014/main" id="{72326196-6028-0A63-D137-1D4E24B7CB7D}"/>
                </a:ext>
              </a:extLst>
            </p:cNvPr>
            <p:cNvSpPr/>
            <p:nvPr/>
          </p:nvSpPr>
          <p:spPr>
            <a:xfrm>
              <a:off x="6062479" y="30832"/>
              <a:ext cx="40728" cy="208395"/>
            </a:xfrm>
            <a:custGeom>
              <a:avLst/>
              <a:gdLst>
                <a:gd name="connsiteX0" fmla="*/ 2030 w 40728"/>
                <a:gd name="connsiteY0" fmla="*/ 104567 h 208395"/>
                <a:gd name="connsiteX1" fmla="*/ 2432 w 40728"/>
                <a:gd name="connsiteY1" fmla="*/ 25169 h 208395"/>
                <a:gd name="connsiteX2" fmla="*/ 24485 w 40728"/>
                <a:gd name="connsiteY2" fmla="*/ 56 h 208395"/>
                <a:gd name="connsiteX3" fmla="*/ 40529 w 40728"/>
                <a:gd name="connsiteY3" fmla="*/ 28465 h 208395"/>
                <a:gd name="connsiteX4" fmla="*/ 35460 w 40728"/>
                <a:gd name="connsiteY4" fmla="*/ 187194 h 208395"/>
                <a:gd name="connsiteX5" fmla="*/ 16209 w 40728"/>
                <a:gd name="connsiteY5" fmla="*/ 208329 h 208395"/>
                <a:gd name="connsiteX6" fmla="*/ 112 w 40728"/>
                <a:gd name="connsiteY6" fmla="*/ 188203 h 208395"/>
                <a:gd name="connsiteX7" fmla="*/ 44 w 40728"/>
                <a:gd name="connsiteY7" fmla="*/ 104567 h 208395"/>
                <a:gd name="connsiteX8" fmla="*/ 2030 w 40728"/>
                <a:gd name="connsiteY8" fmla="*/ 104567 h 208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728" h="208395">
                  <a:moveTo>
                    <a:pt x="2030" y="104567"/>
                  </a:moveTo>
                  <a:cubicBezTo>
                    <a:pt x="2030" y="78094"/>
                    <a:pt x="1109" y="51575"/>
                    <a:pt x="2432" y="25169"/>
                  </a:cubicBezTo>
                  <a:cubicBezTo>
                    <a:pt x="3062" y="12581"/>
                    <a:pt x="7978" y="-978"/>
                    <a:pt x="24485" y="56"/>
                  </a:cubicBezTo>
                  <a:cubicBezTo>
                    <a:pt x="42575" y="1189"/>
                    <a:pt x="40872" y="16132"/>
                    <a:pt x="40529" y="28465"/>
                  </a:cubicBezTo>
                  <a:cubicBezTo>
                    <a:pt x="39061" y="81380"/>
                    <a:pt x="37146" y="134283"/>
                    <a:pt x="35460" y="187194"/>
                  </a:cubicBezTo>
                  <a:cubicBezTo>
                    <a:pt x="35058" y="199827"/>
                    <a:pt x="31306" y="209286"/>
                    <a:pt x="16209" y="208329"/>
                  </a:cubicBezTo>
                  <a:cubicBezTo>
                    <a:pt x="3598" y="207528"/>
                    <a:pt x="190" y="198847"/>
                    <a:pt x="112" y="188203"/>
                  </a:cubicBezTo>
                  <a:cubicBezTo>
                    <a:pt x="-91" y="160325"/>
                    <a:pt x="44" y="132445"/>
                    <a:pt x="44" y="104567"/>
                  </a:cubicBezTo>
                  <a:cubicBezTo>
                    <a:pt x="707" y="104568"/>
                    <a:pt x="1368" y="104568"/>
                    <a:pt x="2030" y="104567"/>
                  </a:cubicBezTo>
                  <a:close/>
                </a:path>
              </a:pathLst>
            </a:custGeom>
            <a:solidFill>
              <a:srgbClr val="F4A73E"/>
            </a:solidFill>
            <a:ln w="1429" cap="flat">
              <a:noFill/>
              <a:prstDash val="solid"/>
              <a:miter/>
            </a:ln>
          </p:spPr>
          <p:txBody>
            <a:bodyPr rtlCol="0" anchor="ctr"/>
            <a:lstStyle/>
            <a:p>
              <a:endParaRPr lang="en-IN"/>
            </a:p>
          </p:txBody>
        </p:sp>
        <p:sp>
          <p:nvSpPr>
            <p:cNvPr id="55" name="Freeform: Shape 54">
              <a:extLst>
                <a:ext uri="{FF2B5EF4-FFF2-40B4-BE49-F238E27FC236}">
                  <a16:creationId xmlns:a16="http://schemas.microsoft.com/office/drawing/2014/main" id="{FC768283-E077-A0D3-002C-F0632BB19085}"/>
                </a:ext>
              </a:extLst>
            </p:cNvPr>
            <p:cNvSpPr/>
            <p:nvPr/>
          </p:nvSpPr>
          <p:spPr>
            <a:xfrm>
              <a:off x="6618323" y="3845167"/>
              <a:ext cx="217737" cy="119857"/>
            </a:xfrm>
            <a:custGeom>
              <a:avLst/>
              <a:gdLst>
                <a:gd name="connsiteX0" fmla="*/ 14206 w 217737"/>
                <a:gd name="connsiteY0" fmla="*/ 111348 h 119857"/>
                <a:gd name="connsiteX1" fmla="*/ 1159 w 217737"/>
                <a:gd name="connsiteY1" fmla="*/ 80045 h 119857"/>
                <a:gd name="connsiteX2" fmla="*/ 185060 w 217737"/>
                <a:gd name="connsiteY2" fmla="*/ 19479 h 119857"/>
                <a:gd name="connsiteX3" fmla="*/ 217738 w 217737"/>
                <a:gd name="connsiteY3" fmla="*/ 3525 h 119857"/>
                <a:gd name="connsiteX4" fmla="*/ 41122 w 217737"/>
                <a:gd name="connsiteY4" fmla="*/ 119692 h 119857"/>
                <a:gd name="connsiteX5" fmla="*/ 14206 w 217737"/>
                <a:gd name="connsiteY5" fmla="*/ 111348 h 119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737" h="119857">
                  <a:moveTo>
                    <a:pt x="14206" y="111348"/>
                  </a:moveTo>
                  <a:cubicBezTo>
                    <a:pt x="10976" y="101224"/>
                    <a:pt x="-4273" y="97057"/>
                    <a:pt x="1159" y="80045"/>
                  </a:cubicBezTo>
                  <a:cubicBezTo>
                    <a:pt x="80022" y="114637"/>
                    <a:pt x="135727" y="77305"/>
                    <a:pt x="185060" y="19479"/>
                  </a:cubicBezTo>
                  <a:cubicBezTo>
                    <a:pt x="192751" y="10462"/>
                    <a:pt x="198965" y="-7632"/>
                    <a:pt x="217738" y="3525"/>
                  </a:cubicBezTo>
                  <a:cubicBezTo>
                    <a:pt x="177746" y="70904"/>
                    <a:pt x="128012" y="123178"/>
                    <a:pt x="41122" y="119692"/>
                  </a:cubicBezTo>
                  <a:cubicBezTo>
                    <a:pt x="30849" y="119280"/>
                    <a:pt x="22435" y="116525"/>
                    <a:pt x="14206" y="111348"/>
                  </a:cubicBezTo>
                  <a:close/>
                </a:path>
              </a:pathLst>
            </a:custGeom>
            <a:solidFill>
              <a:srgbClr val="C05D31"/>
            </a:solidFill>
            <a:ln w="1429" cap="flat">
              <a:noFill/>
              <a:prstDash val="solid"/>
              <a:miter/>
            </a:ln>
          </p:spPr>
          <p:txBody>
            <a:bodyPr rtlCol="0" anchor="ctr"/>
            <a:lstStyle/>
            <a:p>
              <a:endParaRPr lang="en-IN"/>
            </a:p>
          </p:txBody>
        </p:sp>
        <p:sp>
          <p:nvSpPr>
            <p:cNvPr id="56" name="Freeform: Shape 55">
              <a:extLst>
                <a:ext uri="{FF2B5EF4-FFF2-40B4-BE49-F238E27FC236}">
                  <a16:creationId xmlns:a16="http://schemas.microsoft.com/office/drawing/2014/main" id="{790F1556-DD0D-DFD1-F56D-6EECB1FF49DF}"/>
                </a:ext>
              </a:extLst>
            </p:cNvPr>
            <p:cNvSpPr/>
            <p:nvPr/>
          </p:nvSpPr>
          <p:spPr>
            <a:xfrm>
              <a:off x="5481658" y="4216073"/>
              <a:ext cx="150473" cy="104351"/>
            </a:xfrm>
            <a:custGeom>
              <a:avLst/>
              <a:gdLst>
                <a:gd name="connsiteX0" fmla="*/ 150474 w 150473"/>
                <a:gd name="connsiteY0" fmla="*/ 16661 h 104351"/>
                <a:gd name="connsiteX1" fmla="*/ 85076 w 150473"/>
                <a:gd name="connsiteY1" fmla="*/ 104351 h 104351"/>
                <a:gd name="connsiteX2" fmla="*/ 17065 w 150473"/>
                <a:gd name="connsiteY2" fmla="*/ 44334 h 104351"/>
                <a:gd name="connsiteX3" fmla="*/ 20386 w 150473"/>
                <a:gd name="connsiteY3" fmla="*/ 0 h 104351"/>
                <a:gd name="connsiteX4" fmla="*/ 75761 w 150473"/>
                <a:gd name="connsiteY4" fmla="*/ 22863 h 104351"/>
                <a:gd name="connsiteX5" fmla="*/ 150474 w 150473"/>
                <a:gd name="connsiteY5" fmla="*/ 16661 h 10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473" h="104351">
                  <a:moveTo>
                    <a:pt x="150474" y="16661"/>
                  </a:moveTo>
                  <a:cubicBezTo>
                    <a:pt x="94751" y="19254"/>
                    <a:pt x="78494" y="38747"/>
                    <a:pt x="85076" y="104351"/>
                  </a:cubicBezTo>
                  <a:cubicBezTo>
                    <a:pt x="68137" y="70728"/>
                    <a:pt x="39518" y="61487"/>
                    <a:pt x="17065" y="44334"/>
                  </a:cubicBezTo>
                  <a:cubicBezTo>
                    <a:pt x="-5924" y="26772"/>
                    <a:pt x="-6523" y="12858"/>
                    <a:pt x="20386" y="0"/>
                  </a:cubicBezTo>
                  <a:cubicBezTo>
                    <a:pt x="33954" y="45972"/>
                    <a:pt x="40474" y="48592"/>
                    <a:pt x="75761" y="22863"/>
                  </a:cubicBezTo>
                  <a:cubicBezTo>
                    <a:pt x="99308" y="5693"/>
                    <a:pt x="123440" y="-6981"/>
                    <a:pt x="150474" y="16661"/>
                  </a:cubicBezTo>
                  <a:close/>
                </a:path>
              </a:pathLst>
            </a:custGeom>
            <a:solidFill>
              <a:srgbClr val="C36E3F"/>
            </a:solidFill>
            <a:ln w="1429" cap="flat">
              <a:no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E7852813-6FEE-16DA-F7E4-66BAE2E3D822}"/>
                </a:ext>
              </a:extLst>
            </p:cNvPr>
            <p:cNvSpPr/>
            <p:nvPr/>
          </p:nvSpPr>
          <p:spPr>
            <a:xfrm>
              <a:off x="7603399" y="5396735"/>
              <a:ext cx="92795" cy="51479"/>
            </a:xfrm>
            <a:custGeom>
              <a:avLst/>
              <a:gdLst>
                <a:gd name="connsiteX0" fmla="*/ 17035 w 92795"/>
                <a:gd name="connsiteY0" fmla="*/ 51479 h 51479"/>
                <a:gd name="connsiteX1" fmla="*/ 555 w 92795"/>
                <a:gd name="connsiteY1" fmla="*/ 0 h 51479"/>
                <a:gd name="connsiteX2" fmla="*/ 92796 w 92795"/>
                <a:gd name="connsiteY2" fmla="*/ 17316 h 51479"/>
                <a:gd name="connsiteX3" fmla="*/ 17035 w 92795"/>
                <a:gd name="connsiteY3" fmla="*/ 51479 h 51479"/>
              </a:gdLst>
              <a:ahLst/>
              <a:cxnLst>
                <a:cxn ang="0">
                  <a:pos x="connsiteX0" y="connsiteY0"/>
                </a:cxn>
                <a:cxn ang="0">
                  <a:pos x="connsiteX1" y="connsiteY1"/>
                </a:cxn>
                <a:cxn ang="0">
                  <a:pos x="connsiteX2" y="connsiteY2"/>
                </a:cxn>
                <a:cxn ang="0">
                  <a:pos x="connsiteX3" y="connsiteY3"/>
                </a:cxn>
              </a:cxnLst>
              <a:rect l="l" t="t" r="r" b="b"/>
              <a:pathLst>
                <a:path w="92795" h="51479">
                  <a:moveTo>
                    <a:pt x="17035" y="51479"/>
                  </a:moveTo>
                  <a:cubicBezTo>
                    <a:pt x="-10372" y="41331"/>
                    <a:pt x="4536" y="17642"/>
                    <a:pt x="555" y="0"/>
                  </a:cubicBezTo>
                  <a:cubicBezTo>
                    <a:pt x="32286" y="524"/>
                    <a:pt x="58974" y="27919"/>
                    <a:pt x="92796" y="17316"/>
                  </a:cubicBezTo>
                  <a:cubicBezTo>
                    <a:pt x="78976" y="54069"/>
                    <a:pt x="42883" y="41411"/>
                    <a:pt x="17035" y="51479"/>
                  </a:cubicBezTo>
                  <a:close/>
                </a:path>
              </a:pathLst>
            </a:custGeom>
            <a:solidFill>
              <a:srgbClr val="8C352D"/>
            </a:solidFill>
            <a:ln w="1429" cap="flat">
              <a:noFill/>
              <a:prstDash val="solid"/>
              <a:miter/>
            </a:ln>
          </p:spPr>
          <p:txBody>
            <a:bodyPr rtlCol="0" anchor="ctr"/>
            <a:lstStyle/>
            <a:p>
              <a:endParaRPr lang="en-IN"/>
            </a:p>
          </p:txBody>
        </p:sp>
        <p:sp>
          <p:nvSpPr>
            <p:cNvPr id="58" name="Freeform: Shape 57">
              <a:extLst>
                <a:ext uri="{FF2B5EF4-FFF2-40B4-BE49-F238E27FC236}">
                  <a16:creationId xmlns:a16="http://schemas.microsoft.com/office/drawing/2014/main" id="{51B59CF8-833D-2AD6-FF6F-822528117AFF}"/>
                </a:ext>
              </a:extLst>
            </p:cNvPr>
            <p:cNvSpPr/>
            <p:nvPr/>
          </p:nvSpPr>
          <p:spPr>
            <a:xfrm>
              <a:off x="5368297" y="4665518"/>
              <a:ext cx="126860" cy="181661"/>
            </a:xfrm>
            <a:custGeom>
              <a:avLst/>
              <a:gdLst>
                <a:gd name="connsiteX0" fmla="*/ 0 w 126860"/>
                <a:gd name="connsiteY0" fmla="*/ 181661 h 181661"/>
                <a:gd name="connsiteX1" fmla="*/ 47639 w 126860"/>
                <a:gd name="connsiteY1" fmla="*/ 116060 h 181661"/>
                <a:gd name="connsiteX2" fmla="*/ 126861 w 126860"/>
                <a:gd name="connsiteY2" fmla="*/ 0 h 181661"/>
                <a:gd name="connsiteX3" fmla="*/ 0 w 126860"/>
                <a:gd name="connsiteY3" fmla="*/ 181661 h 181661"/>
              </a:gdLst>
              <a:ahLst/>
              <a:cxnLst>
                <a:cxn ang="0">
                  <a:pos x="connsiteX0" y="connsiteY0"/>
                </a:cxn>
                <a:cxn ang="0">
                  <a:pos x="connsiteX1" y="connsiteY1"/>
                </a:cxn>
                <a:cxn ang="0">
                  <a:pos x="connsiteX2" y="connsiteY2"/>
                </a:cxn>
                <a:cxn ang="0">
                  <a:pos x="connsiteX3" y="connsiteY3"/>
                </a:cxn>
              </a:cxnLst>
              <a:rect l="l" t="t" r="r" b="b"/>
              <a:pathLst>
                <a:path w="126860" h="181661">
                  <a:moveTo>
                    <a:pt x="0" y="181661"/>
                  </a:moveTo>
                  <a:cubicBezTo>
                    <a:pt x="1722" y="149603"/>
                    <a:pt x="32830" y="138790"/>
                    <a:pt x="47639" y="116060"/>
                  </a:cubicBezTo>
                  <a:cubicBezTo>
                    <a:pt x="73199" y="76830"/>
                    <a:pt x="100365" y="38644"/>
                    <a:pt x="126861" y="0"/>
                  </a:cubicBezTo>
                  <a:cubicBezTo>
                    <a:pt x="108597" y="77311"/>
                    <a:pt x="58506" y="132424"/>
                    <a:pt x="0" y="181661"/>
                  </a:cubicBezTo>
                  <a:close/>
                </a:path>
              </a:pathLst>
            </a:custGeom>
            <a:solidFill>
              <a:srgbClr val="CC7F5D"/>
            </a:solidFill>
            <a:ln w="1429"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F681A34C-0C2F-2032-4BEA-B02C73F1108D}"/>
                </a:ext>
              </a:extLst>
            </p:cNvPr>
            <p:cNvSpPr/>
            <p:nvPr/>
          </p:nvSpPr>
          <p:spPr>
            <a:xfrm>
              <a:off x="6767406" y="1041062"/>
              <a:ext cx="6964" cy="103862"/>
            </a:xfrm>
            <a:custGeom>
              <a:avLst/>
              <a:gdLst>
                <a:gd name="connsiteX0" fmla="*/ 0 w 6964"/>
                <a:gd name="connsiteY0" fmla="*/ 103862 h 103862"/>
                <a:gd name="connsiteX1" fmla="*/ 97 w 6964"/>
                <a:gd name="connsiteY1" fmla="*/ 0 h 103862"/>
                <a:gd name="connsiteX2" fmla="*/ 0 w 6964"/>
                <a:gd name="connsiteY2" fmla="*/ 103862 h 103862"/>
              </a:gdLst>
              <a:ahLst/>
              <a:cxnLst>
                <a:cxn ang="0">
                  <a:pos x="connsiteX0" y="connsiteY0"/>
                </a:cxn>
                <a:cxn ang="0">
                  <a:pos x="connsiteX1" y="connsiteY1"/>
                </a:cxn>
                <a:cxn ang="0">
                  <a:pos x="connsiteX2" y="connsiteY2"/>
                </a:cxn>
              </a:cxnLst>
              <a:rect l="l" t="t" r="r" b="b"/>
              <a:pathLst>
                <a:path w="6964" h="103862">
                  <a:moveTo>
                    <a:pt x="0" y="103862"/>
                  </a:moveTo>
                  <a:cubicBezTo>
                    <a:pt x="31" y="69243"/>
                    <a:pt x="61" y="34625"/>
                    <a:pt x="97" y="0"/>
                  </a:cubicBezTo>
                  <a:cubicBezTo>
                    <a:pt x="9735" y="34626"/>
                    <a:pt x="8789" y="69247"/>
                    <a:pt x="0" y="103862"/>
                  </a:cubicBezTo>
                  <a:close/>
                </a:path>
              </a:pathLst>
            </a:custGeom>
            <a:solidFill>
              <a:srgbClr val="F9B040"/>
            </a:solidFill>
            <a:ln w="1429" cap="flat">
              <a:noFill/>
              <a:prstDash val="solid"/>
              <a:miter/>
            </a:ln>
          </p:spPr>
          <p:txBody>
            <a:bodyPr rtlCol="0" anchor="ctr"/>
            <a:lstStyle/>
            <a:p>
              <a:endParaRPr lang="en-IN"/>
            </a:p>
          </p:txBody>
        </p:sp>
        <p:sp>
          <p:nvSpPr>
            <p:cNvPr id="60" name="Freeform: Shape 59">
              <a:extLst>
                <a:ext uri="{FF2B5EF4-FFF2-40B4-BE49-F238E27FC236}">
                  <a16:creationId xmlns:a16="http://schemas.microsoft.com/office/drawing/2014/main" id="{55250B9D-9C51-E02B-824B-AC319423D7E9}"/>
                </a:ext>
              </a:extLst>
            </p:cNvPr>
            <p:cNvSpPr/>
            <p:nvPr/>
          </p:nvSpPr>
          <p:spPr>
            <a:xfrm>
              <a:off x="5624618" y="5044513"/>
              <a:ext cx="1705562" cy="1005069"/>
            </a:xfrm>
            <a:custGeom>
              <a:avLst/>
              <a:gdLst>
                <a:gd name="connsiteX0" fmla="*/ 1476859 w 1705562"/>
                <a:gd name="connsiteY0" fmla="*/ 394450 h 1005069"/>
                <a:gd name="connsiteX1" fmla="*/ 1505026 w 1705562"/>
                <a:gd name="connsiteY1" fmla="*/ 650046 h 1005069"/>
                <a:gd name="connsiteX2" fmla="*/ 1517330 w 1705562"/>
                <a:gd name="connsiteY2" fmla="*/ 782142 h 1005069"/>
                <a:gd name="connsiteX3" fmla="*/ 1562315 w 1705562"/>
                <a:gd name="connsiteY3" fmla="*/ 830275 h 1005069"/>
                <a:gd name="connsiteX4" fmla="*/ 1586526 w 1705562"/>
                <a:gd name="connsiteY4" fmla="*/ 835559 h 1005069"/>
                <a:gd name="connsiteX5" fmla="*/ 1705562 w 1705562"/>
                <a:gd name="connsiteY5" fmla="*/ 878254 h 1005069"/>
                <a:gd name="connsiteX6" fmla="*/ 1692030 w 1705562"/>
                <a:gd name="connsiteY6" fmla="*/ 885465 h 1005069"/>
                <a:gd name="connsiteX7" fmla="*/ 1297271 w 1705562"/>
                <a:gd name="connsiteY7" fmla="*/ 867497 h 1005069"/>
                <a:gd name="connsiteX8" fmla="*/ 869949 w 1705562"/>
                <a:gd name="connsiteY8" fmla="*/ 973786 h 1005069"/>
                <a:gd name="connsiteX9" fmla="*/ 469382 w 1705562"/>
                <a:gd name="connsiteY9" fmla="*/ 990422 h 1005069"/>
                <a:gd name="connsiteX10" fmla="*/ 320727 w 1705562"/>
                <a:gd name="connsiteY10" fmla="*/ 972657 h 1005069"/>
                <a:gd name="connsiteX11" fmla="*/ 272090 w 1705562"/>
                <a:gd name="connsiteY11" fmla="*/ 980787 h 1005069"/>
                <a:gd name="connsiteX12" fmla="*/ 253409 w 1705562"/>
                <a:gd name="connsiteY12" fmla="*/ 977727 h 1005069"/>
                <a:gd name="connsiteX13" fmla="*/ 65751 w 1705562"/>
                <a:gd name="connsiteY13" fmla="*/ 994576 h 1005069"/>
                <a:gd name="connsiteX14" fmla="*/ 3413 w 1705562"/>
                <a:gd name="connsiteY14" fmla="*/ 986341 h 1005069"/>
                <a:gd name="connsiteX15" fmla="*/ 2316 w 1705562"/>
                <a:gd name="connsiteY15" fmla="*/ 940822 h 1005069"/>
                <a:gd name="connsiteX16" fmla="*/ 49419 w 1705562"/>
                <a:gd name="connsiteY16" fmla="*/ 626569 h 1005069"/>
                <a:gd name="connsiteX17" fmla="*/ 60827 w 1705562"/>
                <a:gd name="connsiteY17" fmla="*/ 595967 h 1005069"/>
                <a:gd name="connsiteX18" fmla="*/ 76327 w 1705562"/>
                <a:gd name="connsiteY18" fmla="*/ 396812 h 1005069"/>
                <a:gd name="connsiteX19" fmla="*/ 116031 w 1705562"/>
                <a:gd name="connsiteY19" fmla="*/ 47371 h 1005069"/>
                <a:gd name="connsiteX20" fmla="*/ 161176 w 1705562"/>
                <a:gd name="connsiteY20" fmla="*/ 0 h 1005069"/>
                <a:gd name="connsiteX21" fmla="*/ 122835 w 1705562"/>
                <a:gd name="connsiteY21" fmla="*/ 462830 h 1005069"/>
                <a:gd name="connsiteX22" fmla="*/ 108755 w 1705562"/>
                <a:gd name="connsiteY22" fmla="*/ 885065 h 1005069"/>
                <a:gd name="connsiteX23" fmla="*/ 334594 w 1705562"/>
                <a:gd name="connsiteY23" fmla="*/ 920524 h 1005069"/>
                <a:gd name="connsiteX24" fmla="*/ 955587 w 1705562"/>
                <a:gd name="connsiteY24" fmla="*/ 908798 h 1005069"/>
                <a:gd name="connsiteX25" fmla="*/ 1346177 w 1705562"/>
                <a:gd name="connsiteY25" fmla="*/ 789597 h 1005069"/>
                <a:gd name="connsiteX26" fmla="*/ 1460093 w 1705562"/>
                <a:gd name="connsiteY26" fmla="*/ 631504 h 1005069"/>
                <a:gd name="connsiteX27" fmla="*/ 1451540 w 1705562"/>
                <a:gd name="connsiteY27" fmla="*/ 393955 h 1005069"/>
                <a:gd name="connsiteX28" fmla="*/ 1476859 w 1705562"/>
                <a:gd name="connsiteY28" fmla="*/ 394450 h 100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05562" h="1005069">
                  <a:moveTo>
                    <a:pt x="1476859" y="394450"/>
                  </a:moveTo>
                  <a:cubicBezTo>
                    <a:pt x="1486268" y="479647"/>
                    <a:pt x="1495814" y="564830"/>
                    <a:pt x="1505026" y="650046"/>
                  </a:cubicBezTo>
                  <a:cubicBezTo>
                    <a:pt x="1509783" y="694043"/>
                    <a:pt x="1517177" y="738095"/>
                    <a:pt x="1517330" y="782142"/>
                  </a:cubicBezTo>
                  <a:cubicBezTo>
                    <a:pt x="1517448" y="816175"/>
                    <a:pt x="1523061" y="835962"/>
                    <a:pt x="1562315" y="830275"/>
                  </a:cubicBezTo>
                  <a:cubicBezTo>
                    <a:pt x="1569970" y="829166"/>
                    <a:pt x="1578434" y="833657"/>
                    <a:pt x="1586526" y="835559"/>
                  </a:cubicBezTo>
                  <a:cubicBezTo>
                    <a:pt x="1625820" y="850987"/>
                    <a:pt x="1670784" y="851728"/>
                    <a:pt x="1705562" y="878254"/>
                  </a:cubicBezTo>
                  <a:cubicBezTo>
                    <a:pt x="1702701" y="889028"/>
                    <a:pt x="1696486" y="887144"/>
                    <a:pt x="1692030" y="885465"/>
                  </a:cubicBezTo>
                  <a:cubicBezTo>
                    <a:pt x="1562347" y="836629"/>
                    <a:pt x="1430275" y="848561"/>
                    <a:pt x="1297271" y="867497"/>
                  </a:cubicBezTo>
                  <a:cubicBezTo>
                    <a:pt x="1151051" y="888315"/>
                    <a:pt x="1013339" y="942203"/>
                    <a:pt x="869949" y="973786"/>
                  </a:cubicBezTo>
                  <a:cubicBezTo>
                    <a:pt x="737345" y="1002996"/>
                    <a:pt x="604460" y="1015567"/>
                    <a:pt x="469382" y="990422"/>
                  </a:cubicBezTo>
                  <a:cubicBezTo>
                    <a:pt x="420428" y="981310"/>
                    <a:pt x="370246" y="978929"/>
                    <a:pt x="320727" y="972657"/>
                  </a:cubicBezTo>
                  <a:cubicBezTo>
                    <a:pt x="303349" y="970456"/>
                    <a:pt x="288125" y="977109"/>
                    <a:pt x="272090" y="980787"/>
                  </a:cubicBezTo>
                  <a:cubicBezTo>
                    <a:pt x="265171" y="983976"/>
                    <a:pt x="259399" y="980234"/>
                    <a:pt x="253409" y="977727"/>
                  </a:cubicBezTo>
                  <a:cubicBezTo>
                    <a:pt x="188878" y="961519"/>
                    <a:pt x="126959" y="969181"/>
                    <a:pt x="65751" y="994576"/>
                  </a:cubicBezTo>
                  <a:cubicBezTo>
                    <a:pt x="45585" y="1002943"/>
                    <a:pt x="20436" y="1016742"/>
                    <a:pt x="3413" y="986341"/>
                  </a:cubicBezTo>
                  <a:cubicBezTo>
                    <a:pt x="-1618" y="971272"/>
                    <a:pt x="-290" y="956019"/>
                    <a:pt x="2316" y="940822"/>
                  </a:cubicBezTo>
                  <a:cubicBezTo>
                    <a:pt x="20219" y="836400"/>
                    <a:pt x="37241" y="731848"/>
                    <a:pt x="49419" y="626569"/>
                  </a:cubicBezTo>
                  <a:cubicBezTo>
                    <a:pt x="50703" y="615454"/>
                    <a:pt x="52217" y="604336"/>
                    <a:pt x="60827" y="595967"/>
                  </a:cubicBezTo>
                  <a:cubicBezTo>
                    <a:pt x="83322" y="530935"/>
                    <a:pt x="78768" y="463976"/>
                    <a:pt x="76327" y="396812"/>
                  </a:cubicBezTo>
                  <a:cubicBezTo>
                    <a:pt x="72024" y="278481"/>
                    <a:pt x="65787" y="159626"/>
                    <a:pt x="116031" y="47371"/>
                  </a:cubicBezTo>
                  <a:cubicBezTo>
                    <a:pt x="125479" y="26262"/>
                    <a:pt x="130222" y="633"/>
                    <a:pt x="161176" y="0"/>
                  </a:cubicBezTo>
                  <a:cubicBezTo>
                    <a:pt x="111184" y="151132"/>
                    <a:pt x="112921" y="307884"/>
                    <a:pt x="122835" y="462830"/>
                  </a:cubicBezTo>
                  <a:cubicBezTo>
                    <a:pt x="131848" y="603685"/>
                    <a:pt x="122742" y="742330"/>
                    <a:pt x="108755" y="885065"/>
                  </a:cubicBezTo>
                  <a:cubicBezTo>
                    <a:pt x="189266" y="863737"/>
                    <a:pt x="260241" y="900550"/>
                    <a:pt x="334594" y="920524"/>
                  </a:cubicBezTo>
                  <a:cubicBezTo>
                    <a:pt x="542456" y="976365"/>
                    <a:pt x="750058" y="966538"/>
                    <a:pt x="955587" y="908798"/>
                  </a:cubicBezTo>
                  <a:cubicBezTo>
                    <a:pt x="1086609" y="871991"/>
                    <a:pt x="1216446" y="830818"/>
                    <a:pt x="1346177" y="789597"/>
                  </a:cubicBezTo>
                  <a:cubicBezTo>
                    <a:pt x="1441209" y="759401"/>
                    <a:pt x="1459785" y="731560"/>
                    <a:pt x="1460093" y="631504"/>
                  </a:cubicBezTo>
                  <a:cubicBezTo>
                    <a:pt x="1460335" y="552214"/>
                    <a:pt x="1462357" y="472851"/>
                    <a:pt x="1451540" y="393955"/>
                  </a:cubicBezTo>
                  <a:cubicBezTo>
                    <a:pt x="1460033" y="391396"/>
                    <a:pt x="1468466" y="391893"/>
                    <a:pt x="1476859" y="394450"/>
                  </a:cubicBezTo>
                  <a:close/>
                </a:path>
              </a:pathLst>
            </a:custGeom>
            <a:solidFill>
              <a:srgbClr val="B8403F"/>
            </a:solidFill>
            <a:ln w="1429" cap="flat">
              <a:noFill/>
              <a:prstDash val="solid"/>
              <a:miter/>
            </a:ln>
          </p:spPr>
          <p:txBody>
            <a:bodyPr rtlCol="0" anchor="ctr"/>
            <a:lstStyle/>
            <a:p>
              <a:endParaRPr lang="en-IN"/>
            </a:p>
          </p:txBody>
        </p:sp>
        <p:sp>
          <p:nvSpPr>
            <p:cNvPr id="61" name="Freeform: Shape 60">
              <a:extLst>
                <a:ext uri="{FF2B5EF4-FFF2-40B4-BE49-F238E27FC236}">
                  <a16:creationId xmlns:a16="http://schemas.microsoft.com/office/drawing/2014/main" id="{B41A0726-5600-6F10-7C76-B09B45D1D627}"/>
                </a:ext>
              </a:extLst>
            </p:cNvPr>
            <p:cNvSpPr/>
            <p:nvPr/>
          </p:nvSpPr>
          <p:spPr>
            <a:xfrm>
              <a:off x="5686350" y="4883619"/>
              <a:ext cx="211761" cy="763290"/>
            </a:xfrm>
            <a:custGeom>
              <a:avLst/>
              <a:gdLst>
                <a:gd name="connsiteX0" fmla="*/ 99444 w 211761"/>
                <a:gd name="connsiteY0" fmla="*/ 160899 h 763290"/>
                <a:gd name="connsiteX1" fmla="*/ 34096 w 211761"/>
                <a:gd name="connsiteY1" fmla="*/ 318350 h 763290"/>
                <a:gd name="connsiteX2" fmla="*/ 26095 w 211761"/>
                <a:gd name="connsiteY2" fmla="*/ 604620 h 763290"/>
                <a:gd name="connsiteX3" fmla="*/ 16593 w 211761"/>
                <a:gd name="connsiteY3" fmla="*/ 757729 h 763290"/>
                <a:gd name="connsiteX4" fmla="*/ 12955 w 211761"/>
                <a:gd name="connsiteY4" fmla="*/ 763291 h 763290"/>
                <a:gd name="connsiteX5" fmla="*/ 6499 w 211761"/>
                <a:gd name="connsiteY5" fmla="*/ 754149 h 763290"/>
                <a:gd name="connsiteX6" fmla="*/ 6756 w 211761"/>
                <a:gd name="connsiteY6" fmla="*/ 700244 h 763290"/>
                <a:gd name="connsiteX7" fmla="*/ 460 w 211761"/>
                <a:gd name="connsiteY7" fmla="*/ 562972 h 763290"/>
                <a:gd name="connsiteX8" fmla="*/ 14702 w 211761"/>
                <a:gd name="connsiteY8" fmla="*/ 288855 h 763290"/>
                <a:gd name="connsiteX9" fmla="*/ 211762 w 211761"/>
                <a:gd name="connsiteY9" fmla="*/ 0 h 763290"/>
                <a:gd name="connsiteX10" fmla="*/ 146610 w 211761"/>
                <a:gd name="connsiteY10" fmla="*/ 72981 h 763290"/>
                <a:gd name="connsiteX11" fmla="*/ 99444 w 211761"/>
                <a:gd name="connsiteY11" fmla="*/ 160899 h 763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1761" h="763290">
                  <a:moveTo>
                    <a:pt x="99444" y="160899"/>
                  </a:moveTo>
                  <a:cubicBezTo>
                    <a:pt x="54631" y="203777"/>
                    <a:pt x="45339" y="262097"/>
                    <a:pt x="34096" y="318350"/>
                  </a:cubicBezTo>
                  <a:cubicBezTo>
                    <a:pt x="15182" y="412981"/>
                    <a:pt x="26338" y="509174"/>
                    <a:pt x="26095" y="604620"/>
                  </a:cubicBezTo>
                  <a:cubicBezTo>
                    <a:pt x="25963" y="656083"/>
                    <a:pt x="15596" y="706470"/>
                    <a:pt x="16593" y="757729"/>
                  </a:cubicBezTo>
                  <a:cubicBezTo>
                    <a:pt x="16629" y="759559"/>
                    <a:pt x="14223" y="761435"/>
                    <a:pt x="12955" y="763291"/>
                  </a:cubicBezTo>
                  <a:cubicBezTo>
                    <a:pt x="10802" y="760243"/>
                    <a:pt x="8651" y="757196"/>
                    <a:pt x="6499" y="754149"/>
                  </a:cubicBezTo>
                  <a:cubicBezTo>
                    <a:pt x="-6741" y="736117"/>
                    <a:pt x="5701" y="718208"/>
                    <a:pt x="6756" y="700244"/>
                  </a:cubicBezTo>
                  <a:cubicBezTo>
                    <a:pt x="5566" y="654445"/>
                    <a:pt x="16588" y="608086"/>
                    <a:pt x="460" y="562972"/>
                  </a:cubicBezTo>
                  <a:cubicBezTo>
                    <a:pt x="713" y="471376"/>
                    <a:pt x="-4487" y="379666"/>
                    <a:pt x="14702" y="288855"/>
                  </a:cubicBezTo>
                  <a:cubicBezTo>
                    <a:pt x="40716" y="165738"/>
                    <a:pt x="110454" y="72287"/>
                    <a:pt x="211762" y="0"/>
                  </a:cubicBezTo>
                  <a:cubicBezTo>
                    <a:pt x="189792" y="24151"/>
                    <a:pt x="165114" y="46416"/>
                    <a:pt x="146610" y="72981"/>
                  </a:cubicBezTo>
                  <a:cubicBezTo>
                    <a:pt x="127727" y="100087"/>
                    <a:pt x="114915" y="131418"/>
                    <a:pt x="99444" y="160899"/>
                  </a:cubicBezTo>
                  <a:close/>
                </a:path>
              </a:pathLst>
            </a:custGeom>
            <a:solidFill>
              <a:srgbClr val="8F3231"/>
            </a:solidFill>
            <a:ln w="1429" cap="flat">
              <a:noFill/>
              <a:prstDash val="solid"/>
              <a:miter/>
            </a:ln>
          </p:spPr>
          <p:txBody>
            <a:bodyPr rtlCol="0" anchor="ctr"/>
            <a:lstStyle/>
            <a:p>
              <a:endParaRPr lang="en-IN"/>
            </a:p>
          </p:txBody>
        </p:sp>
        <p:sp>
          <p:nvSpPr>
            <p:cNvPr id="62" name="Freeform: Shape 61">
              <a:extLst>
                <a:ext uri="{FF2B5EF4-FFF2-40B4-BE49-F238E27FC236}">
                  <a16:creationId xmlns:a16="http://schemas.microsoft.com/office/drawing/2014/main" id="{5C1E0FB9-80F8-2E9A-9C01-51EF9B182A70}"/>
                </a:ext>
              </a:extLst>
            </p:cNvPr>
            <p:cNvSpPr/>
            <p:nvPr/>
          </p:nvSpPr>
          <p:spPr>
            <a:xfrm>
              <a:off x="7058853" y="5001394"/>
              <a:ext cx="258844" cy="440932"/>
            </a:xfrm>
            <a:custGeom>
              <a:avLst/>
              <a:gdLst>
                <a:gd name="connsiteX0" fmla="*/ 42624 w 258844"/>
                <a:gd name="connsiteY0" fmla="*/ 437570 h 440932"/>
                <a:gd name="connsiteX1" fmla="*/ 17304 w 258844"/>
                <a:gd name="connsiteY1" fmla="*/ 437077 h 440932"/>
                <a:gd name="connsiteX2" fmla="*/ 574 w 258844"/>
                <a:gd name="connsiteY2" fmla="*/ 399969 h 440932"/>
                <a:gd name="connsiteX3" fmla="*/ 25295 w 258844"/>
                <a:gd name="connsiteY3" fmla="*/ 69533 h 440932"/>
                <a:gd name="connsiteX4" fmla="*/ 70591 w 258844"/>
                <a:gd name="connsiteY4" fmla="*/ 0 h 440932"/>
                <a:gd name="connsiteX5" fmla="*/ 16760 w 258844"/>
                <a:gd name="connsiteY5" fmla="*/ 370275 h 440932"/>
                <a:gd name="connsiteX6" fmla="*/ 61936 w 258844"/>
                <a:gd name="connsiteY6" fmla="*/ 403727 h 440932"/>
                <a:gd name="connsiteX7" fmla="*/ 219813 w 258844"/>
                <a:gd name="connsiteY7" fmla="*/ 369692 h 440932"/>
                <a:gd name="connsiteX8" fmla="*/ 258845 w 258844"/>
                <a:gd name="connsiteY8" fmla="*/ 377282 h 440932"/>
                <a:gd name="connsiteX9" fmla="*/ 87010 w 258844"/>
                <a:gd name="connsiteY9" fmla="*/ 426631 h 440932"/>
                <a:gd name="connsiteX10" fmla="*/ 42624 w 258844"/>
                <a:gd name="connsiteY10" fmla="*/ 437570 h 44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8844" h="440932">
                  <a:moveTo>
                    <a:pt x="42624" y="437570"/>
                  </a:moveTo>
                  <a:cubicBezTo>
                    <a:pt x="34096" y="441901"/>
                    <a:pt x="25644" y="442371"/>
                    <a:pt x="17304" y="437077"/>
                  </a:cubicBezTo>
                  <a:cubicBezTo>
                    <a:pt x="10381" y="425338"/>
                    <a:pt x="136" y="415650"/>
                    <a:pt x="574" y="399969"/>
                  </a:cubicBezTo>
                  <a:cubicBezTo>
                    <a:pt x="3662" y="289448"/>
                    <a:pt x="-11523" y="177705"/>
                    <a:pt x="25295" y="69533"/>
                  </a:cubicBezTo>
                  <a:cubicBezTo>
                    <a:pt x="36223" y="37429"/>
                    <a:pt x="39626" y="28473"/>
                    <a:pt x="70591" y="0"/>
                  </a:cubicBezTo>
                  <a:cubicBezTo>
                    <a:pt x="12954" y="124307"/>
                    <a:pt x="17928" y="247441"/>
                    <a:pt x="16760" y="370275"/>
                  </a:cubicBezTo>
                  <a:cubicBezTo>
                    <a:pt x="16389" y="409354"/>
                    <a:pt x="27573" y="413366"/>
                    <a:pt x="61936" y="403727"/>
                  </a:cubicBezTo>
                  <a:cubicBezTo>
                    <a:pt x="113705" y="389205"/>
                    <a:pt x="165058" y="370598"/>
                    <a:pt x="219813" y="369692"/>
                  </a:cubicBezTo>
                  <a:cubicBezTo>
                    <a:pt x="233040" y="369472"/>
                    <a:pt x="247941" y="364209"/>
                    <a:pt x="258845" y="377282"/>
                  </a:cubicBezTo>
                  <a:cubicBezTo>
                    <a:pt x="198903" y="384498"/>
                    <a:pt x="143693" y="408073"/>
                    <a:pt x="87010" y="426631"/>
                  </a:cubicBezTo>
                  <a:cubicBezTo>
                    <a:pt x="72570" y="431361"/>
                    <a:pt x="57438" y="433981"/>
                    <a:pt x="42624" y="437570"/>
                  </a:cubicBezTo>
                  <a:close/>
                </a:path>
              </a:pathLst>
            </a:custGeom>
            <a:solidFill>
              <a:srgbClr val="973936"/>
            </a:solidFill>
            <a:ln w="1429" cap="flat">
              <a:noFill/>
              <a:prstDash val="solid"/>
              <a:miter/>
            </a:ln>
          </p:spPr>
          <p:txBody>
            <a:bodyPr rtlCol="0" anchor="ctr"/>
            <a:lstStyle/>
            <a:p>
              <a:endParaRPr lang="en-IN"/>
            </a:p>
          </p:txBody>
        </p:sp>
        <p:sp>
          <p:nvSpPr>
            <p:cNvPr id="63" name="Freeform: Shape 62">
              <a:extLst>
                <a:ext uri="{FF2B5EF4-FFF2-40B4-BE49-F238E27FC236}">
                  <a16:creationId xmlns:a16="http://schemas.microsoft.com/office/drawing/2014/main" id="{D90FC4C3-7C6A-581E-3F63-1C0078927962}"/>
                </a:ext>
              </a:extLst>
            </p:cNvPr>
            <p:cNvSpPr/>
            <p:nvPr/>
          </p:nvSpPr>
          <p:spPr>
            <a:xfrm>
              <a:off x="7217416" y="5265980"/>
              <a:ext cx="336532" cy="34904"/>
            </a:xfrm>
            <a:custGeom>
              <a:avLst/>
              <a:gdLst>
                <a:gd name="connsiteX0" fmla="*/ 0 w 336532"/>
                <a:gd name="connsiteY0" fmla="*/ 26747 h 34904"/>
                <a:gd name="connsiteX1" fmla="*/ 336532 w 336532"/>
                <a:gd name="connsiteY1" fmla="*/ 34904 h 34904"/>
                <a:gd name="connsiteX2" fmla="*/ 0 w 336532"/>
                <a:gd name="connsiteY2" fmla="*/ 26747 h 34904"/>
              </a:gdLst>
              <a:ahLst/>
              <a:cxnLst>
                <a:cxn ang="0">
                  <a:pos x="connsiteX0" y="connsiteY0"/>
                </a:cxn>
                <a:cxn ang="0">
                  <a:pos x="connsiteX1" y="connsiteY1"/>
                </a:cxn>
                <a:cxn ang="0">
                  <a:pos x="connsiteX2" y="connsiteY2"/>
                </a:cxn>
              </a:cxnLst>
              <a:rect l="l" t="t" r="r" b="b"/>
              <a:pathLst>
                <a:path w="336532" h="34904">
                  <a:moveTo>
                    <a:pt x="0" y="26747"/>
                  </a:moveTo>
                  <a:cubicBezTo>
                    <a:pt x="113552" y="-27052"/>
                    <a:pt x="224812" y="13391"/>
                    <a:pt x="336532" y="34904"/>
                  </a:cubicBezTo>
                  <a:cubicBezTo>
                    <a:pt x="224323" y="33492"/>
                    <a:pt x="113070" y="-7252"/>
                    <a:pt x="0" y="26747"/>
                  </a:cubicBezTo>
                  <a:close/>
                </a:path>
              </a:pathLst>
            </a:custGeom>
            <a:solidFill>
              <a:srgbClr val="9C3229"/>
            </a:solidFill>
            <a:ln w="1429" cap="flat">
              <a:noFill/>
              <a:prstDash val="solid"/>
              <a:miter/>
            </a:ln>
          </p:spPr>
          <p:txBody>
            <a:bodyPr rtlCol="0" anchor="ctr"/>
            <a:lstStyle/>
            <a:p>
              <a:endParaRPr lang="en-IN"/>
            </a:p>
          </p:txBody>
        </p:sp>
        <p:sp>
          <p:nvSpPr>
            <p:cNvPr id="64" name="Freeform: Shape 63">
              <a:extLst>
                <a:ext uri="{FF2B5EF4-FFF2-40B4-BE49-F238E27FC236}">
                  <a16:creationId xmlns:a16="http://schemas.microsoft.com/office/drawing/2014/main" id="{0A7B9CF1-38AC-461D-6839-C7EDD67627C3}"/>
                </a:ext>
              </a:extLst>
            </p:cNvPr>
            <p:cNvSpPr/>
            <p:nvPr/>
          </p:nvSpPr>
          <p:spPr>
            <a:xfrm>
              <a:off x="6307388" y="5539538"/>
              <a:ext cx="285923" cy="61526"/>
            </a:xfrm>
            <a:custGeom>
              <a:avLst/>
              <a:gdLst>
                <a:gd name="connsiteX0" fmla="*/ 0 w 285923"/>
                <a:gd name="connsiteY0" fmla="*/ 12481 h 61526"/>
                <a:gd name="connsiteX1" fmla="*/ 285923 w 285923"/>
                <a:gd name="connsiteY1" fmla="*/ 61527 h 61526"/>
                <a:gd name="connsiteX2" fmla="*/ 0 w 285923"/>
                <a:gd name="connsiteY2" fmla="*/ 12481 h 61526"/>
              </a:gdLst>
              <a:ahLst/>
              <a:cxnLst>
                <a:cxn ang="0">
                  <a:pos x="connsiteX0" y="connsiteY0"/>
                </a:cxn>
                <a:cxn ang="0">
                  <a:pos x="connsiteX1" y="connsiteY1"/>
                </a:cxn>
                <a:cxn ang="0">
                  <a:pos x="connsiteX2" y="connsiteY2"/>
                </a:cxn>
              </a:cxnLst>
              <a:rect l="l" t="t" r="r" b="b"/>
              <a:pathLst>
                <a:path w="285923" h="61526">
                  <a:moveTo>
                    <a:pt x="0" y="12481"/>
                  </a:moveTo>
                  <a:cubicBezTo>
                    <a:pt x="102995" y="-15144"/>
                    <a:pt x="197820" y="3907"/>
                    <a:pt x="285923" y="61527"/>
                  </a:cubicBezTo>
                  <a:cubicBezTo>
                    <a:pt x="193923" y="24769"/>
                    <a:pt x="98831" y="7040"/>
                    <a:pt x="0" y="12481"/>
                  </a:cubicBezTo>
                  <a:close/>
                </a:path>
              </a:pathLst>
            </a:custGeom>
            <a:solidFill>
              <a:srgbClr val="A43B30"/>
            </a:solidFill>
            <a:ln w="1429" cap="flat">
              <a:noFill/>
              <a:prstDash val="solid"/>
              <a:miter/>
            </a:ln>
          </p:spPr>
          <p:txBody>
            <a:bodyPr rtlCol="0" anchor="ctr"/>
            <a:lstStyle/>
            <a:p>
              <a:endParaRPr lang="en-IN"/>
            </a:p>
          </p:txBody>
        </p:sp>
        <p:sp>
          <p:nvSpPr>
            <p:cNvPr id="65" name="Freeform: Shape 64">
              <a:extLst>
                <a:ext uri="{FF2B5EF4-FFF2-40B4-BE49-F238E27FC236}">
                  <a16:creationId xmlns:a16="http://schemas.microsoft.com/office/drawing/2014/main" id="{4BA2A69F-4DE2-214F-B284-BF30C64D6CCE}"/>
                </a:ext>
              </a:extLst>
            </p:cNvPr>
            <p:cNvSpPr/>
            <p:nvPr/>
          </p:nvSpPr>
          <p:spPr>
            <a:xfrm>
              <a:off x="5176941" y="4918230"/>
              <a:ext cx="1438028" cy="1406152"/>
            </a:xfrm>
            <a:custGeom>
              <a:avLst/>
              <a:gdLst>
                <a:gd name="connsiteX0" fmla="*/ 9575 w 1438028"/>
                <a:gd name="connsiteY0" fmla="*/ 0 h 1406152"/>
                <a:gd name="connsiteX1" fmla="*/ 38127 w 1438028"/>
                <a:gd name="connsiteY1" fmla="*/ 18040 h 1406152"/>
                <a:gd name="connsiteX2" fmla="*/ 232853 w 1438028"/>
                <a:gd name="connsiteY2" fmla="*/ 553045 h 1406152"/>
                <a:gd name="connsiteX3" fmla="*/ 274791 w 1438028"/>
                <a:gd name="connsiteY3" fmla="*/ 665454 h 1406152"/>
                <a:gd name="connsiteX4" fmla="*/ 274646 w 1438028"/>
                <a:gd name="connsiteY4" fmla="*/ 667932 h 1406152"/>
                <a:gd name="connsiteX5" fmla="*/ 334679 w 1438028"/>
                <a:gd name="connsiteY5" fmla="*/ 840851 h 1406152"/>
                <a:gd name="connsiteX6" fmla="*/ 367424 w 1438028"/>
                <a:gd name="connsiteY6" fmla="*/ 935547 h 1406152"/>
                <a:gd name="connsiteX7" fmla="*/ 427268 w 1438028"/>
                <a:gd name="connsiteY7" fmla="*/ 1130794 h 1406152"/>
                <a:gd name="connsiteX8" fmla="*/ 436650 w 1438028"/>
                <a:gd name="connsiteY8" fmla="*/ 1165208 h 1406152"/>
                <a:gd name="connsiteX9" fmla="*/ 450428 w 1438028"/>
                <a:gd name="connsiteY9" fmla="*/ 1189413 h 1406152"/>
                <a:gd name="connsiteX10" fmla="*/ 469062 w 1438028"/>
                <a:gd name="connsiteY10" fmla="*/ 1238728 h 1406152"/>
                <a:gd name="connsiteX11" fmla="*/ 510521 w 1438028"/>
                <a:gd name="connsiteY11" fmla="*/ 1283639 h 1406152"/>
                <a:gd name="connsiteX12" fmla="*/ 517363 w 1438028"/>
                <a:gd name="connsiteY12" fmla="*/ 1291370 h 1406152"/>
                <a:gd name="connsiteX13" fmla="*/ 636409 w 1438028"/>
                <a:gd name="connsiteY13" fmla="*/ 1290907 h 1406152"/>
                <a:gd name="connsiteX14" fmla="*/ 641911 w 1438028"/>
                <a:gd name="connsiteY14" fmla="*/ 1288890 h 1406152"/>
                <a:gd name="connsiteX15" fmla="*/ 661234 w 1438028"/>
                <a:gd name="connsiteY15" fmla="*/ 1296157 h 1406152"/>
                <a:gd name="connsiteX16" fmla="*/ 677361 w 1438028"/>
                <a:gd name="connsiteY16" fmla="*/ 1296654 h 1406152"/>
                <a:gd name="connsiteX17" fmla="*/ 1335223 w 1438028"/>
                <a:gd name="connsiteY17" fmla="*/ 1285403 h 1406152"/>
                <a:gd name="connsiteX18" fmla="*/ 1400764 w 1438028"/>
                <a:gd name="connsiteY18" fmla="*/ 1295516 h 1406152"/>
                <a:gd name="connsiteX19" fmla="*/ 1436943 w 1438028"/>
                <a:gd name="connsiteY19" fmla="*/ 1348035 h 1406152"/>
                <a:gd name="connsiteX20" fmla="*/ 1396092 w 1438028"/>
                <a:gd name="connsiteY20" fmla="*/ 1406152 h 1406152"/>
                <a:gd name="connsiteX21" fmla="*/ 1284993 w 1438028"/>
                <a:gd name="connsiteY21" fmla="*/ 1367590 h 1406152"/>
                <a:gd name="connsiteX22" fmla="*/ 603644 w 1438028"/>
                <a:gd name="connsiteY22" fmla="*/ 1367816 h 1406152"/>
                <a:gd name="connsiteX23" fmla="*/ 416374 w 1438028"/>
                <a:gd name="connsiteY23" fmla="*/ 1374061 h 1406152"/>
                <a:gd name="connsiteX24" fmla="*/ 374259 w 1438028"/>
                <a:gd name="connsiteY24" fmla="*/ 1340054 h 1406152"/>
                <a:gd name="connsiteX25" fmla="*/ 413128 w 1438028"/>
                <a:gd name="connsiteY25" fmla="*/ 1298778 h 1406152"/>
                <a:gd name="connsiteX26" fmla="*/ 424082 w 1438028"/>
                <a:gd name="connsiteY26" fmla="*/ 1297543 h 1406152"/>
                <a:gd name="connsiteX27" fmla="*/ 263073 w 1438028"/>
                <a:gd name="connsiteY27" fmla="*/ 837427 h 1406152"/>
                <a:gd name="connsiteX28" fmla="*/ 30939 w 1438028"/>
                <a:gd name="connsiteY28" fmla="*/ 102767 h 1406152"/>
                <a:gd name="connsiteX29" fmla="*/ 5829 w 1438028"/>
                <a:gd name="connsiteY29" fmla="*/ 32374 h 1406152"/>
                <a:gd name="connsiteX30" fmla="*/ 9575 w 1438028"/>
                <a:gd name="connsiteY30" fmla="*/ 0 h 1406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38028" h="1406152">
                  <a:moveTo>
                    <a:pt x="9575" y="0"/>
                  </a:moveTo>
                  <a:cubicBezTo>
                    <a:pt x="19096" y="6013"/>
                    <a:pt x="28616" y="12026"/>
                    <a:pt x="38127" y="18040"/>
                  </a:cubicBezTo>
                  <a:cubicBezTo>
                    <a:pt x="135150" y="184684"/>
                    <a:pt x="168067" y="374664"/>
                    <a:pt x="232853" y="553045"/>
                  </a:cubicBezTo>
                  <a:cubicBezTo>
                    <a:pt x="246506" y="590634"/>
                    <a:pt x="252560" y="631048"/>
                    <a:pt x="274791" y="665454"/>
                  </a:cubicBezTo>
                  <a:cubicBezTo>
                    <a:pt x="274788" y="665473"/>
                    <a:pt x="274646" y="667932"/>
                    <a:pt x="274646" y="667932"/>
                  </a:cubicBezTo>
                  <a:cubicBezTo>
                    <a:pt x="302155" y="722925"/>
                    <a:pt x="312510" y="783886"/>
                    <a:pt x="334679" y="840851"/>
                  </a:cubicBezTo>
                  <a:cubicBezTo>
                    <a:pt x="346738" y="871838"/>
                    <a:pt x="355907" y="904177"/>
                    <a:pt x="367424" y="935547"/>
                  </a:cubicBezTo>
                  <a:cubicBezTo>
                    <a:pt x="385978" y="1001053"/>
                    <a:pt x="407170" y="1065771"/>
                    <a:pt x="427268" y="1130794"/>
                  </a:cubicBezTo>
                  <a:cubicBezTo>
                    <a:pt x="430504" y="1142226"/>
                    <a:pt x="433721" y="1153693"/>
                    <a:pt x="436650" y="1165208"/>
                  </a:cubicBezTo>
                  <a:cubicBezTo>
                    <a:pt x="438528" y="1174791"/>
                    <a:pt x="445190" y="1181703"/>
                    <a:pt x="450428" y="1189413"/>
                  </a:cubicBezTo>
                  <a:cubicBezTo>
                    <a:pt x="460716" y="1204285"/>
                    <a:pt x="464266" y="1221971"/>
                    <a:pt x="469062" y="1238728"/>
                  </a:cubicBezTo>
                  <a:cubicBezTo>
                    <a:pt x="475571" y="1261465"/>
                    <a:pt x="487905" y="1276768"/>
                    <a:pt x="510521" y="1283639"/>
                  </a:cubicBezTo>
                  <a:cubicBezTo>
                    <a:pt x="512802" y="1286216"/>
                    <a:pt x="515082" y="1288793"/>
                    <a:pt x="517363" y="1291370"/>
                  </a:cubicBezTo>
                  <a:cubicBezTo>
                    <a:pt x="557042" y="1290717"/>
                    <a:pt x="596755" y="1298355"/>
                    <a:pt x="636409" y="1290907"/>
                  </a:cubicBezTo>
                  <a:cubicBezTo>
                    <a:pt x="638451" y="1290803"/>
                    <a:pt x="640285" y="1290131"/>
                    <a:pt x="641911" y="1288890"/>
                  </a:cubicBezTo>
                  <a:cubicBezTo>
                    <a:pt x="650520" y="1285550"/>
                    <a:pt x="656425" y="1289396"/>
                    <a:pt x="661234" y="1296157"/>
                  </a:cubicBezTo>
                  <a:cubicBezTo>
                    <a:pt x="666610" y="1296322"/>
                    <a:pt x="671985" y="1296488"/>
                    <a:pt x="677361" y="1296654"/>
                  </a:cubicBezTo>
                  <a:cubicBezTo>
                    <a:pt x="896318" y="1274035"/>
                    <a:pt x="1115940" y="1289407"/>
                    <a:pt x="1335223" y="1285403"/>
                  </a:cubicBezTo>
                  <a:cubicBezTo>
                    <a:pt x="1357377" y="1284998"/>
                    <a:pt x="1379818" y="1287611"/>
                    <a:pt x="1400764" y="1295516"/>
                  </a:cubicBezTo>
                  <a:cubicBezTo>
                    <a:pt x="1424425" y="1304444"/>
                    <a:pt x="1442757" y="1318244"/>
                    <a:pt x="1436943" y="1348035"/>
                  </a:cubicBezTo>
                  <a:cubicBezTo>
                    <a:pt x="1433248" y="1374380"/>
                    <a:pt x="1423503" y="1396473"/>
                    <a:pt x="1396092" y="1406152"/>
                  </a:cubicBezTo>
                  <a:cubicBezTo>
                    <a:pt x="1371267" y="1359012"/>
                    <a:pt x="1322775" y="1368112"/>
                    <a:pt x="1284993" y="1367590"/>
                  </a:cubicBezTo>
                  <a:cubicBezTo>
                    <a:pt x="1057903" y="1364448"/>
                    <a:pt x="830696" y="1363480"/>
                    <a:pt x="603644" y="1367816"/>
                  </a:cubicBezTo>
                  <a:cubicBezTo>
                    <a:pt x="541420" y="1369006"/>
                    <a:pt x="478833" y="1372343"/>
                    <a:pt x="416374" y="1374061"/>
                  </a:cubicBezTo>
                  <a:cubicBezTo>
                    <a:pt x="391731" y="1374737"/>
                    <a:pt x="373556" y="1374033"/>
                    <a:pt x="374259" y="1340054"/>
                  </a:cubicBezTo>
                  <a:cubicBezTo>
                    <a:pt x="374859" y="1311027"/>
                    <a:pt x="379696" y="1293647"/>
                    <a:pt x="413128" y="1298778"/>
                  </a:cubicBezTo>
                  <a:cubicBezTo>
                    <a:pt x="417051" y="1299381"/>
                    <a:pt x="421295" y="1297896"/>
                    <a:pt x="424082" y="1297543"/>
                  </a:cubicBezTo>
                  <a:cubicBezTo>
                    <a:pt x="344376" y="1153303"/>
                    <a:pt x="313716" y="991714"/>
                    <a:pt x="263073" y="837427"/>
                  </a:cubicBezTo>
                  <a:cubicBezTo>
                    <a:pt x="182985" y="593430"/>
                    <a:pt x="108197" y="347696"/>
                    <a:pt x="30939" y="102767"/>
                  </a:cubicBezTo>
                  <a:cubicBezTo>
                    <a:pt x="23450" y="79021"/>
                    <a:pt x="14798" y="55610"/>
                    <a:pt x="5829" y="32374"/>
                  </a:cubicBezTo>
                  <a:cubicBezTo>
                    <a:pt x="1227" y="20448"/>
                    <a:pt x="-6201" y="9156"/>
                    <a:pt x="9575" y="0"/>
                  </a:cubicBezTo>
                  <a:close/>
                </a:path>
              </a:pathLst>
            </a:custGeom>
            <a:solidFill>
              <a:srgbClr val="5B636F"/>
            </a:solidFill>
            <a:ln w="1429" cap="flat">
              <a:noFill/>
              <a:prstDash val="solid"/>
              <a:miter/>
            </a:ln>
          </p:spPr>
          <p:txBody>
            <a:bodyPr rtlCol="0" anchor="ctr"/>
            <a:lstStyle/>
            <a:p>
              <a:endParaRPr lang="en-IN"/>
            </a:p>
          </p:txBody>
        </p:sp>
        <p:sp>
          <p:nvSpPr>
            <p:cNvPr id="66" name="Freeform: Shape 65">
              <a:extLst>
                <a:ext uri="{FF2B5EF4-FFF2-40B4-BE49-F238E27FC236}">
                  <a16:creationId xmlns:a16="http://schemas.microsoft.com/office/drawing/2014/main" id="{89D9C92C-F750-8158-53E1-8340348CF0AC}"/>
                </a:ext>
              </a:extLst>
            </p:cNvPr>
            <p:cNvSpPr/>
            <p:nvPr/>
          </p:nvSpPr>
          <p:spPr>
            <a:xfrm>
              <a:off x="3703607" y="1728979"/>
              <a:ext cx="693082" cy="737370"/>
            </a:xfrm>
            <a:custGeom>
              <a:avLst/>
              <a:gdLst>
                <a:gd name="connsiteX0" fmla="*/ 359778 w 693082"/>
                <a:gd name="connsiteY0" fmla="*/ 272 h 737370"/>
                <a:gd name="connsiteX1" fmla="*/ 688378 w 693082"/>
                <a:gd name="connsiteY1" fmla="*/ 267141 h 737370"/>
                <a:gd name="connsiteX2" fmla="*/ 615532 w 693082"/>
                <a:gd name="connsiteY2" fmla="*/ 483461 h 737370"/>
                <a:gd name="connsiteX3" fmla="*/ 526505 w 693082"/>
                <a:gd name="connsiteY3" fmla="*/ 571707 h 737370"/>
                <a:gd name="connsiteX4" fmla="*/ 475228 w 693082"/>
                <a:gd name="connsiteY4" fmla="*/ 694926 h 737370"/>
                <a:gd name="connsiteX5" fmla="*/ 426772 w 693082"/>
                <a:gd name="connsiteY5" fmla="*/ 734185 h 737370"/>
                <a:gd name="connsiteX6" fmla="*/ 323306 w 693082"/>
                <a:gd name="connsiteY6" fmla="*/ 733456 h 737370"/>
                <a:gd name="connsiteX7" fmla="*/ 261611 w 693082"/>
                <a:gd name="connsiteY7" fmla="*/ 675744 h 737370"/>
                <a:gd name="connsiteX8" fmla="*/ 366728 w 693082"/>
                <a:gd name="connsiteY8" fmla="*/ 456762 h 737370"/>
                <a:gd name="connsiteX9" fmla="*/ 432099 w 693082"/>
                <a:gd name="connsiteY9" fmla="*/ 386545 h 737370"/>
                <a:gd name="connsiteX10" fmla="*/ 441870 w 693082"/>
                <a:gd name="connsiteY10" fmla="*/ 272674 h 737370"/>
                <a:gd name="connsiteX11" fmla="*/ 318809 w 693082"/>
                <a:gd name="connsiteY11" fmla="*/ 250631 h 737370"/>
                <a:gd name="connsiteX12" fmla="*/ 249318 w 693082"/>
                <a:gd name="connsiteY12" fmla="*/ 363664 h 737370"/>
                <a:gd name="connsiteX13" fmla="*/ 184632 w 693082"/>
                <a:gd name="connsiteY13" fmla="*/ 415500 h 737370"/>
                <a:gd name="connsiteX14" fmla="*/ 21219 w 693082"/>
                <a:gd name="connsiteY14" fmla="*/ 385901 h 737370"/>
                <a:gd name="connsiteX15" fmla="*/ 458 w 693082"/>
                <a:gd name="connsiteY15" fmla="*/ 367544 h 737370"/>
                <a:gd name="connsiteX16" fmla="*/ 93030 w 693082"/>
                <a:gd name="connsiteY16" fmla="*/ 112117 h 737370"/>
                <a:gd name="connsiteX17" fmla="*/ 359778 w 693082"/>
                <a:gd name="connsiteY17" fmla="*/ 272 h 737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93082" h="737370">
                  <a:moveTo>
                    <a:pt x="359778" y="272"/>
                  </a:moveTo>
                  <a:cubicBezTo>
                    <a:pt x="541543" y="311"/>
                    <a:pt x="650263" y="86884"/>
                    <a:pt x="688378" y="267141"/>
                  </a:cubicBezTo>
                  <a:cubicBezTo>
                    <a:pt x="706512" y="352898"/>
                    <a:pt x="670102" y="422047"/>
                    <a:pt x="615532" y="483461"/>
                  </a:cubicBezTo>
                  <a:cubicBezTo>
                    <a:pt x="587811" y="514660"/>
                    <a:pt x="558433" y="544943"/>
                    <a:pt x="526505" y="571707"/>
                  </a:cubicBezTo>
                  <a:cubicBezTo>
                    <a:pt x="487090" y="604745"/>
                    <a:pt x="466175" y="642569"/>
                    <a:pt x="475228" y="694926"/>
                  </a:cubicBezTo>
                  <a:cubicBezTo>
                    <a:pt x="482248" y="735522"/>
                    <a:pt x="461910" y="742728"/>
                    <a:pt x="426772" y="734185"/>
                  </a:cubicBezTo>
                  <a:cubicBezTo>
                    <a:pt x="392682" y="725896"/>
                    <a:pt x="357902" y="726682"/>
                    <a:pt x="323306" y="733456"/>
                  </a:cubicBezTo>
                  <a:cubicBezTo>
                    <a:pt x="268618" y="744163"/>
                    <a:pt x="262643" y="732988"/>
                    <a:pt x="261611" y="675744"/>
                  </a:cubicBezTo>
                  <a:cubicBezTo>
                    <a:pt x="259946" y="583270"/>
                    <a:pt x="309586" y="519014"/>
                    <a:pt x="366728" y="456762"/>
                  </a:cubicBezTo>
                  <a:cubicBezTo>
                    <a:pt x="388365" y="433191"/>
                    <a:pt x="412809" y="411854"/>
                    <a:pt x="432099" y="386545"/>
                  </a:cubicBezTo>
                  <a:cubicBezTo>
                    <a:pt x="466062" y="341984"/>
                    <a:pt x="467810" y="304193"/>
                    <a:pt x="441870" y="272674"/>
                  </a:cubicBezTo>
                  <a:cubicBezTo>
                    <a:pt x="415974" y="241208"/>
                    <a:pt x="363129" y="232110"/>
                    <a:pt x="318809" y="250631"/>
                  </a:cubicBezTo>
                  <a:cubicBezTo>
                    <a:pt x="268285" y="271746"/>
                    <a:pt x="250178" y="312271"/>
                    <a:pt x="249318" y="363664"/>
                  </a:cubicBezTo>
                  <a:cubicBezTo>
                    <a:pt x="248303" y="424303"/>
                    <a:pt x="243971" y="427226"/>
                    <a:pt x="184632" y="415500"/>
                  </a:cubicBezTo>
                  <a:cubicBezTo>
                    <a:pt x="130329" y="404769"/>
                    <a:pt x="75758" y="395379"/>
                    <a:pt x="21219" y="385901"/>
                  </a:cubicBezTo>
                  <a:cubicBezTo>
                    <a:pt x="9861" y="383927"/>
                    <a:pt x="-2555" y="384319"/>
                    <a:pt x="458" y="367544"/>
                  </a:cubicBezTo>
                  <a:cubicBezTo>
                    <a:pt x="16702" y="277079"/>
                    <a:pt x="32613" y="185419"/>
                    <a:pt x="93030" y="112117"/>
                  </a:cubicBezTo>
                  <a:cubicBezTo>
                    <a:pt x="160212" y="30606"/>
                    <a:pt x="250478" y="-3436"/>
                    <a:pt x="359778" y="272"/>
                  </a:cubicBezTo>
                  <a:close/>
                </a:path>
              </a:pathLst>
            </a:custGeom>
            <a:solidFill>
              <a:srgbClr val="FBFAF8"/>
            </a:solidFill>
            <a:ln w="1429" cap="flat">
              <a:noFill/>
              <a:prstDash val="solid"/>
              <a:miter/>
            </a:ln>
          </p:spPr>
          <p:txBody>
            <a:bodyPr rtlCol="0" anchor="ctr"/>
            <a:lstStyle/>
            <a:p>
              <a:endParaRPr lang="en-IN"/>
            </a:p>
          </p:txBody>
        </p:sp>
        <p:sp>
          <p:nvSpPr>
            <p:cNvPr id="67" name="Freeform: Shape 66">
              <a:extLst>
                <a:ext uri="{FF2B5EF4-FFF2-40B4-BE49-F238E27FC236}">
                  <a16:creationId xmlns:a16="http://schemas.microsoft.com/office/drawing/2014/main" id="{95B2A05D-BCEF-A948-C028-81E693E33FB8}"/>
                </a:ext>
              </a:extLst>
            </p:cNvPr>
            <p:cNvSpPr/>
            <p:nvPr/>
          </p:nvSpPr>
          <p:spPr>
            <a:xfrm>
              <a:off x="3936778" y="2474213"/>
              <a:ext cx="267442" cy="259883"/>
            </a:xfrm>
            <a:custGeom>
              <a:avLst/>
              <a:gdLst>
                <a:gd name="connsiteX0" fmla="*/ 133991 w 267442"/>
                <a:gd name="connsiteY0" fmla="*/ 5 h 259883"/>
                <a:gd name="connsiteX1" fmla="*/ 267425 w 267442"/>
                <a:gd name="connsiteY1" fmla="*/ 134632 h 259883"/>
                <a:gd name="connsiteX2" fmla="*/ 130217 w 267442"/>
                <a:gd name="connsiteY2" fmla="*/ 259878 h 259883"/>
                <a:gd name="connsiteX3" fmla="*/ 6 w 267442"/>
                <a:gd name="connsiteY3" fmla="*/ 134535 h 259883"/>
                <a:gd name="connsiteX4" fmla="*/ 133991 w 267442"/>
                <a:gd name="connsiteY4" fmla="*/ 5 h 259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442" h="259883">
                  <a:moveTo>
                    <a:pt x="133991" y="5"/>
                  </a:moveTo>
                  <a:cubicBezTo>
                    <a:pt x="210587" y="674"/>
                    <a:pt x="268597" y="59203"/>
                    <a:pt x="267425" y="134632"/>
                  </a:cubicBezTo>
                  <a:cubicBezTo>
                    <a:pt x="266302" y="206960"/>
                    <a:pt x="207641" y="260505"/>
                    <a:pt x="130217" y="259878"/>
                  </a:cubicBezTo>
                  <a:cubicBezTo>
                    <a:pt x="61245" y="259319"/>
                    <a:pt x="608" y="200949"/>
                    <a:pt x="6" y="134535"/>
                  </a:cubicBezTo>
                  <a:cubicBezTo>
                    <a:pt x="-674" y="59436"/>
                    <a:pt x="59166" y="-648"/>
                    <a:pt x="133991" y="5"/>
                  </a:cubicBezTo>
                  <a:close/>
                </a:path>
              </a:pathLst>
            </a:custGeom>
            <a:solidFill>
              <a:srgbClr val="FBFAF7"/>
            </a:solidFill>
            <a:ln w="1429" cap="flat">
              <a:noFill/>
              <a:prstDash val="solid"/>
              <a:miter/>
            </a:ln>
          </p:spPr>
          <p:txBody>
            <a:bodyPr rtlCol="0" anchor="ctr"/>
            <a:lstStyle/>
            <a:p>
              <a:endParaRPr lang="en-IN"/>
            </a:p>
          </p:txBody>
        </p:sp>
        <p:sp>
          <p:nvSpPr>
            <p:cNvPr id="68" name="Freeform: Shape 67">
              <a:extLst>
                <a:ext uri="{FF2B5EF4-FFF2-40B4-BE49-F238E27FC236}">
                  <a16:creationId xmlns:a16="http://schemas.microsoft.com/office/drawing/2014/main" id="{8374B31A-29C6-D37D-7FE6-7235C35950CD}"/>
                </a:ext>
              </a:extLst>
            </p:cNvPr>
            <p:cNvSpPr/>
            <p:nvPr/>
          </p:nvSpPr>
          <p:spPr>
            <a:xfrm>
              <a:off x="7631680" y="2046867"/>
              <a:ext cx="836401" cy="853048"/>
            </a:xfrm>
            <a:custGeom>
              <a:avLst/>
              <a:gdLst>
                <a:gd name="connsiteX0" fmla="*/ 0 w 836401"/>
                <a:gd name="connsiteY0" fmla="*/ 3645 h 853048"/>
                <a:gd name="connsiteX1" fmla="*/ 172112 w 836401"/>
                <a:gd name="connsiteY1" fmla="*/ 55 h 853048"/>
                <a:gd name="connsiteX2" fmla="*/ 477656 w 836401"/>
                <a:gd name="connsiteY2" fmla="*/ 1423 h 853048"/>
                <a:gd name="connsiteX3" fmla="*/ 749031 w 836401"/>
                <a:gd name="connsiteY3" fmla="*/ 9690 h 853048"/>
                <a:gd name="connsiteX4" fmla="*/ 835634 w 836401"/>
                <a:gd name="connsiteY4" fmla="*/ 114224 h 853048"/>
                <a:gd name="connsiteX5" fmla="*/ 807404 w 836401"/>
                <a:gd name="connsiteY5" fmla="*/ 433847 h 853048"/>
                <a:gd name="connsiteX6" fmla="*/ 806757 w 836401"/>
                <a:gd name="connsiteY6" fmla="*/ 809338 h 853048"/>
                <a:gd name="connsiteX7" fmla="*/ 783172 w 836401"/>
                <a:gd name="connsiteY7" fmla="*/ 829175 h 853048"/>
                <a:gd name="connsiteX8" fmla="*/ 665973 w 836401"/>
                <a:gd name="connsiteY8" fmla="*/ 829410 h 853048"/>
                <a:gd name="connsiteX9" fmla="*/ 165925 w 836401"/>
                <a:gd name="connsiteY9" fmla="*/ 852765 h 853048"/>
                <a:gd name="connsiteX10" fmla="*/ 137976 w 836401"/>
                <a:gd name="connsiteY10" fmla="*/ 831521 h 853048"/>
                <a:gd name="connsiteX11" fmla="*/ 122930 w 836401"/>
                <a:gd name="connsiteY11" fmla="*/ 711908 h 853048"/>
                <a:gd name="connsiteX12" fmla="*/ 123734 w 836401"/>
                <a:gd name="connsiteY12" fmla="*/ 176204 h 853048"/>
                <a:gd name="connsiteX13" fmla="*/ 87466 w 836401"/>
                <a:gd name="connsiteY13" fmla="*/ 86988 h 853048"/>
                <a:gd name="connsiteX14" fmla="*/ 0 w 836401"/>
                <a:gd name="connsiteY14" fmla="*/ 3645 h 85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36401" h="853048">
                  <a:moveTo>
                    <a:pt x="0" y="3645"/>
                  </a:moveTo>
                  <a:cubicBezTo>
                    <a:pt x="60804" y="4068"/>
                    <a:pt x="116546" y="-551"/>
                    <a:pt x="172112" y="55"/>
                  </a:cubicBezTo>
                  <a:cubicBezTo>
                    <a:pt x="273953" y="1165"/>
                    <a:pt x="375825" y="-142"/>
                    <a:pt x="477656" y="1423"/>
                  </a:cubicBezTo>
                  <a:cubicBezTo>
                    <a:pt x="568138" y="2813"/>
                    <a:pt x="658594" y="6292"/>
                    <a:pt x="749031" y="9690"/>
                  </a:cubicBezTo>
                  <a:cubicBezTo>
                    <a:pt x="805307" y="11804"/>
                    <a:pt x="842267" y="58945"/>
                    <a:pt x="835634" y="114224"/>
                  </a:cubicBezTo>
                  <a:cubicBezTo>
                    <a:pt x="822886" y="220434"/>
                    <a:pt x="811814" y="326659"/>
                    <a:pt x="807404" y="433847"/>
                  </a:cubicBezTo>
                  <a:cubicBezTo>
                    <a:pt x="802245" y="559156"/>
                    <a:pt x="797052" y="684160"/>
                    <a:pt x="806757" y="809338"/>
                  </a:cubicBezTo>
                  <a:cubicBezTo>
                    <a:pt x="808251" y="828611"/>
                    <a:pt x="796532" y="829145"/>
                    <a:pt x="783172" y="829175"/>
                  </a:cubicBezTo>
                  <a:cubicBezTo>
                    <a:pt x="744106" y="829264"/>
                    <a:pt x="705041" y="829400"/>
                    <a:pt x="665973" y="829410"/>
                  </a:cubicBezTo>
                  <a:cubicBezTo>
                    <a:pt x="498929" y="829451"/>
                    <a:pt x="332224" y="837108"/>
                    <a:pt x="165925" y="852765"/>
                  </a:cubicBezTo>
                  <a:cubicBezTo>
                    <a:pt x="147969" y="854455"/>
                    <a:pt x="141056" y="848738"/>
                    <a:pt x="137976" y="831521"/>
                  </a:cubicBezTo>
                  <a:cubicBezTo>
                    <a:pt x="130886" y="791870"/>
                    <a:pt x="122934" y="752414"/>
                    <a:pt x="122930" y="711908"/>
                  </a:cubicBezTo>
                  <a:cubicBezTo>
                    <a:pt x="122911" y="533337"/>
                    <a:pt x="121893" y="354756"/>
                    <a:pt x="123734" y="176204"/>
                  </a:cubicBezTo>
                  <a:cubicBezTo>
                    <a:pt x="124114" y="139297"/>
                    <a:pt x="112058" y="111308"/>
                    <a:pt x="87466" y="86988"/>
                  </a:cubicBezTo>
                  <a:cubicBezTo>
                    <a:pt x="58838" y="58676"/>
                    <a:pt x="29201" y="31382"/>
                    <a:pt x="0" y="3645"/>
                  </a:cubicBezTo>
                  <a:close/>
                </a:path>
              </a:pathLst>
            </a:custGeom>
            <a:solidFill>
              <a:srgbClr val="FDFAF9"/>
            </a:solidFill>
            <a:ln w="1429" cap="flat">
              <a:noFill/>
              <a:prstDash val="solid"/>
              <a:miter/>
            </a:ln>
          </p:spPr>
          <p:txBody>
            <a:bodyPr rtlCol="0" anchor="ctr"/>
            <a:lstStyle/>
            <a:p>
              <a:endParaRPr lang="en-IN"/>
            </a:p>
          </p:txBody>
        </p:sp>
        <p:sp>
          <p:nvSpPr>
            <p:cNvPr id="69" name="Freeform: Shape 68">
              <a:extLst>
                <a:ext uri="{FF2B5EF4-FFF2-40B4-BE49-F238E27FC236}">
                  <a16:creationId xmlns:a16="http://schemas.microsoft.com/office/drawing/2014/main" id="{F474A6E0-56CE-1396-C527-EABDB364D7CE}"/>
                </a:ext>
              </a:extLst>
            </p:cNvPr>
            <p:cNvSpPr/>
            <p:nvPr/>
          </p:nvSpPr>
          <p:spPr>
            <a:xfrm>
              <a:off x="8456958" y="2201875"/>
              <a:ext cx="118208" cy="510216"/>
            </a:xfrm>
            <a:custGeom>
              <a:avLst/>
              <a:gdLst>
                <a:gd name="connsiteX0" fmla="*/ 20180 w 118208"/>
                <a:gd name="connsiteY0" fmla="*/ 0 h 510216"/>
                <a:gd name="connsiteX1" fmla="*/ 103034 w 118208"/>
                <a:gd name="connsiteY1" fmla="*/ 86513 h 510216"/>
                <a:gd name="connsiteX2" fmla="*/ 118193 w 118208"/>
                <a:gd name="connsiteY2" fmla="*/ 119562 h 510216"/>
                <a:gd name="connsiteX3" fmla="*/ 109305 w 118208"/>
                <a:gd name="connsiteY3" fmla="*/ 470398 h 510216"/>
                <a:gd name="connsiteX4" fmla="*/ 82685 w 118208"/>
                <a:gd name="connsiteY4" fmla="*/ 497462 h 510216"/>
                <a:gd name="connsiteX5" fmla="*/ 492 w 118208"/>
                <a:gd name="connsiteY5" fmla="*/ 434804 h 510216"/>
                <a:gd name="connsiteX6" fmla="*/ 9717 w 118208"/>
                <a:gd name="connsiteY6" fmla="*/ 67292 h 510216"/>
                <a:gd name="connsiteX7" fmla="*/ 20180 w 118208"/>
                <a:gd name="connsiteY7" fmla="*/ 0 h 510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208" h="510216">
                  <a:moveTo>
                    <a:pt x="20180" y="0"/>
                  </a:moveTo>
                  <a:cubicBezTo>
                    <a:pt x="49728" y="30872"/>
                    <a:pt x="76320" y="58750"/>
                    <a:pt x="103034" y="86513"/>
                  </a:cubicBezTo>
                  <a:cubicBezTo>
                    <a:pt x="111983" y="95814"/>
                    <a:pt x="118571" y="105663"/>
                    <a:pt x="118193" y="119562"/>
                  </a:cubicBezTo>
                  <a:cubicBezTo>
                    <a:pt x="115023" y="236502"/>
                    <a:pt x="112052" y="353448"/>
                    <a:pt x="109305" y="470398"/>
                  </a:cubicBezTo>
                  <a:cubicBezTo>
                    <a:pt x="108882" y="488399"/>
                    <a:pt x="96708" y="493604"/>
                    <a:pt x="82685" y="497462"/>
                  </a:cubicBezTo>
                  <a:cubicBezTo>
                    <a:pt x="480" y="520072"/>
                    <a:pt x="118" y="520052"/>
                    <a:pt x="492" y="434804"/>
                  </a:cubicBezTo>
                  <a:cubicBezTo>
                    <a:pt x="1026" y="312239"/>
                    <a:pt x="-4066" y="189509"/>
                    <a:pt x="9717" y="67292"/>
                  </a:cubicBezTo>
                  <a:cubicBezTo>
                    <a:pt x="12134" y="45845"/>
                    <a:pt x="16306" y="24594"/>
                    <a:pt x="20180" y="0"/>
                  </a:cubicBezTo>
                  <a:close/>
                </a:path>
              </a:pathLst>
            </a:custGeom>
            <a:solidFill>
              <a:srgbClr val="FCFAF8"/>
            </a:solidFill>
            <a:ln w="1429" cap="flat">
              <a:no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B617D050-FD50-9143-0B4D-22274651DD69}"/>
                </a:ext>
              </a:extLst>
            </p:cNvPr>
            <p:cNvSpPr/>
            <p:nvPr/>
          </p:nvSpPr>
          <p:spPr>
            <a:xfrm>
              <a:off x="5813440" y="1027030"/>
              <a:ext cx="566804" cy="1026577"/>
            </a:xfrm>
            <a:custGeom>
              <a:avLst/>
              <a:gdLst>
                <a:gd name="connsiteX0" fmla="*/ 391754 w 566804"/>
                <a:gd name="connsiteY0" fmla="*/ 978805 h 1026577"/>
                <a:gd name="connsiteX1" fmla="*/ 389023 w 566804"/>
                <a:gd name="connsiteY1" fmla="*/ 1020523 h 1026577"/>
                <a:gd name="connsiteX2" fmla="*/ 376525 w 566804"/>
                <a:gd name="connsiteY2" fmla="*/ 1020616 h 1026577"/>
                <a:gd name="connsiteX3" fmla="*/ 362012 w 566804"/>
                <a:gd name="connsiteY3" fmla="*/ 966120 h 1026577"/>
                <a:gd name="connsiteX4" fmla="*/ 361562 w 566804"/>
                <a:gd name="connsiteY4" fmla="*/ 761049 h 1026577"/>
                <a:gd name="connsiteX5" fmla="*/ 310025 w 566804"/>
                <a:gd name="connsiteY5" fmla="*/ 707610 h 1026577"/>
                <a:gd name="connsiteX6" fmla="*/ 217961 w 566804"/>
                <a:gd name="connsiteY6" fmla="*/ 707218 h 1026577"/>
                <a:gd name="connsiteX7" fmla="*/ 170769 w 566804"/>
                <a:gd name="connsiteY7" fmla="*/ 753425 h 1026577"/>
                <a:gd name="connsiteX8" fmla="*/ 170828 w 566804"/>
                <a:gd name="connsiteY8" fmla="*/ 971046 h 1026577"/>
                <a:gd name="connsiteX9" fmla="*/ 158326 w 566804"/>
                <a:gd name="connsiteY9" fmla="*/ 1026577 h 1026577"/>
                <a:gd name="connsiteX10" fmla="*/ 145735 w 566804"/>
                <a:gd name="connsiteY10" fmla="*/ 1021657 h 1026577"/>
                <a:gd name="connsiteX11" fmla="*/ 146611 w 566804"/>
                <a:gd name="connsiteY11" fmla="*/ 738128 h 1026577"/>
                <a:gd name="connsiteX12" fmla="*/ 121997 w 566804"/>
                <a:gd name="connsiteY12" fmla="*/ 691650 h 1026577"/>
                <a:gd name="connsiteX13" fmla="*/ 114187 w 566804"/>
                <a:gd name="connsiteY13" fmla="*/ 670406 h 1026577"/>
                <a:gd name="connsiteX14" fmla="*/ 114115 w 566804"/>
                <a:gd name="connsiteY14" fmla="*/ 628643 h 1026577"/>
                <a:gd name="connsiteX15" fmla="*/ 176491 w 566804"/>
                <a:gd name="connsiteY15" fmla="*/ 559198 h 1026577"/>
                <a:gd name="connsiteX16" fmla="*/ 189264 w 566804"/>
                <a:gd name="connsiteY16" fmla="*/ 523433 h 1026577"/>
                <a:gd name="connsiteX17" fmla="*/ 5577 w 566804"/>
                <a:gd name="connsiteY17" fmla="*/ 89525 h 1026577"/>
                <a:gd name="connsiteX18" fmla="*/ 50420 w 566804"/>
                <a:gd name="connsiteY18" fmla="*/ 11687 h 1026577"/>
                <a:gd name="connsiteX19" fmla="*/ 102017 w 566804"/>
                <a:gd name="connsiteY19" fmla="*/ 38566 h 1026577"/>
                <a:gd name="connsiteX20" fmla="*/ 94795 w 566804"/>
                <a:gd name="connsiteY20" fmla="*/ 104499 h 1026577"/>
                <a:gd name="connsiteX21" fmla="*/ 40263 w 566804"/>
                <a:gd name="connsiteY21" fmla="*/ 107648 h 1026577"/>
                <a:gd name="connsiteX22" fmla="*/ 70713 w 566804"/>
                <a:gd name="connsiteY22" fmla="*/ 86620 h 1026577"/>
                <a:gd name="connsiteX23" fmla="*/ 72263 w 566804"/>
                <a:gd name="connsiteY23" fmla="*/ 48167 h 1026577"/>
                <a:gd name="connsiteX24" fmla="*/ 42825 w 566804"/>
                <a:gd name="connsiteY24" fmla="*/ 42015 h 1026577"/>
                <a:gd name="connsiteX25" fmla="*/ 32391 w 566804"/>
                <a:gd name="connsiteY25" fmla="*/ 77562 h 1026577"/>
                <a:gd name="connsiteX26" fmla="*/ 40831 w 566804"/>
                <a:gd name="connsiteY26" fmla="*/ 108109 h 1026577"/>
                <a:gd name="connsiteX27" fmla="*/ 37878 w 566804"/>
                <a:gd name="connsiteY27" fmla="*/ 129036 h 1026577"/>
                <a:gd name="connsiteX28" fmla="*/ 203384 w 566804"/>
                <a:gd name="connsiteY28" fmla="*/ 526006 h 1026577"/>
                <a:gd name="connsiteX29" fmla="*/ 256591 w 566804"/>
                <a:gd name="connsiteY29" fmla="*/ 558183 h 1026577"/>
                <a:gd name="connsiteX30" fmla="*/ 337022 w 566804"/>
                <a:gd name="connsiteY30" fmla="*/ 542633 h 1026577"/>
                <a:gd name="connsiteX31" fmla="*/ 531468 w 566804"/>
                <a:gd name="connsiteY31" fmla="*/ 110965 h 1026577"/>
                <a:gd name="connsiteX32" fmla="*/ 461878 w 566804"/>
                <a:gd name="connsiteY32" fmla="*/ 86177 h 1026577"/>
                <a:gd name="connsiteX33" fmla="*/ 425312 w 566804"/>
                <a:gd name="connsiteY33" fmla="*/ 99731 h 1026577"/>
                <a:gd name="connsiteX34" fmla="*/ 424127 w 566804"/>
                <a:gd name="connsiteY34" fmla="*/ 72808 h 1026577"/>
                <a:gd name="connsiteX35" fmla="*/ 401099 w 566804"/>
                <a:gd name="connsiteY35" fmla="*/ 32295 h 1026577"/>
                <a:gd name="connsiteX36" fmla="*/ 375262 w 566804"/>
                <a:gd name="connsiteY36" fmla="*/ 46942 h 1026577"/>
                <a:gd name="connsiteX37" fmla="*/ 400262 w 566804"/>
                <a:gd name="connsiteY37" fmla="*/ 86884 h 1026577"/>
                <a:gd name="connsiteX38" fmla="*/ 425677 w 566804"/>
                <a:gd name="connsiteY38" fmla="*/ 99373 h 1026577"/>
                <a:gd name="connsiteX39" fmla="*/ 353703 w 566804"/>
                <a:gd name="connsiteY39" fmla="*/ 91869 h 1026577"/>
                <a:gd name="connsiteX40" fmla="*/ 359839 w 566804"/>
                <a:gd name="connsiteY40" fmla="*/ 18679 h 1026577"/>
                <a:gd name="connsiteX41" fmla="*/ 453112 w 566804"/>
                <a:gd name="connsiteY41" fmla="*/ 37061 h 1026577"/>
                <a:gd name="connsiteX42" fmla="*/ 551916 w 566804"/>
                <a:gd name="connsiteY42" fmla="*/ 22349 h 1026577"/>
                <a:gd name="connsiteX43" fmla="*/ 560596 w 566804"/>
                <a:gd name="connsiteY43" fmla="*/ 83628 h 1026577"/>
                <a:gd name="connsiteX44" fmla="*/ 368371 w 566804"/>
                <a:gd name="connsiteY44" fmla="*/ 505358 h 1026577"/>
                <a:gd name="connsiteX45" fmla="*/ 401455 w 566804"/>
                <a:gd name="connsiteY45" fmla="*/ 553550 h 1026577"/>
                <a:gd name="connsiteX46" fmla="*/ 422281 w 566804"/>
                <a:gd name="connsiteY46" fmla="*/ 552193 h 1026577"/>
                <a:gd name="connsiteX47" fmla="*/ 428683 w 566804"/>
                <a:gd name="connsiteY47" fmla="*/ 685920 h 1026577"/>
                <a:gd name="connsiteX48" fmla="*/ 425399 w 566804"/>
                <a:gd name="connsiteY48" fmla="*/ 693260 h 1026577"/>
                <a:gd name="connsiteX49" fmla="*/ 401098 w 566804"/>
                <a:gd name="connsiteY49" fmla="*/ 823794 h 1026577"/>
                <a:gd name="connsiteX50" fmla="*/ 391754 w 566804"/>
                <a:gd name="connsiteY50" fmla="*/ 978805 h 102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66804" h="1026577">
                  <a:moveTo>
                    <a:pt x="391754" y="978805"/>
                  </a:moveTo>
                  <a:cubicBezTo>
                    <a:pt x="390847" y="992711"/>
                    <a:pt x="389939" y="1006615"/>
                    <a:pt x="389023" y="1020523"/>
                  </a:cubicBezTo>
                  <a:cubicBezTo>
                    <a:pt x="384851" y="1020556"/>
                    <a:pt x="380687" y="1020586"/>
                    <a:pt x="376525" y="1020616"/>
                  </a:cubicBezTo>
                  <a:cubicBezTo>
                    <a:pt x="359307" y="1005776"/>
                    <a:pt x="362232" y="985200"/>
                    <a:pt x="362012" y="966120"/>
                  </a:cubicBezTo>
                  <a:cubicBezTo>
                    <a:pt x="361226" y="897768"/>
                    <a:pt x="362117" y="829404"/>
                    <a:pt x="361562" y="761049"/>
                  </a:cubicBezTo>
                  <a:cubicBezTo>
                    <a:pt x="361156" y="711297"/>
                    <a:pt x="357987" y="708246"/>
                    <a:pt x="310025" y="707610"/>
                  </a:cubicBezTo>
                  <a:cubicBezTo>
                    <a:pt x="279335" y="707203"/>
                    <a:pt x="248567" y="708789"/>
                    <a:pt x="217961" y="707218"/>
                  </a:cubicBezTo>
                  <a:cubicBezTo>
                    <a:pt x="184069" y="705479"/>
                    <a:pt x="170254" y="719112"/>
                    <a:pt x="170769" y="753425"/>
                  </a:cubicBezTo>
                  <a:cubicBezTo>
                    <a:pt x="171857" y="825947"/>
                    <a:pt x="171507" y="898507"/>
                    <a:pt x="170828" y="971046"/>
                  </a:cubicBezTo>
                  <a:cubicBezTo>
                    <a:pt x="170648" y="990227"/>
                    <a:pt x="173440" y="1010552"/>
                    <a:pt x="158326" y="1026577"/>
                  </a:cubicBezTo>
                  <a:cubicBezTo>
                    <a:pt x="154124" y="1024935"/>
                    <a:pt x="149920" y="1023293"/>
                    <a:pt x="145735" y="1021657"/>
                  </a:cubicBezTo>
                  <a:cubicBezTo>
                    <a:pt x="136601" y="927114"/>
                    <a:pt x="150271" y="832640"/>
                    <a:pt x="146611" y="738128"/>
                  </a:cubicBezTo>
                  <a:cubicBezTo>
                    <a:pt x="145886" y="719430"/>
                    <a:pt x="156558" y="694242"/>
                    <a:pt x="121997" y="691650"/>
                  </a:cubicBezTo>
                  <a:cubicBezTo>
                    <a:pt x="112579" y="690944"/>
                    <a:pt x="114380" y="678396"/>
                    <a:pt x="114187" y="670406"/>
                  </a:cubicBezTo>
                  <a:cubicBezTo>
                    <a:pt x="113851" y="656493"/>
                    <a:pt x="114126" y="642565"/>
                    <a:pt x="114115" y="628643"/>
                  </a:cubicBezTo>
                  <a:cubicBezTo>
                    <a:pt x="114072" y="564353"/>
                    <a:pt x="113986" y="562997"/>
                    <a:pt x="176491" y="559198"/>
                  </a:cubicBezTo>
                  <a:cubicBezTo>
                    <a:pt x="213920" y="556922"/>
                    <a:pt x="195132" y="537369"/>
                    <a:pt x="189264" y="523433"/>
                  </a:cubicBezTo>
                  <a:cubicBezTo>
                    <a:pt x="128327" y="378675"/>
                    <a:pt x="66479" y="234299"/>
                    <a:pt x="5577" y="89525"/>
                  </a:cubicBezTo>
                  <a:cubicBezTo>
                    <a:pt x="-10672" y="50903"/>
                    <a:pt x="9880" y="16308"/>
                    <a:pt x="50420" y="11687"/>
                  </a:cubicBezTo>
                  <a:cubicBezTo>
                    <a:pt x="73245" y="9085"/>
                    <a:pt x="91369" y="17167"/>
                    <a:pt x="102017" y="38566"/>
                  </a:cubicBezTo>
                  <a:cubicBezTo>
                    <a:pt x="113700" y="62048"/>
                    <a:pt x="112445" y="85233"/>
                    <a:pt x="94795" y="104499"/>
                  </a:cubicBezTo>
                  <a:cubicBezTo>
                    <a:pt x="78908" y="121842"/>
                    <a:pt x="59483" y="124665"/>
                    <a:pt x="40263" y="107648"/>
                  </a:cubicBezTo>
                  <a:cubicBezTo>
                    <a:pt x="48309" y="97575"/>
                    <a:pt x="62801" y="96763"/>
                    <a:pt x="70713" y="86620"/>
                  </a:cubicBezTo>
                  <a:cubicBezTo>
                    <a:pt x="80351" y="74263"/>
                    <a:pt x="80966" y="60888"/>
                    <a:pt x="72263" y="48167"/>
                  </a:cubicBezTo>
                  <a:cubicBezTo>
                    <a:pt x="64913" y="37426"/>
                    <a:pt x="53761" y="36084"/>
                    <a:pt x="42825" y="42015"/>
                  </a:cubicBezTo>
                  <a:cubicBezTo>
                    <a:pt x="27984" y="50064"/>
                    <a:pt x="26430" y="62733"/>
                    <a:pt x="32391" y="77562"/>
                  </a:cubicBezTo>
                  <a:cubicBezTo>
                    <a:pt x="36335" y="87377"/>
                    <a:pt x="46228" y="95682"/>
                    <a:pt x="40831" y="108109"/>
                  </a:cubicBezTo>
                  <a:cubicBezTo>
                    <a:pt x="30768" y="113851"/>
                    <a:pt x="34330" y="120614"/>
                    <a:pt x="37878" y="129036"/>
                  </a:cubicBezTo>
                  <a:cubicBezTo>
                    <a:pt x="93528" y="261161"/>
                    <a:pt x="149711" y="393078"/>
                    <a:pt x="203384" y="526006"/>
                  </a:cubicBezTo>
                  <a:cubicBezTo>
                    <a:pt x="214470" y="553463"/>
                    <a:pt x="229908" y="563616"/>
                    <a:pt x="256591" y="558183"/>
                  </a:cubicBezTo>
                  <a:cubicBezTo>
                    <a:pt x="283685" y="552668"/>
                    <a:pt x="321714" y="575290"/>
                    <a:pt x="337022" y="542633"/>
                  </a:cubicBezTo>
                  <a:cubicBezTo>
                    <a:pt x="403722" y="400339"/>
                    <a:pt x="466485" y="256200"/>
                    <a:pt x="531468" y="110965"/>
                  </a:cubicBezTo>
                  <a:cubicBezTo>
                    <a:pt x="504611" y="108095"/>
                    <a:pt x="480440" y="109794"/>
                    <a:pt x="461878" y="86177"/>
                  </a:cubicBezTo>
                  <a:cubicBezTo>
                    <a:pt x="443656" y="62995"/>
                    <a:pt x="443661" y="110512"/>
                    <a:pt x="425312" y="99731"/>
                  </a:cubicBezTo>
                  <a:cubicBezTo>
                    <a:pt x="417102" y="91101"/>
                    <a:pt x="421843" y="81903"/>
                    <a:pt x="424127" y="72808"/>
                  </a:cubicBezTo>
                  <a:cubicBezTo>
                    <a:pt x="429361" y="51965"/>
                    <a:pt x="422101" y="37610"/>
                    <a:pt x="401099" y="32295"/>
                  </a:cubicBezTo>
                  <a:cubicBezTo>
                    <a:pt x="388934" y="29216"/>
                    <a:pt x="378905" y="35072"/>
                    <a:pt x="375262" y="46942"/>
                  </a:cubicBezTo>
                  <a:cubicBezTo>
                    <a:pt x="368477" y="69052"/>
                    <a:pt x="382198" y="79870"/>
                    <a:pt x="400262" y="86884"/>
                  </a:cubicBezTo>
                  <a:cubicBezTo>
                    <a:pt x="409143" y="90333"/>
                    <a:pt x="418764" y="92010"/>
                    <a:pt x="425677" y="99373"/>
                  </a:cubicBezTo>
                  <a:cubicBezTo>
                    <a:pt x="398036" y="132844"/>
                    <a:pt x="374263" y="112307"/>
                    <a:pt x="353703" y="91869"/>
                  </a:cubicBezTo>
                  <a:cubicBezTo>
                    <a:pt x="328459" y="66774"/>
                    <a:pt x="337565" y="40527"/>
                    <a:pt x="359839" y="18679"/>
                  </a:cubicBezTo>
                  <a:cubicBezTo>
                    <a:pt x="384965" y="-5968"/>
                    <a:pt x="417385" y="1128"/>
                    <a:pt x="453112" y="37061"/>
                  </a:cubicBezTo>
                  <a:cubicBezTo>
                    <a:pt x="493831" y="-7011"/>
                    <a:pt x="523938" y="-11598"/>
                    <a:pt x="551916" y="22349"/>
                  </a:cubicBezTo>
                  <a:cubicBezTo>
                    <a:pt x="567152" y="40836"/>
                    <a:pt x="571832" y="59350"/>
                    <a:pt x="560596" y="83628"/>
                  </a:cubicBezTo>
                  <a:cubicBezTo>
                    <a:pt x="495709" y="223829"/>
                    <a:pt x="432481" y="364796"/>
                    <a:pt x="368371" y="505358"/>
                  </a:cubicBezTo>
                  <a:cubicBezTo>
                    <a:pt x="346015" y="554372"/>
                    <a:pt x="345599" y="554224"/>
                    <a:pt x="401455" y="553550"/>
                  </a:cubicBezTo>
                  <a:cubicBezTo>
                    <a:pt x="408402" y="553466"/>
                    <a:pt x="415339" y="552663"/>
                    <a:pt x="422281" y="552193"/>
                  </a:cubicBezTo>
                  <a:cubicBezTo>
                    <a:pt x="437518" y="596135"/>
                    <a:pt x="426635" y="641340"/>
                    <a:pt x="428683" y="685920"/>
                  </a:cubicBezTo>
                  <a:cubicBezTo>
                    <a:pt x="428809" y="688661"/>
                    <a:pt x="427730" y="691796"/>
                    <a:pt x="425399" y="693260"/>
                  </a:cubicBezTo>
                  <a:cubicBezTo>
                    <a:pt x="370378" y="727779"/>
                    <a:pt x="399387" y="779565"/>
                    <a:pt x="401098" y="823794"/>
                  </a:cubicBezTo>
                  <a:cubicBezTo>
                    <a:pt x="403118" y="876137"/>
                    <a:pt x="413627" y="928165"/>
                    <a:pt x="391754" y="978805"/>
                  </a:cubicBezTo>
                  <a:close/>
                </a:path>
              </a:pathLst>
            </a:custGeom>
            <a:solidFill>
              <a:srgbClr val="724410"/>
            </a:solidFill>
            <a:ln w="1429" cap="flat">
              <a:noFill/>
              <a:prstDash val="solid"/>
              <a:miter/>
            </a:ln>
          </p:spPr>
          <p:txBody>
            <a:bodyPr rtlCol="0" anchor="ctr"/>
            <a:lstStyle/>
            <a:p>
              <a:endParaRPr lang="en-IN"/>
            </a:p>
          </p:txBody>
        </p:sp>
        <p:sp>
          <p:nvSpPr>
            <p:cNvPr id="71" name="Freeform: Shape 70">
              <a:extLst>
                <a:ext uri="{FF2B5EF4-FFF2-40B4-BE49-F238E27FC236}">
                  <a16:creationId xmlns:a16="http://schemas.microsoft.com/office/drawing/2014/main" id="{37D7F10C-A59D-3E28-504A-88C4D88FB90E}"/>
                </a:ext>
              </a:extLst>
            </p:cNvPr>
            <p:cNvSpPr/>
            <p:nvPr/>
          </p:nvSpPr>
          <p:spPr>
            <a:xfrm>
              <a:off x="6203310" y="1579227"/>
              <a:ext cx="211518" cy="426608"/>
            </a:xfrm>
            <a:custGeom>
              <a:avLst/>
              <a:gdLst>
                <a:gd name="connsiteX0" fmla="*/ 1884 w 211518"/>
                <a:gd name="connsiteY0" fmla="*/ 426608 h 426608"/>
                <a:gd name="connsiteX1" fmla="*/ 1 w 211518"/>
                <a:gd name="connsiteY1" fmla="*/ 160570 h 426608"/>
                <a:gd name="connsiteX2" fmla="*/ 2246 w 211518"/>
                <a:gd name="connsiteY2" fmla="*/ 145784 h 426608"/>
                <a:gd name="connsiteX3" fmla="*/ 34394 w 211518"/>
                <a:gd name="connsiteY3" fmla="*/ 66038 h 426608"/>
                <a:gd name="connsiteX4" fmla="*/ 32425 w 211518"/>
                <a:gd name="connsiteY4" fmla="*/ 0 h 426608"/>
                <a:gd name="connsiteX5" fmla="*/ 21837 w 211518"/>
                <a:gd name="connsiteY5" fmla="*/ 165748 h 426608"/>
                <a:gd name="connsiteX6" fmla="*/ 26042 w 211518"/>
                <a:gd name="connsiteY6" fmla="*/ 282081 h 426608"/>
                <a:gd name="connsiteX7" fmla="*/ 76669 w 211518"/>
                <a:gd name="connsiteY7" fmla="*/ 246581 h 426608"/>
                <a:gd name="connsiteX8" fmla="*/ 79694 w 211518"/>
                <a:gd name="connsiteY8" fmla="*/ 233378 h 426608"/>
                <a:gd name="connsiteX9" fmla="*/ 93031 w 211518"/>
                <a:gd name="connsiteY9" fmla="*/ 181342 h 426608"/>
                <a:gd name="connsiteX10" fmla="*/ 159154 w 211518"/>
                <a:gd name="connsiteY10" fmla="*/ 132650 h 426608"/>
                <a:gd name="connsiteX11" fmla="*/ 211518 w 211518"/>
                <a:gd name="connsiteY11" fmla="*/ 125052 h 426608"/>
                <a:gd name="connsiteX12" fmla="*/ 159121 w 211518"/>
                <a:gd name="connsiteY12" fmla="*/ 325302 h 426608"/>
                <a:gd name="connsiteX13" fmla="*/ 89331 w 211518"/>
                <a:gd name="connsiteY13" fmla="*/ 392727 h 426608"/>
                <a:gd name="connsiteX14" fmla="*/ 1884 w 211518"/>
                <a:gd name="connsiteY14" fmla="*/ 426608 h 426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1518" h="426608">
                  <a:moveTo>
                    <a:pt x="1884" y="426608"/>
                  </a:moveTo>
                  <a:cubicBezTo>
                    <a:pt x="1223" y="337930"/>
                    <a:pt x="521" y="249250"/>
                    <a:pt x="1" y="160570"/>
                  </a:cubicBezTo>
                  <a:cubicBezTo>
                    <a:pt x="-29" y="155437"/>
                    <a:pt x="914" y="145937"/>
                    <a:pt x="2246" y="145784"/>
                  </a:cubicBezTo>
                  <a:cubicBezTo>
                    <a:pt x="61337" y="138989"/>
                    <a:pt x="29077" y="93840"/>
                    <a:pt x="34394" y="66038"/>
                  </a:cubicBezTo>
                  <a:cubicBezTo>
                    <a:pt x="38432" y="44923"/>
                    <a:pt x="33423" y="22077"/>
                    <a:pt x="32425" y="0"/>
                  </a:cubicBezTo>
                  <a:cubicBezTo>
                    <a:pt x="54199" y="38949"/>
                    <a:pt x="47981" y="136419"/>
                    <a:pt x="21837" y="165748"/>
                  </a:cubicBezTo>
                  <a:cubicBezTo>
                    <a:pt x="4433" y="185274"/>
                    <a:pt x="5665" y="236949"/>
                    <a:pt x="26042" y="282081"/>
                  </a:cubicBezTo>
                  <a:cubicBezTo>
                    <a:pt x="41599" y="267997"/>
                    <a:pt x="36841" y="222280"/>
                    <a:pt x="76669" y="246581"/>
                  </a:cubicBezTo>
                  <a:cubicBezTo>
                    <a:pt x="80492" y="248914"/>
                    <a:pt x="78542" y="238021"/>
                    <a:pt x="79694" y="233378"/>
                  </a:cubicBezTo>
                  <a:cubicBezTo>
                    <a:pt x="84012" y="215991"/>
                    <a:pt x="90303" y="198950"/>
                    <a:pt x="93031" y="181342"/>
                  </a:cubicBezTo>
                  <a:cubicBezTo>
                    <a:pt x="99057" y="142465"/>
                    <a:pt x="114500" y="120446"/>
                    <a:pt x="159154" y="132650"/>
                  </a:cubicBezTo>
                  <a:cubicBezTo>
                    <a:pt x="175915" y="137231"/>
                    <a:pt x="195170" y="135235"/>
                    <a:pt x="211518" y="125052"/>
                  </a:cubicBezTo>
                  <a:cubicBezTo>
                    <a:pt x="188335" y="190261"/>
                    <a:pt x="161011" y="253844"/>
                    <a:pt x="159121" y="325302"/>
                  </a:cubicBezTo>
                  <a:cubicBezTo>
                    <a:pt x="158045" y="366064"/>
                    <a:pt x="124577" y="382134"/>
                    <a:pt x="89331" y="392727"/>
                  </a:cubicBezTo>
                  <a:cubicBezTo>
                    <a:pt x="59353" y="401736"/>
                    <a:pt x="26364" y="403317"/>
                    <a:pt x="1884" y="426608"/>
                  </a:cubicBezTo>
                  <a:close/>
                </a:path>
              </a:pathLst>
            </a:custGeom>
            <a:solidFill>
              <a:srgbClr val="F8AF43"/>
            </a:solidFill>
            <a:ln w="1429" cap="flat">
              <a:noFill/>
              <a:prstDash val="solid"/>
              <a:miter/>
            </a:ln>
          </p:spPr>
          <p:txBody>
            <a:bodyPr rtlCol="0" anchor="ctr"/>
            <a:lstStyle/>
            <a:p>
              <a:endParaRPr lang="en-IN"/>
            </a:p>
          </p:txBody>
        </p:sp>
        <p:sp>
          <p:nvSpPr>
            <p:cNvPr id="72" name="Freeform: Shape 71">
              <a:extLst>
                <a:ext uri="{FF2B5EF4-FFF2-40B4-BE49-F238E27FC236}">
                  <a16:creationId xmlns:a16="http://schemas.microsoft.com/office/drawing/2014/main" id="{7124B92B-FDF4-0667-0974-93EB7C91ED4E}"/>
                </a:ext>
              </a:extLst>
            </p:cNvPr>
            <p:cNvSpPr/>
            <p:nvPr/>
          </p:nvSpPr>
          <p:spPr>
            <a:xfrm>
              <a:off x="5603826" y="507076"/>
              <a:ext cx="503624" cy="365392"/>
            </a:xfrm>
            <a:custGeom>
              <a:avLst/>
              <a:gdLst>
                <a:gd name="connsiteX0" fmla="*/ 727 w 503624"/>
                <a:gd name="connsiteY0" fmla="*/ 365392 h 365392"/>
                <a:gd name="connsiteX1" fmla="*/ 236218 w 503624"/>
                <a:gd name="connsiteY1" fmla="*/ 36028 h 365392"/>
                <a:gd name="connsiteX2" fmla="*/ 503625 w 503624"/>
                <a:gd name="connsiteY2" fmla="*/ 36424 h 365392"/>
                <a:gd name="connsiteX3" fmla="*/ 727 w 503624"/>
                <a:gd name="connsiteY3" fmla="*/ 365392 h 365392"/>
              </a:gdLst>
              <a:ahLst/>
              <a:cxnLst>
                <a:cxn ang="0">
                  <a:pos x="connsiteX0" y="connsiteY0"/>
                </a:cxn>
                <a:cxn ang="0">
                  <a:pos x="connsiteX1" y="connsiteY1"/>
                </a:cxn>
                <a:cxn ang="0">
                  <a:pos x="connsiteX2" y="connsiteY2"/>
                </a:cxn>
                <a:cxn ang="0">
                  <a:pos x="connsiteX3" y="connsiteY3"/>
                </a:cxn>
              </a:cxnLst>
              <a:rect l="l" t="t" r="r" b="b"/>
              <a:pathLst>
                <a:path w="503624" h="365392">
                  <a:moveTo>
                    <a:pt x="727" y="365392"/>
                  </a:moveTo>
                  <a:cubicBezTo>
                    <a:pt x="-9634" y="247637"/>
                    <a:pt x="91851" y="105337"/>
                    <a:pt x="236218" y="36028"/>
                  </a:cubicBezTo>
                  <a:cubicBezTo>
                    <a:pt x="331249" y="-9594"/>
                    <a:pt x="464349" y="-14504"/>
                    <a:pt x="503625" y="36424"/>
                  </a:cubicBezTo>
                  <a:cubicBezTo>
                    <a:pt x="270900" y="47893"/>
                    <a:pt x="86212" y="132067"/>
                    <a:pt x="727" y="365392"/>
                  </a:cubicBezTo>
                  <a:close/>
                </a:path>
              </a:pathLst>
            </a:custGeom>
            <a:solidFill>
              <a:srgbClr val="FCFBF4"/>
            </a:solidFill>
            <a:ln w="1429" cap="flat">
              <a:noFill/>
              <a:prstDash val="solid"/>
              <a:miter/>
            </a:ln>
          </p:spPr>
          <p:txBody>
            <a:bodyPr rtlCol="0" anchor="ctr"/>
            <a:lstStyle/>
            <a:p>
              <a:endParaRPr lang="en-IN"/>
            </a:p>
          </p:txBody>
        </p:sp>
        <p:sp>
          <p:nvSpPr>
            <p:cNvPr id="73" name="Freeform: Shape 72">
              <a:extLst>
                <a:ext uri="{FF2B5EF4-FFF2-40B4-BE49-F238E27FC236}">
                  <a16:creationId xmlns:a16="http://schemas.microsoft.com/office/drawing/2014/main" id="{86B5B1CD-91A8-EFDC-CDCC-5A6EA1DC2E13}"/>
                </a:ext>
              </a:extLst>
            </p:cNvPr>
            <p:cNvSpPr/>
            <p:nvPr/>
          </p:nvSpPr>
          <p:spPr>
            <a:xfrm>
              <a:off x="5928673" y="1042942"/>
              <a:ext cx="222342" cy="114213"/>
            </a:xfrm>
            <a:custGeom>
              <a:avLst/>
              <a:gdLst>
                <a:gd name="connsiteX0" fmla="*/ 111508 w 222342"/>
                <a:gd name="connsiteY0" fmla="*/ 36914 h 114213"/>
                <a:gd name="connsiteX1" fmla="*/ 208317 w 222342"/>
                <a:gd name="connsiteY1" fmla="*/ 20749 h 114213"/>
                <a:gd name="connsiteX2" fmla="*/ 204392 w 222342"/>
                <a:gd name="connsiteY2" fmla="*/ 96546 h 114213"/>
                <a:gd name="connsiteX3" fmla="*/ 126147 w 222342"/>
                <a:gd name="connsiteY3" fmla="*/ 96449 h 114213"/>
                <a:gd name="connsiteX4" fmla="*/ 96843 w 222342"/>
                <a:gd name="connsiteY4" fmla="*/ 90773 h 114213"/>
                <a:gd name="connsiteX5" fmla="*/ 13938 w 222342"/>
                <a:gd name="connsiteY5" fmla="*/ 91808 h 114213"/>
                <a:gd name="connsiteX6" fmla="*/ 21290 w 222342"/>
                <a:gd name="connsiteY6" fmla="*/ 14556 h 114213"/>
                <a:gd name="connsiteX7" fmla="*/ 103275 w 222342"/>
                <a:gd name="connsiteY7" fmla="*/ 28097 h 114213"/>
                <a:gd name="connsiteX8" fmla="*/ 111508 w 222342"/>
                <a:gd name="connsiteY8" fmla="*/ 36914 h 114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2342" h="114213">
                  <a:moveTo>
                    <a:pt x="111508" y="36914"/>
                  </a:moveTo>
                  <a:cubicBezTo>
                    <a:pt x="147368" y="-5905"/>
                    <a:pt x="181292" y="-11714"/>
                    <a:pt x="208317" y="20749"/>
                  </a:cubicBezTo>
                  <a:cubicBezTo>
                    <a:pt x="229840" y="46605"/>
                    <a:pt x="225058" y="74679"/>
                    <a:pt x="204392" y="96546"/>
                  </a:cubicBezTo>
                  <a:cubicBezTo>
                    <a:pt x="180654" y="121664"/>
                    <a:pt x="152159" y="118519"/>
                    <a:pt x="126147" y="96449"/>
                  </a:cubicBezTo>
                  <a:cubicBezTo>
                    <a:pt x="117466" y="89083"/>
                    <a:pt x="115364" y="69630"/>
                    <a:pt x="96843" y="90773"/>
                  </a:cubicBezTo>
                  <a:cubicBezTo>
                    <a:pt x="71668" y="119515"/>
                    <a:pt x="35183" y="117357"/>
                    <a:pt x="13938" y="91808"/>
                  </a:cubicBezTo>
                  <a:cubicBezTo>
                    <a:pt x="-7093" y="66518"/>
                    <a:pt x="-4070" y="34743"/>
                    <a:pt x="21290" y="14556"/>
                  </a:cubicBezTo>
                  <a:cubicBezTo>
                    <a:pt x="49862" y="-8189"/>
                    <a:pt x="78251" y="-3468"/>
                    <a:pt x="103275" y="28097"/>
                  </a:cubicBezTo>
                  <a:cubicBezTo>
                    <a:pt x="105744" y="31206"/>
                    <a:pt x="108699" y="33927"/>
                    <a:pt x="111508" y="36914"/>
                  </a:cubicBezTo>
                  <a:close/>
                </a:path>
              </a:pathLst>
            </a:custGeom>
            <a:solidFill>
              <a:srgbClr val="633F13"/>
            </a:solidFill>
            <a:ln w="1429" cap="flat">
              <a:noFill/>
              <a:prstDash val="solid"/>
              <a:miter/>
            </a:ln>
          </p:spPr>
          <p:txBody>
            <a:bodyPr rtlCol="0" anchor="ctr"/>
            <a:lstStyle/>
            <a:p>
              <a:endParaRPr lang="en-IN"/>
            </a:p>
          </p:txBody>
        </p:sp>
        <p:sp>
          <p:nvSpPr>
            <p:cNvPr id="74" name="Freeform: Shape 73">
              <a:extLst>
                <a:ext uri="{FF2B5EF4-FFF2-40B4-BE49-F238E27FC236}">
                  <a16:creationId xmlns:a16="http://schemas.microsoft.com/office/drawing/2014/main" id="{2D4FAC7A-BFCD-6723-3D9F-E8456234CF73}"/>
                </a:ext>
              </a:extLst>
            </p:cNvPr>
            <p:cNvSpPr/>
            <p:nvPr/>
          </p:nvSpPr>
          <p:spPr>
            <a:xfrm>
              <a:off x="2289304" y="5162217"/>
              <a:ext cx="626029" cy="510054"/>
            </a:xfrm>
            <a:custGeom>
              <a:avLst/>
              <a:gdLst>
                <a:gd name="connsiteX0" fmla="*/ 625995 w 626029"/>
                <a:gd name="connsiteY0" fmla="*/ 509701 h 510054"/>
                <a:gd name="connsiteX1" fmla="*/ 603042 w 626029"/>
                <a:gd name="connsiteY1" fmla="*/ 502267 h 510054"/>
                <a:gd name="connsiteX2" fmla="*/ 23345 w 626029"/>
                <a:gd name="connsiteY2" fmla="*/ 25726 h 510054"/>
                <a:gd name="connsiteX3" fmla="*/ 512 w 626029"/>
                <a:gd name="connsiteY3" fmla="*/ 10151 h 510054"/>
                <a:gd name="connsiteX4" fmla="*/ 28407 w 626029"/>
                <a:gd name="connsiteY4" fmla="*/ 3074 h 510054"/>
                <a:gd name="connsiteX5" fmla="*/ 392901 w 626029"/>
                <a:gd name="connsiteY5" fmla="*/ 180659 h 510054"/>
                <a:gd name="connsiteX6" fmla="*/ 613586 w 626029"/>
                <a:gd name="connsiteY6" fmla="*/ 470276 h 510054"/>
                <a:gd name="connsiteX7" fmla="*/ 625995 w 626029"/>
                <a:gd name="connsiteY7" fmla="*/ 509701 h 510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6029" h="510054">
                  <a:moveTo>
                    <a:pt x="625995" y="509701"/>
                  </a:moveTo>
                  <a:cubicBezTo>
                    <a:pt x="617002" y="511349"/>
                    <a:pt x="609964" y="506958"/>
                    <a:pt x="603042" y="502267"/>
                  </a:cubicBezTo>
                  <a:cubicBezTo>
                    <a:pt x="491429" y="244166"/>
                    <a:pt x="293082" y="91508"/>
                    <a:pt x="23345" y="25726"/>
                  </a:cubicBezTo>
                  <a:cubicBezTo>
                    <a:pt x="13447" y="23312"/>
                    <a:pt x="-3122" y="27279"/>
                    <a:pt x="512" y="10151"/>
                  </a:cubicBezTo>
                  <a:cubicBezTo>
                    <a:pt x="3686" y="-4820"/>
                    <a:pt x="17723" y="459"/>
                    <a:pt x="28407" y="3074"/>
                  </a:cubicBezTo>
                  <a:cubicBezTo>
                    <a:pt x="162722" y="35958"/>
                    <a:pt x="284216" y="93947"/>
                    <a:pt x="392901" y="180659"/>
                  </a:cubicBezTo>
                  <a:cubicBezTo>
                    <a:pt x="491259" y="259131"/>
                    <a:pt x="559729" y="358749"/>
                    <a:pt x="613586" y="470276"/>
                  </a:cubicBezTo>
                  <a:cubicBezTo>
                    <a:pt x="619624" y="482779"/>
                    <a:pt x="626576" y="495078"/>
                    <a:pt x="625995" y="509701"/>
                  </a:cubicBezTo>
                  <a:close/>
                </a:path>
              </a:pathLst>
            </a:custGeom>
            <a:solidFill>
              <a:srgbClr val="53554D"/>
            </a:solidFill>
            <a:ln w="1429"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0AA21C36-31EC-6B5D-8B8B-A4B3D04EB160}"/>
                </a:ext>
              </a:extLst>
            </p:cNvPr>
            <p:cNvSpPr/>
            <p:nvPr/>
          </p:nvSpPr>
          <p:spPr>
            <a:xfrm>
              <a:off x="2951961" y="5056094"/>
              <a:ext cx="184320" cy="165044"/>
            </a:xfrm>
            <a:custGeom>
              <a:avLst/>
              <a:gdLst>
                <a:gd name="connsiteX0" fmla="*/ 28147 w 184320"/>
                <a:gd name="connsiteY0" fmla="*/ 22632 h 165044"/>
                <a:gd name="connsiteX1" fmla="*/ 32214 w 184320"/>
                <a:gd name="connsiteY1" fmla="*/ 22036 h 165044"/>
                <a:gd name="connsiteX2" fmla="*/ 166329 w 184320"/>
                <a:gd name="connsiteY2" fmla="*/ 22764 h 165044"/>
                <a:gd name="connsiteX3" fmla="*/ 183526 w 184320"/>
                <a:gd name="connsiteY3" fmla="*/ 51074 h 165044"/>
                <a:gd name="connsiteX4" fmla="*/ 113087 w 184320"/>
                <a:gd name="connsiteY4" fmla="*/ 165044 h 165044"/>
                <a:gd name="connsiteX5" fmla="*/ 88816 w 184320"/>
                <a:gd name="connsiteY5" fmla="*/ 106360 h 165044"/>
                <a:gd name="connsiteX6" fmla="*/ 131033 w 184320"/>
                <a:gd name="connsiteY6" fmla="*/ 57180 h 165044"/>
                <a:gd name="connsiteX7" fmla="*/ 80086 w 184320"/>
                <a:gd name="connsiteY7" fmla="*/ 82512 h 165044"/>
                <a:gd name="connsiteX8" fmla="*/ 51813 w 184320"/>
                <a:gd name="connsiteY8" fmla="*/ 87257 h 165044"/>
                <a:gd name="connsiteX9" fmla="*/ 1908 w 184320"/>
                <a:gd name="connsiteY9" fmla="*/ 64400 h 165044"/>
                <a:gd name="connsiteX10" fmla="*/ 28147 w 184320"/>
                <a:gd name="connsiteY10" fmla="*/ 22632 h 165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4320" h="165044">
                  <a:moveTo>
                    <a:pt x="28147" y="22632"/>
                  </a:moveTo>
                  <a:cubicBezTo>
                    <a:pt x="29531" y="22459"/>
                    <a:pt x="31491" y="22819"/>
                    <a:pt x="32214" y="22036"/>
                  </a:cubicBezTo>
                  <a:cubicBezTo>
                    <a:pt x="77187" y="-26552"/>
                    <a:pt x="121679" y="19954"/>
                    <a:pt x="166329" y="22764"/>
                  </a:cubicBezTo>
                  <a:cubicBezTo>
                    <a:pt x="184731" y="23921"/>
                    <a:pt x="182470" y="39644"/>
                    <a:pt x="183526" y="51074"/>
                  </a:cubicBezTo>
                  <a:cubicBezTo>
                    <a:pt x="188676" y="106814"/>
                    <a:pt x="169183" y="137755"/>
                    <a:pt x="113087" y="165044"/>
                  </a:cubicBezTo>
                  <a:cubicBezTo>
                    <a:pt x="87487" y="152721"/>
                    <a:pt x="68452" y="137684"/>
                    <a:pt x="88816" y="106360"/>
                  </a:cubicBezTo>
                  <a:cubicBezTo>
                    <a:pt x="96451" y="85122"/>
                    <a:pt x="118778" y="76227"/>
                    <a:pt x="131033" y="57180"/>
                  </a:cubicBezTo>
                  <a:cubicBezTo>
                    <a:pt x="115570" y="70838"/>
                    <a:pt x="102714" y="86454"/>
                    <a:pt x="80086" y="82512"/>
                  </a:cubicBezTo>
                  <a:cubicBezTo>
                    <a:pt x="70635" y="84271"/>
                    <a:pt x="60803" y="88595"/>
                    <a:pt x="51813" y="87257"/>
                  </a:cubicBezTo>
                  <a:cubicBezTo>
                    <a:pt x="33289" y="84503"/>
                    <a:pt x="10258" y="85982"/>
                    <a:pt x="1908" y="64400"/>
                  </a:cubicBezTo>
                  <a:cubicBezTo>
                    <a:pt x="-6944" y="41522"/>
                    <a:pt x="17265" y="35376"/>
                    <a:pt x="28147" y="22632"/>
                  </a:cubicBezTo>
                  <a:close/>
                </a:path>
              </a:pathLst>
            </a:custGeom>
            <a:solidFill>
              <a:srgbClr val="F9F9F8"/>
            </a:solidFill>
            <a:ln w="1429" cap="flat">
              <a:noFill/>
              <a:prstDash val="solid"/>
              <a:miter/>
            </a:ln>
          </p:spPr>
          <p:txBody>
            <a:bodyPr rtlCol="0" anchor="ctr"/>
            <a:lstStyle/>
            <a:p>
              <a:endParaRPr lang="en-IN"/>
            </a:p>
          </p:txBody>
        </p:sp>
        <p:sp>
          <p:nvSpPr>
            <p:cNvPr id="76" name="Freeform: Shape 75">
              <a:extLst>
                <a:ext uri="{FF2B5EF4-FFF2-40B4-BE49-F238E27FC236}">
                  <a16:creationId xmlns:a16="http://schemas.microsoft.com/office/drawing/2014/main" id="{76990F53-6AC4-E1F9-8D76-31836F4BD42D}"/>
                </a:ext>
              </a:extLst>
            </p:cNvPr>
            <p:cNvSpPr/>
            <p:nvPr/>
          </p:nvSpPr>
          <p:spPr>
            <a:xfrm>
              <a:off x="3032045" y="5084124"/>
              <a:ext cx="77209" cy="78333"/>
            </a:xfrm>
            <a:custGeom>
              <a:avLst/>
              <a:gdLst>
                <a:gd name="connsiteX0" fmla="*/ 0 w 77209"/>
                <a:gd name="connsiteY0" fmla="*/ 54482 h 78333"/>
                <a:gd name="connsiteX1" fmla="*/ 77210 w 77209"/>
                <a:gd name="connsiteY1" fmla="*/ 0 h 78333"/>
                <a:gd name="connsiteX2" fmla="*/ 8728 w 77209"/>
                <a:gd name="connsiteY2" fmla="*/ 78333 h 78333"/>
                <a:gd name="connsiteX3" fmla="*/ 0 w 77209"/>
                <a:gd name="connsiteY3" fmla="*/ 54482 h 78333"/>
              </a:gdLst>
              <a:ahLst/>
              <a:cxnLst>
                <a:cxn ang="0">
                  <a:pos x="connsiteX0" y="connsiteY0"/>
                </a:cxn>
                <a:cxn ang="0">
                  <a:pos x="connsiteX1" y="connsiteY1"/>
                </a:cxn>
                <a:cxn ang="0">
                  <a:pos x="connsiteX2" y="connsiteY2"/>
                </a:cxn>
                <a:cxn ang="0">
                  <a:pos x="connsiteX3" y="connsiteY3"/>
                </a:cxn>
              </a:cxnLst>
              <a:rect l="l" t="t" r="r" b="b"/>
              <a:pathLst>
                <a:path w="77209" h="78333">
                  <a:moveTo>
                    <a:pt x="0" y="54482"/>
                  </a:moveTo>
                  <a:cubicBezTo>
                    <a:pt x="22365" y="38701"/>
                    <a:pt x="44729" y="22920"/>
                    <a:pt x="77210" y="0"/>
                  </a:cubicBezTo>
                  <a:cubicBezTo>
                    <a:pt x="58623" y="40724"/>
                    <a:pt x="37524" y="62824"/>
                    <a:pt x="8728" y="78333"/>
                  </a:cubicBezTo>
                  <a:cubicBezTo>
                    <a:pt x="5822" y="70382"/>
                    <a:pt x="2912" y="62432"/>
                    <a:pt x="0" y="54482"/>
                  </a:cubicBezTo>
                  <a:close/>
                </a:path>
              </a:pathLst>
            </a:custGeom>
            <a:solidFill>
              <a:srgbClr val="676B56"/>
            </a:solidFill>
            <a:ln w="1429" cap="flat">
              <a:noFill/>
              <a:prstDash val="solid"/>
              <a:miter/>
            </a:ln>
          </p:spPr>
          <p:txBody>
            <a:bodyPr rtlCol="0" anchor="ctr"/>
            <a:lstStyle/>
            <a:p>
              <a:endParaRPr lang="en-IN"/>
            </a:p>
          </p:txBody>
        </p:sp>
        <p:sp>
          <p:nvSpPr>
            <p:cNvPr id="77" name="Freeform: Shape 76">
              <a:extLst>
                <a:ext uri="{FF2B5EF4-FFF2-40B4-BE49-F238E27FC236}">
                  <a16:creationId xmlns:a16="http://schemas.microsoft.com/office/drawing/2014/main" id="{D1310483-35EE-46A1-C119-6309A6BC678A}"/>
                </a:ext>
              </a:extLst>
            </p:cNvPr>
            <p:cNvSpPr/>
            <p:nvPr/>
          </p:nvSpPr>
          <p:spPr>
            <a:xfrm>
              <a:off x="6138546" y="3464026"/>
              <a:ext cx="300973" cy="96130"/>
            </a:xfrm>
            <a:custGeom>
              <a:avLst/>
              <a:gdLst>
                <a:gd name="connsiteX0" fmla="*/ 109346 w 300973"/>
                <a:gd name="connsiteY0" fmla="*/ 75857 h 96130"/>
                <a:gd name="connsiteX1" fmla="*/ 51182 w 300973"/>
                <a:gd name="connsiteY1" fmla="*/ 76782 h 96130"/>
                <a:gd name="connsiteX2" fmla="*/ 834 w 300973"/>
                <a:gd name="connsiteY2" fmla="*/ 36056 h 96130"/>
                <a:gd name="connsiteX3" fmla="*/ 42688 w 300973"/>
                <a:gd name="connsiteY3" fmla="*/ 8 h 96130"/>
                <a:gd name="connsiteX4" fmla="*/ 269800 w 300973"/>
                <a:gd name="connsiteY4" fmla="*/ 27839 h 96130"/>
                <a:gd name="connsiteX5" fmla="*/ 298881 w 300973"/>
                <a:gd name="connsiteY5" fmla="*/ 67261 h 96130"/>
                <a:gd name="connsiteX6" fmla="*/ 253396 w 300973"/>
                <a:gd name="connsiteY6" fmla="*/ 93749 h 96130"/>
                <a:gd name="connsiteX7" fmla="*/ 109346 w 300973"/>
                <a:gd name="connsiteY7" fmla="*/ 75857 h 96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73" h="96130">
                  <a:moveTo>
                    <a:pt x="109346" y="75857"/>
                  </a:moveTo>
                  <a:cubicBezTo>
                    <a:pt x="89863" y="75857"/>
                    <a:pt x="68972" y="71294"/>
                    <a:pt x="51182" y="76782"/>
                  </a:cubicBezTo>
                  <a:cubicBezTo>
                    <a:pt x="10911" y="89202"/>
                    <a:pt x="5394" y="62983"/>
                    <a:pt x="834" y="36056"/>
                  </a:cubicBezTo>
                  <a:cubicBezTo>
                    <a:pt x="-4767" y="2973"/>
                    <a:pt x="18803" y="116"/>
                    <a:pt x="42688" y="8"/>
                  </a:cubicBezTo>
                  <a:cubicBezTo>
                    <a:pt x="119553" y="-340"/>
                    <a:pt x="194991" y="11148"/>
                    <a:pt x="269800" y="27839"/>
                  </a:cubicBezTo>
                  <a:cubicBezTo>
                    <a:pt x="291246" y="32625"/>
                    <a:pt x="306788" y="40654"/>
                    <a:pt x="298881" y="67261"/>
                  </a:cubicBezTo>
                  <a:cubicBezTo>
                    <a:pt x="291879" y="90826"/>
                    <a:pt x="281396" y="101203"/>
                    <a:pt x="253396" y="93749"/>
                  </a:cubicBezTo>
                  <a:cubicBezTo>
                    <a:pt x="206530" y="81274"/>
                    <a:pt x="158730" y="70447"/>
                    <a:pt x="109346" y="75857"/>
                  </a:cubicBezTo>
                  <a:close/>
                </a:path>
              </a:pathLst>
            </a:custGeom>
            <a:solidFill>
              <a:srgbClr val="6A6057"/>
            </a:solidFill>
            <a:ln w="1429" cap="flat">
              <a:noFill/>
              <a:prstDash val="solid"/>
              <a:miter/>
            </a:ln>
          </p:spPr>
          <p:txBody>
            <a:bodyPr rtlCol="0" anchor="ctr"/>
            <a:lstStyle/>
            <a:p>
              <a:endParaRPr lang="en-IN"/>
            </a:p>
          </p:txBody>
        </p:sp>
        <p:sp>
          <p:nvSpPr>
            <p:cNvPr id="78" name="Freeform: Shape 77">
              <a:extLst>
                <a:ext uri="{FF2B5EF4-FFF2-40B4-BE49-F238E27FC236}">
                  <a16:creationId xmlns:a16="http://schemas.microsoft.com/office/drawing/2014/main" id="{63D7BDD6-03CC-63B2-1488-13A51D2F991D}"/>
                </a:ext>
              </a:extLst>
            </p:cNvPr>
            <p:cNvSpPr/>
            <p:nvPr/>
          </p:nvSpPr>
          <p:spPr>
            <a:xfrm>
              <a:off x="5779098" y="3460315"/>
              <a:ext cx="190562" cy="97306"/>
            </a:xfrm>
            <a:custGeom>
              <a:avLst/>
              <a:gdLst>
                <a:gd name="connsiteX0" fmla="*/ 162742 w 190562"/>
                <a:gd name="connsiteY0" fmla="*/ 198 h 97306"/>
                <a:gd name="connsiteX1" fmla="*/ 189877 w 190562"/>
                <a:gd name="connsiteY1" fmla="*/ 22627 h 97306"/>
                <a:gd name="connsiteX2" fmla="*/ 169705 w 190562"/>
                <a:gd name="connsiteY2" fmla="*/ 70007 h 97306"/>
                <a:gd name="connsiteX3" fmla="*/ 39222 w 190562"/>
                <a:gd name="connsiteY3" fmla="*/ 96516 h 97306"/>
                <a:gd name="connsiteX4" fmla="*/ 2282 w 190562"/>
                <a:gd name="connsiteY4" fmla="*/ 50077 h 97306"/>
                <a:gd name="connsiteX5" fmla="*/ 23980 w 190562"/>
                <a:gd name="connsiteY5" fmla="*/ 28874 h 97306"/>
                <a:gd name="connsiteX6" fmla="*/ 162742 w 190562"/>
                <a:gd name="connsiteY6" fmla="*/ 198 h 97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0562" h="97306">
                  <a:moveTo>
                    <a:pt x="162742" y="198"/>
                  </a:moveTo>
                  <a:cubicBezTo>
                    <a:pt x="179415" y="-1066"/>
                    <a:pt x="191492" y="3408"/>
                    <a:pt x="189877" y="22627"/>
                  </a:cubicBezTo>
                  <a:cubicBezTo>
                    <a:pt x="188390" y="40317"/>
                    <a:pt x="198963" y="64065"/>
                    <a:pt x="169705" y="70007"/>
                  </a:cubicBezTo>
                  <a:cubicBezTo>
                    <a:pt x="126229" y="78837"/>
                    <a:pt x="82477" y="85626"/>
                    <a:pt x="39222" y="96516"/>
                  </a:cubicBezTo>
                  <a:cubicBezTo>
                    <a:pt x="13486" y="102995"/>
                    <a:pt x="11055" y="68041"/>
                    <a:pt x="2282" y="50077"/>
                  </a:cubicBezTo>
                  <a:cubicBezTo>
                    <a:pt x="-6914" y="31247"/>
                    <a:pt x="14002" y="31148"/>
                    <a:pt x="23980" y="28874"/>
                  </a:cubicBezTo>
                  <a:cubicBezTo>
                    <a:pt x="70022" y="18383"/>
                    <a:pt x="116452" y="9596"/>
                    <a:pt x="162742" y="198"/>
                  </a:cubicBezTo>
                  <a:close/>
                </a:path>
              </a:pathLst>
            </a:custGeom>
            <a:solidFill>
              <a:srgbClr val="675F58"/>
            </a:solidFill>
            <a:ln w="1429" cap="flat">
              <a:noFill/>
              <a:prstDash val="solid"/>
              <a:miter/>
            </a:ln>
          </p:spPr>
          <p:txBody>
            <a:bodyPr rtlCol="0" anchor="ctr"/>
            <a:lstStyle/>
            <a:p>
              <a:endParaRPr lang="en-IN"/>
            </a:p>
          </p:txBody>
        </p:sp>
        <p:sp>
          <p:nvSpPr>
            <p:cNvPr id="79" name="Freeform: Shape 78">
              <a:extLst>
                <a:ext uri="{FF2B5EF4-FFF2-40B4-BE49-F238E27FC236}">
                  <a16:creationId xmlns:a16="http://schemas.microsoft.com/office/drawing/2014/main" id="{45F3BE79-26DA-B29F-0278-1907CB60999B}"/>
                </a:ext>
              </a:extLst>
            </p:cNvPr>
            <p:cNvSpPr/>
            <p:nvPr/>
          </p:nvSpPr>
          <p:spPr>
            <a:xfrm>
              <a:off x="5800765" y="3639604"/>
              <a:ext cx="123168" cy="120309"/>
            </a:xfrm>
            <a:custGeom>
              <a:avLst/>
              <a:gdLst>
                <a:gd name="connsiteX0" fmla="*/ 19191 w 123168"/>
                <a:gd name="connsiteY0" fmla="*/ 7510 h 120309"/>
                <a:gd name="connsiteX1" fmla="*/ 51314 w 123168"/>
                <a:gd name="connsiteY1" fmla="*/ 84 h 120309"/>
                <a:gd name="connsiteX2" fmla="*/ 118651 w 123168"/>
                <a:gd name="connsiteY2" fmla="*/ 39284 h 120309"/>
                <a:gd name="connsiteX3" fmla="*/ 99837 w 123168"/>
                <a:gd name="connsiteY3" fmla="*/ 106866 h 120309"/>
                <a:gd name="connsiteX4" fmla="*/ 25864 w 123168"/>
                <a:gd name="connsiteY4" fmla="*/ 109367 h 120309"/>
                <a:gd name="connsiteX5" fmla="*/ 2815 w 123168"/>
                <a:gd name="connsiteY5" fmla="*/ 39628 h 120309"/>
                <a:gd name="connsiteX6" fmla="*/ 19804 w 123168"/>
                <a:gd name="connsiteY6" fmla="*/ 7244 h 120309"/>
                <a:gd name="connsiteX7" fmla="*/ 19191 w 123168"/>
                <a:gd name="connsiteY7" fmla="*/ 7510 h 120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3168" h="120309">
                  <a:moveTo>
                    <a:pt x="19191" y="7510"/>
                  </a:moveTo>
                  <a:cubicBezTo>
                    <a:pt x="29893" y="4919"/>
                    <a:pt x="40524" y="519"/>
                    <a:pt x="51314" y="84"/>
                  </a:cubicBezTo>
                  <a:cubicBezTo>
                    <a:pt x="81655" y="-1144"/>
                    <a:pt x="107305" y="11128"/>
                    <a:pt x="118651" y="39284"/>
                  </a:cubicBezTo>
                  <a:cubicBezTo>
                    <a:pt x="128620" y="64021"/>
                    <a:pt x="121980" y="89460"/>
                    <a:pt x="99837" y="106866"/>
                  </a:cubicBezTo>
                  <a:cubicBezTo>
                    <a:pt x="76446" y="125254"/>
                    <a:pt x="50240" y="123490"/>
                    <a:pt x="25864" y="109367"/>
                  </a:cubicBezTo>
                  <a:cubicBezTo>
                    <a:pt x="-1387" y="93576"/>
                    <a:pt x="-3169" y="66665"/>
                    <a:pt x="2815" y="39628"/>
                  </a:cubicBezTo>
                  <a:cubicBezTo>
                    <a:pt x="5356" y="28142"/>
                    <a:pt x="13957" y="17998"/>
                    <a:pt x="19804" y="7244"/>
                  </a:cubicBezTo>
                  <a:lnTo>
                    <a:pt x="19191" y="7510"/>
                  </a:lnTo>
                  <a:close/>
                </a:path>
              </a:pathLst>
            </a:custGeom>
            <a:solidFill>
              <a:srgbClr val="372F37"/>
            </a:solidFill>
            <a:ln w="1429" cap="flat">
              <a:noFill/>
              <a:prstDash val="solid"/>
              <a:miter/>
            </a:ln>
          </p:spPr>
          <p:txBody>
            <a:bodyPr rtlCol="0" anchor="ctr"/>
            <a:lstStyle/>
            <a:p>
              <a:endParaRPr lang="en-IN"/>
            </a:p>
          </p:txBody>
        </p:sp>
        <p:sp>
          <p:nvSpPr>
            <p:cNvPr id="80" name="Freeform: Shape 79">
              <a:extLst>
                <a:ext uri="{FF2B5EF4-FFF2-40B4-BE49-F238E27FC236}">
                  <a16:creationId xmlns:a16="http://schemas.microsoft.com/office/drawing/2014/main" id="{D7BDC84C-3F3B-13F9-AB78-4C719A04CDF5}"/>
                </a:ext>
              </a:extLst>
            </p:cNvPr>
            <p:cNvSpPr/>
            <p:nvPr/>
          </p:nvSpPr>
          <p:spPr>
            <a:xfrm>
              <a:off x="6245597" y="3659905"/>
              <a:ext cx="116718" cy="119698"/>
            </a:xfrm>
            <a:custGeom>
              <a:avLst/>
              <a:gdLst>
                <a:gd name="connsiteX0" fmla="*/ 109855 w 116718"/>
                <a:gd name="connsiteY0" fmla="*/ 28545 h 119698"/>
                <a:gd name="connsiteX1" fmla="*/ 83897 w 116718"/>
                <a:gd name="connsiteY1" fmla="*/ 112408 h 119698"/>
                <a:gd name="connsiteX2" fmla="*/ 9170 w 116718"/>
                <a:gd name="connsiteY2" fmla="*/ 89972 h 119698"/>
                <a:gd name="connsiteX3" fmla="*/ 34231 w 116718"/>
                <a:gd name="connsiteY3" fmla="*/ 9808 h 119698"/>
                <a:gd name="connsiteX4" fmla="*/ 109855 w 116718"/>
                <a:gd name="connsiteY4" fmla="*/ 28545 h 119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718" h="119698">
                  <a:moveTo>
                    <a:pt x="109855" y="28545"/>
                  </a:moveTo>
                  <a:cubicBezTo>
                    <a:pt x="124334" y="69340"/>
                    <a:pt x="116007" y="97207"/>
                    <a:pt x="83897" y="112408"/>
                  </a:cubicBezTo>
                  <a:cubicBezTo>
                    <a:pt x="52581" y="127236"/>
                    <a:pt x="25940" y="119293"/>
                    <a:pt x="9170" y="89972"/>
                  </a:cubicBezTo>
                  <a:cubicBezTo>
                    <a:pt x="-10229" y="56053"/>
                    <a:pt x="2567" y="29271"/>
                    <a:pt x="34231" y="9808"/>
                  </a:cubicBezTo>
                  <a:cubicBezTo>
                    <a:pt x="64469" y="-4241"/>
                    <a:pt x="91974" y="-7267"/>
                    <a:pt x="109855" y="28545"/>
                  </a:cubicBezTo>
                  <a:close/>
                </a:path>
              </a:pathLst>
            </a:custGeom>
            <a:solidFill>
              <a:srgbClr val="302B30"/>
            </a:solidFill>
            <a:ln w="1429" cap="flat">
              <a:noFill/>
              <a:prstDash val="solid"/>
              <a:miter/>
            </a:ln>
          </p:spPr>
          <p:txBody>
            <a:bodyPr rtlCol="0" anchor="ctr"/>
            <a:lstStyle/>
            <a:p>
              <a:endParaRPr lang="en-IN"/>
            </a:p>
          </p:txBody>
        </p:sp>
        <p:sp>
          <p:nvSpPr>
            <p:cNvPr id="81" name="Freeform: Shape 80">
              <a:extLst>
                <a:ext uri="{FF2B5EF4-FFF2-40B4-BE49-F238E27FC236}">
                  <a16:creationId xmlns:a16="http://schemas.microsoft.com/office/drawing/2014/main" id="{6781D8E9-2168-B430-8C28-DF819333D1AC}"/>
                </a:ext>
              </a:extLst>
            </p:cNvPr>
            <p:cNvSpPr/>
            <p:nvPr/>
          </p:nvSpPr>
          <p:spPr>
            <a:xfrm>
              <a:off x="6649190" y="3678951"/>
              <a:ext cx="183202" cy="216876"/>
            </a:xfrm>
            <a:custGeom>
              <a:avLst/>
              <a:gdLst>
                <a:gd name="connsiteX0" fmla="*/ 155213 w 183202"/>
                <a:gd name="connsiteY0" fmla="*/ 113261 h 216876"/>
                <a:gd name="connsiteX1" fmla="*/ 153315 w 183202"/>
                <a:gd name="connsiteY1" fmla="*/ 105574 h 216876"/>
                <a:gd name="connsiteX2" fmla="*/ 124413 w 183202"/>
                <a:gd name="connsiteY2" fmla="*/ 34366 h 216876"/>
                <a:gd name="connsiteX3" fmla="*/ 36620 w 183202"/>
                <a:gd name="connsiteY3" fmla="*/ 106958 h 216876"/>
                <a:gd name="connsiteX4" fmla="*/ 49223 w 183202"/>
                <a:gd name="connsiteY4" fmla="*/ 119650 h 216876"/>
                <a:gd name="connsiteX5" fmla="*/ 77197 w 183202"/>
                <a:gd name="connsiteY5" fmla="*/ 171072 h 216876"/>
                <a:gd name="connsiteX6" fmla="*/ 40955 w 183202"/>
                <a:gd name="connsiteY6" fmla="*/ 216780 h 216876"/>
                <a:gd name="connsiteX7" fmla="*/ 1398 w 183202"/>
                <a:gd name="connsiteY7" fmla="*/ 164420 h 216876"/>
                <a:gd name="connsiteX8" fmla="*/ 78130 w 183202"/>
                <a:gd name="connsiteY8" fmla="*/ 19380 h 216876"/>
                <a:gd name="connsiteX9" fmla="*/ 166372 w 183202"/>
                <a:gd name="connsiteY9" fmla="*/ 20962 h 216876"/>
                <a:gd name="connsiteX10" fmla="*/ 155213 w 183202"/>
                <a:gd name="connsiteY10" fmla="*/ 113261 h 216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3202" h="216876">
                  <a:moveTo>
                    <a:pt x="155213" y="113261"/>
                  </a:moveTo>
                  <a:cubicBezTo>
                    <a:pt x="154498" y="110700"/>
                    <a:pt x="152897" y="107960"/>
                    <a:pt x="153315" y="105574"/>
                  </a:cubicBezTo>
                  <a:cubicBezTo>
                    <a:pt x="158542" y="75681"/>
                    <a:pt x="171400" y="42223"/>
                    <a:pt x="124413" y="34366"/>
                  </a:cubicBezTo>
                  <a:cubicBezTo>
                    <a:pt x="98632" y="30057"/>
                    <a:pt x="38147" y="81821"/>
                    <a:pt x="36620" y="106958"/>
                  </a:cubicBezTo>
                  <a:cubicBezTo>
                    <a:pt x="36007" y="117057"/>
                    <a:pt x="43270" y="116874"/>
                    <a:pt x="49223" y="119650"/>
                  </a:cubicBezTo>
                  <a:cubicBezTo>
                    <a:pt x="71071" y="129835"/>
                    <a:pt x="77120" y="148906"/>
                    <a:pt x="77197" y="171072"/>
                  </a:cubicBezTo>
                  <a:cubicBezTo>
                    <a:pt x="77284" y="196116"/>
                    <a:pt x="68511" y="218531"/>
                    <a:pt x="40955" y="216780"/>
                  </a:cubicBezTo>
                  <a:cubicBezTo>
                    <a:pt x="12464" y="214969"/>
                    <a:pt x="-5253" y="193629"/>
                    <a:pt x="1398" y="164420"/>
                  </a:cubicBezTo>
                  <a:cubicBezTo>
                    <a:pt x="13857" y="109695"/>
                    <a:pt x="35626" y="58363"/>
                    <a:pt x="78130" y="19380"/>
                  </a:cubicBezTo>
                  <a:cubicBezTo>
                    <a:pt x="107513" y="-7568"/>
                    <a:pt x="144890" y="-5827"/>
                    <a:pt x="166372" y="20962"/>
                  </a:cubicBezTo>
                  <a:cubicBezTo>
                    <a:pt x="192142" y="53100"/>
                    <a:pt x="188240" y="85519"/>
                    <a:pt x="155213" y="113261"/>
                  </a:cubicBezTo>
                  <a:close/>
                </a:path>
              </a:pathLst>
            </a:custGeom>
            <a:solidFill>
              <a:srgbClr val="C66635"/>
            </a:solidFill>
            <a:ln w="1429" cap="flat">
              <a:noFill/>
              <a:prstDash val="solid"/>
              <a:miter/>
            </a:ln>
          </p:spPr>
          <p:txBody>
            <a:bodyPr rtlCol="0" anchor="ctr"/>
            <a:lstStyle/>
            <a:p>
              <a:endParaRPr lang="en-IN"/>
            </a:p>
          </p:txBody>
        </p:sp>
        <p:sp>
          <p:nvSpPr>
            <p:cNvPr id="82" name="Freeform: Shape 81">
              <a:extLst>
                <a:ext uri="{FF2B5EF4-FFF2-40B4-BE49-F238E27FC236}">
                  <a16:creationId xmlns:a16="http://schemas.microsoft.com/office/drawing/2014/main" id="{EB0CC4C8-0F05-8674-2DC0-26C2F88F22E4}"/>
                </a:ext>
              </a:extLst>
            </p:cNvPr>
            <p:cNvSpPr/>
            <p:nvPr/>
          </p:nvSpPr>
          <p:spPr>
            <a:xfrm>
              <a:off x="5927877" y="3753283"/>
              <a:ext cx="135483" cy="238421"/>
            </a:xfrm>
            <a:custGeom>
              <a:avLst/>
              <a:gdLst>
                <a:gd name="connsiteX0" fmla="*/ 37628 w 135483"/>
                <a:gd name="connsiteY0" fmla="*/ 0 h 238421"/>
                <a:gd name="connsiteX1" fmla="*/ 24094 w 135483"/>
                <a:gd name="connsiteY1" fmla="*/ 118764 h 238421"/>
                <a:gd name="connsiteX2" fmla="*/ 118598 w 135483"/>
                <a:gd name="connsiteY2" fmla="*/ 213007 h 238421"/>
                <a:gd name="connsiteX3" fmla="*/ 135484 w 135483"/>
                <a:gd name="connsiteY3" fmla="*/ 215095 h 238421"/>
                <a:gd name="connsiteX4" fmla="*/ 31596 w 135483"/>
                <a:gd name="connsiteY4" fmla="*/ 229574 h 238421"/>
                <a:gd name="connsiteX5" fmla="*/ 97 w 135483"/>
                <a:gd name="connsiteY5" fmla="*/ 159285 h 238421"/>
                <a:gd name="connsiteX6" fmla="*/ 37628 w 135483"/>
                <a:gd name="connsiteY6" fmla="*/ 0 h 238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483" h="238421">
                  <a:moveTo>
                    <a:pt x="37628" y="0"/>
                  </a:moveTo>
                  <a:cubicBezTo>
                    <a:pt x="45964" y="41415"/>
                    <a:pt x="31168" y="79762"/>
                    <a:pt x="24094" y="118764"/>
                  </a:cubicBezTo>
                  <a:cubicBezTo>
                    <a:pt x="7254" y="211615"/>
                    <a:pt x="26516" y="232019"/>
                    <a:pt x="118598" y="213007"/>
                  </a:cubicBezTo>
                  <a:cubicBezTo>
                    <a:pt x="122304" y="212242"/>
                    <a:pt x="126512" y="213900"/>
                    <a:pt x="135484" y="215095"/>
                  </a:cubicBezTo>
                  <a:cubicBezTo>
                    <a:pt x="100875" y="243201"/>
                    <a:pt x="66516" y="243098"/>
                    <a:pt x="31596" y="229574"/>
                  </a:cubicBezTo>
                  <a:cubicBezTo>
                    <a:pt x="-726" y="217055"/>
                    <a:pt x="-332" y="187928"/>
                    <a:pt x="97" y="159285"/>
                  </a:cubicBezTo>
                  <a:cubicBezTo>
                    <a:pt x="931" y="103496"/>
                    <a:pt x="20059" y="52072"/>
                    <a:pt x="37628" y="0"/>
                  </a:cubicBezTo>
                  <a:close/>
                </a:path>
              </a:pathLst>
            </a:custGeom>
            <a:solidFill>
              <a:srgbClr val="C27035"/>
            </a:solidFill>
            <a:ln w="1429" cap="flat">
              <a:noFill/>
              <a:prstDash val="solid"/>
              <a:miter/>
            </a:ln>
          </p:spPr>
          <p:txBody>
            <a:bodyPr rtlCol="0" anchor="ctr"/>
            <a:lstStyle/>
            <a:p>
              <a:endParaRPr lang="en-IN"/>
            </a:p>
          </p:txBody>
        </p:sp>
        <p:sp>
          <p:nvSpPr>
            <p:cNvPr id="83" name="Freeform: Shape 82">
              <a:extLst>
                <a:ext uri="{FF2B5EF4-FFF2-40B4-BE49-F238E27FC236}">
                  <a16:creationId xmlns:a16="http://schemas.microsoft.com/office/drawing/2014/main" id="{D111CAC3-42B6-799C-9FD6-99407A8C009B}"/>
                </a:ext>
              </a:extLst>
            </p:cNvPr>
            <p:cNvSpPr/>
            <p:nvPr/>
          </p:nvSpPr>
          <p:spPr>
            <a:xfrm>
              <a:off x="6253346" y="3604213"/>
              <a:ext cx="158919" cy="87132"/>
            </a:xfrm>
            <a:custGeom>
              <a:avLst/>
              <a:gdLst>
                <a:gd name="connsiteX0" fmla="*/ 10182 w 158919"/>
                <a:gd name="connsiteY0" fmla="*/ 58344 h 87132"/>
                <a:gd name="connsiteX1" fmla="*/ 19351 w 158919"/>
                <a:gd name="connsiteY1" fmla="*/ 14947 h 87132"/>
                <a:gd name="connsiteX2" fmla="*/ 111211 w 158919"/>
                <a:gd name="connsiteY2" fmla="*/ 20748 h 87132"/>
                <a:gd name="connsiteX3" fmla="*/ 158920 w 158919"/>
                <a:gd name="connsiteY3" fmla="*/ 82711 h 87132"/>
                <a:gd name="connsiteX4" fmla="*/ 127115 w 158919"/>
                <a:gd name="connsiteY4" fmla="*/ 76858 h 87132"/>
                <a:gd name="connsiteX5" fmla="*/ 82107 w 158919"/>
                <a:gd name="connsiteY5" fmla="*/ 48422 h 87132"/>
                <a:gd name="connsiteX6" fmla="*/ 10182 w 158919"/>
                <a:gd name="connsiteY6" fmla="*/ 58344 h 8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8919" h="87132">
                  <a:moveTo>
                    <a:pt x="10182" y="58344"/>
                  </a:moveTo>
                  <a:cubicBezTo>
                    <a:pt x="-10935" y="38865"/>
                    <a:pt x="5132" y="25237"/>
                    <a:pt x="19351" y="14947"/>
                  </a:cubicBezTo>
                  <a:cubicBezTo>
                    <a:pt x="50707" y="-7743"/>
                    <a:pt x="82036" y="-3637"/>
                    <a:pt x="111211" y="20748"/>
                  </a:cubicBezTo>
                  <a:cubicBezTo>
                    <a:pt x="131690" y="37865"/>
                    <a:pt x="142777" y="61610"/>
                    <a:pt x="158920" y="82711"/>
                  </a:cubicBezTo>
                  <a:cubicBezTo>
                    <a:pt x="143193" y="92966"/>
                    <a:pt x="135648" y="82987"/>
                    <a:pt x="127115" y="76858"/>
                  </a:cubicBezTo>
                  <a:cubicBezTo>
                    <a:pt x="113322" y="65589"/>
                    <a:pt x="95707" y="61231"/>
                    <a:pt x="82107" y="48422"/>
                  </a:cubicBezTo>
                  <a:cubicBezTo>
                    <a:pt x="55702" y="23553"/>
                    <a:pt x="33949" y="52371"/>
                    <a:pt x="10182" y="58344"/>
                  </a:cubicBezTo>
                  <a:close/>
                </a:path>
              </a:pathLst>
            </a:custGeom>
            <a:solidFill>
              <a:srgbClr val="A3512C"/>
            </a:solidFill>
            <a:ln w="1429" cap="flat">
              <a:noFill/>
              <a:prstDash val="solid"/>
              <a:miter/>
            </a:ln>
          </p:spPr>
          <p:txBody>
            <a:bodyPr rtlCol="0" anchor="ctr"/>
            <a:lstStyle/>
            <a:p>
              <a:endParaRPr lang="en-IN"/>
            </a:p>
          </p:txBody>
        </p:sp>
        <p:sp>
          <p:nvSpPr>
            <p:cNvPr id="84" name="Freeform: Shape 83">
              <a:extLst>
                <a:ext uri="{FF2B5EF4-FFF2-40B4-BE49-F238E27FC236}">
                  <a16:creationId xmlns:a16="http://schemas.microsoft.com/office/drawing/2014/main" id="{F86E76C3-22F6-9221-EEE7-EDFE9B34BD68}"/>
                </a:ext>
              </a:extLst>
            </p:cNvPr>
            <p:cNvSpPr/>
            <p:nvPr/>
          </p:nvSpPr>
          <p:spPr>
            <a:xfrm>
              <a:off x="5812070" y="3586399"/>
              <a:ext cx="138450" cy="68393"/>
            </a:xfrm>
            <a:custGeom>
              <a:avLst/>
              <a:gdLst>
                <a:gd name="connsiteX0" fmla="*/ 8501 w 138450"/>
                <a:gd name="connsiteY0" fmla="*/ 60448 h 68393"/>
                <a:gd name="connsiteX1" fmla="*/ 34388 w 138450"/>
                <a:gd name="connsiteY1" fmla="*/ 5636 h 68393"/>
                <a:gd name="connsiteX2" fmla="*/ 138450 w 138450"/>
                <a:gd name="connsiteY2" fmla="*/ 68393 h 68393"/>
                <a:gd name="connsiteX3" fmla="*/ 7889 w 138450"/>
                <a:gd name="connsiteY3" fmla="*/ 60714 h 68393"/>
                <a:gd name="connsiteX4" fmla="*/ 8501 w 138450"/>
                <a:gd name="connsiteY4" fmla="*/ 60448 h 683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450" h="68393">
                  <a:moveTo>
                    <a:pt x="8501" y="60448"/>
                  </a:moveTo>
                  <a:cubicBezTo>
                    <a:pt x="-14040" y="27634"/>
                    <a:pt x="13012" y="14977"/>
                    <a:pt x="34388" y="5636"/>
                  </a:cubicBezTo>
                  <a:cubicBezTo>
                    <a:pt x="76905" y="-12939"/>
                    <a:pt x="125240" y="16043"/>
                    <a:pt x="138450" y="68393"/>
                  </a:cubicBezTo>
                  <a:cubicBezTo>
                    <a:pt x="94560" y="50233"/>
                    <a:pt x="52656" y="1848"/>
                    <a:pt x="7889" y="60714"/>
                  </a:cubicBezTo>
                  <a:cubicBezTo>
                    <a:pt x="7886" y="60715"/>
                    <a:pt x="8501" y="60448"/>
                    <a:pt x="8501" y="60448"/>
                  </a:cubicBezTo>
                  <a:close/>
                </a:path>
              </a:pathLst>
            </a:custGeom>
            <a:solidFill>
              <a:srgbClr val="9E4F2E"/>
            </a:solidFill>
            <a:ln w="1429" cap="flat">
              <a:noFill/>
              <a:prstDash val="solid"/>
              <a:miter/>
            </a:ln>
          </p:spPr>
          <p:txBody>
            <a:bodyPr rtlCol="0" anchor="ctr"/>
            <a:lstStyle/>
            <a:p>
              <a:endParaRPr lang="en-IN"/>
            </a:p>
          </p:txBody>
        </p:sp>
        <p:sp>
          <p:nvSpPr>
            <p:cNvPr id="85" name="Freeform: Shape 84">
              <a:extLst>
                <a:ext uri="{FF2B5EF4-FFF2-40B4-BE49-F238E27FC236}">
                  <a16:creationId xmlns:a16="http://schemas.microsoft.com/office/drawing/2014/main" id="{2761B5D8-ECE0-3D21-0B7D-CC1E1643A528}"/>
                </a:ext>
              </a:extLst>
            </p:cNvPr>
            <p:cNvSpPr/>
            <p:nvPr/>
          </p:nvSpPr>
          <p:spPr>
            <a:xfrm>
              <a:off x="5999229" y="4061125"/>
              <a:ext cx="181021" cy="79933"/>
            </a:xfrm>
            <a:custGeom>
              <a:avLst/>
              <a:gdLst>
                <a:gd name="connsiteX0" fmla="*/ 0 w 181021"/>
                <a:gd name="connsiteY0" fmla="*/ 66087 h 79933"/>
                <a:gd name="connsiteX1" fmla="*/ 98701 w 181021"/>
                <a:gd name="connsiteY1" fmla="*/ 55089 h 79933"/>
                <a:gd name="connsiteX2" fmla="*/ 145478 w 181021"/>
                <a:gd name="connsiteY2" fmla="*/ 22552 h 79933"/>
                <a:gd name="connsiteX3" fmla="*/ 160766 w 181021"/>
                <a:gd name="connsiteY3" fmla="*/ 1117 h 79933"/>
                <a:gd name="connsiteX4" fmla="*/ 180810 w 181021"/>
                <a:gd name="connsiteY4" fmla="*/ 35357 h 79933"/>
                <a:gd name="connsiteX5" fmla="*/ 158532 w 181021"/>
                <a:gd name="connsiteY5" fmla="*/ 47137 h 79933"/>
                <a:gd name="connsiteX6" fmla="*/ 84342 w 181021"/>
                <a:gd name="connsiteY6" fmla="*/ 74259 h 79933"/>
                <a:gd name="connsiteX7" fmla="*/ 0 w 181021"/>
                <a:gd name="connsiteY7" fmla="*/ 66087 h 79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1021" h="79933">
                  <a:moveTo>
                    <a:pt x="0" y="66087"/>
                  </a:moveTo>
                  <a:cubicBezTo>
                    <a:pt x="36259" y="59276"/>
                    <a:pt x="68802" y="69356"/>
                    <a:pt x="98701" y="55089"/>
                  </a:cubicBezTo>
                  <a:cubicBezTo>
                    <a:pt x="116173" y="46751"/>
                    <a:pt x="135091" y="40468"/>
                    <a:pt x="145478" y="22552"/>
                  </a:cubicBezTo>
                  <a:cubicBezTo>
                    <a:pt x="150080" y="14613"/>
                    <a:pt x="141942" y="-4842"/>
                    <a:pt x="160766" y="1117"/>
                  </a:cubicBezTo>
                  <a:cubicBezTo>
                    <a:pt x="174277" y="5393"/>
                    <a:pt x="179321" y="21334"/>
                    <a:pt x="180810" y="35357"/>
                  </a:cubicBezTo>
                  <a:cubicBezTo>
                    <a:pt x="183048" y="56437"/>
                    <a:pt x="166963" y="44344"/>
                    <a:pt x="158532" y="47137"/>
                  </a:cubicBezTo>
                  <a:cubicBezTo>
                    <a:pt x="133549" y="55412"/>
                    <a:pt x="109156" y="65450"/>
                    <a:pt x="84342" y="74259"/>
                  </a:cubicBezTo>
                  <a:cubicBezTo>
                    <a:pt x="56917" y="83995"/>
                    <a:pt x="30547" y="81158"/>
                    <a:pt x="0" y="66087"/>
                  </a:cubicBezTo>
                  <a:close/>
                </a:path>
              </a:pathLst>
            </a:custGeom>
            <a:solidFill>
              <a:srgbClr val="CA7B3F"/>
            </a:solidFill>
            <a:ln w="1429" cap="flat">
              <a:noFill/>
              <a:prstDash val="solid"/>
              <a:miter/>
            </a:ln>
          </p:spPr>
          <p:txBody>
            <a:bodyPr rtlCol="0" anchor="ctr"/>
            <a:lstStyle/>
            <a:p>
              <a:endParaRPr lang="en-IN"/>
            </a:p>
          </p:txBody>
        </p:sp>
        <p:sp>
          <p:nvSpPr>
            <p:cNvPr id="86" name="Freeform: Shape 85">
              <a:extLst>
                <a:ext uri="{FF2B5EF4-FFF2-40B4-BE49-F238E27FC236}">
                  <a16:creationId xmlns:a16="http://schemas.microsoft.com/office/drawing/2014/main" id="{5E19C608-9339-C755-AF55-443D9EBC50C0}"/>
                </a:ext>
              </a:extLst>
            </p:cNvPr>
            <p:cNvSpPr/>
            <p:nvPr/>
          </p:nvSpPr>
          <p:spPr>
            <a:xfrm>
              <a:off x="6263527" y="3629147"/>
              <a:ext cx="116935" cy="59308"/>
            </a:xfrm>
            <a:custGeom>
              <a:avLst/>
              <a:gdLst>
                <a:gd name="connsiteX0" fmla="*/ 0 w 116935"/>
                <a:gd name="connsiteY0" fmla="*/ 33409 h 59308"/>
                <a:gd name="connsiteX1" fmla="*/ 116936 w 116935"/>
                <a:gd name="connsiteY1" fmla="*/ 51920 h 59308"/>
                <a:gd name="connsiteX2" fmla="*/ 91927 w 116935"/>
                <a:gd name="connsiteY2" fmla="*/ 59308 h 59308"/>
                <a:gd name="connsiteX3" fmla="*/ 16297 w 116935"/>
                <a:gd name="connsiteY3" fmla="*/ 40567 h 59308"/>
                <a:gd name="connsiteX4" fmla="*/ 0 w 116935"/>
                <a:gd name="connsiteY4" fmla="*/ 33409 h 59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935" h="59308">
                  <a:moveTo>
                    <a:pt x="0" y="33409"/>
                  </a:moveTo>
                  <a:cubicBezTo>
                    <a:pt x="52391" y="-18613"/>
                    <a:pt x="60571" y="-7936"/>
                    <a:pt x="116936" y="51920"/>
                  </a:cubicBezTo>
                  <a:cubicBezTo>
                    <a:pt x="107687" y="51300"/>
                    <a:pt x="98097" y="49520"/>
                    <a:pt x="91927" y="59308"/>
                  </a:cubicBezTo>
                  <a:cubicBezTo>
                    <a:pt x="70010" y="39754"/>
                    <a:pt x="43524" y="38662"/>
                    <a:pt x="16297" y="40567"/>
                  </a:cubicBezTo>
                  <a:cubicBezTo>
                    <a:pt x="10868" y="38180"/>
                    <a:pt x="5435" y="35795"/>
                    <a:pt x="0" y="33409"/>
                  </a:cubicBezTo>
                  <a:close/>
                </a:path>
              </a:pathLst>
            </a:custGeom>
            <a:solidFill>
              <a:srgbClr val="D78057"/>
            </a:solidFill>
            <a:ln w="1429" cap="flat">
              <a:noFill/>
              <a:prstDash val="solid"/>
              <a:miter/>
            </a:ln>
          </p:spPr>
          <p:txBody>
            <a:bodyPr rtlCol="0" anchor="ctr"/>
            <a:lstStyle/>
            <a:p>
              <a:endParaRPr lang="en-IN"/>
            </a:p>
          </p:txBody>
        </p:sp>
        <p:sp>
          <p:nvSpPr>
            <p:cNvPr id="87" name="Freeform: Shape 86">
              <a:extLst>
                <a:ext uri="{FF2B5EF4-FFF2-40B4-BE49-F238E27FC236}">
                  <a16:creationId xmlns:a16="http://schemas.microsoft.com/office/drawing/2014/main" id="{BC17D67F-FB14-4316-DF5D-FF33D699D206}"/>
                </a:ext>
              </a:extLst>
            </p:cNvPr>
            <p:cNvSpPr/>
            <p:nvPr/>
          </p:nvSpPr>
          <p:spPr>
            <a:xfrm>
              <a:off x="5854292" y="6158519"/>
              <a:ext cx="1741327" cy="159669"/>
            </a:xfrm>
            <a:custGeom>
              <a:avLst/>
              <a:gdLst>
                <a:gd name="connsiteX0" fmla="*/ 759592 w 1741327"/>
                <a:gd name="connsiteY0" fmla="*/ 107742 h 159669"/>
                <a:gd name="connsiteX1" fmla="*/ 682240 w 1741327"/>
                <a:gd name="connsiteY1" fmla="*/ 58587 h 159669"/>
                <a:gd name="connsiteX2" fmla="*/ 0 w 1741327"/>
                <a:gd name="connsiteY2" fmla="*/ 56365 h 159669"/>
                <a:gd name="connsiteX3" fmla="*/ 533036 w 1741327"/>
                <a:gd name="connsiteY3" fmla="*/ 898 h 159669"/>
                <a:gd name="connsiteX4" fmla="*/ 682893 w 1741327"/>
                <a:gd name="connsiteY4" fmla="*/ 33566 h 159669"/>
                <a:gd name="connsiteX5" fmla="*/ 997757 w 1741327"/>
                <a:gd name="connsiteY5" fmla="*/ 84911 h 159669"/>
                <a:gd name="connsiteX6" fmla="*/ 1470774 w 1741327"/>
                <a:gd name="connsiteY6" fmla="*/ 115606 h 159669"/>
                <a:gd name="connsiteX7" fmla="*/ 1673633 w 1741327"/>
                <a:gd name="connsiteY7" fmla="*/ 132288 h 159669"/>
                <a:gd name="connsiteX8" fmla="*/ 1741328 w 1741327"/>
                <a:gd name="connsiteY8" fmla="*/ 91239 h 159669"/>
                <a:gd name="connsiteX9" fmla="*/ 1662043 w 1741327"/>
                <a:gd name="connsiteY9" fmla="*/ 159430 h 159669"/>
                <a:gd name="connsiteX10" fmla="*/ 965840 w 1741327"/>
                <a:gd name="connsiteY10" fmla="*/ 132156 h 159669"/>
                <a:gd name="connsiteX11" fmla="*/ 759592 w 1741327"/>
                <a:gd name="connsiteY11" fmla="*/ 107742 h 159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41327" h="159669">
                  <a:moveTo>
                    <a:pt x="759592" y="107742"/>
                  </a:moveTo>
                  <a:cubicBezTo>
                    <a:pt x="746966" y="70612"/>
                    <a:pt x="720354" y="58579"/>
                    <a:pt x="682240" y="58587"/>
                  </a:cubicBezTo>
                  <a:cubicBezTo>
                    <a:pt x="454823" y="58646"/>
                    <a:pt x="227404" y="57267"/>
                    <a:pt x="0" y="56365"/>
                  </a:cubicBezTo>
                  <a:cubicBezTo>
                    <a:pt x="173611" y="-1021"/>
                    <a:pt x="353334" y="-2040"/>
                    <a:pt x="533036" y="898"/>
                  </a:cubicBezTo>
                  <a:cubicBezTo>
                    <a:pt x="584127" y="1733"/>
                    <a:pt x="633504" y="19822"/>
                    <a:pt x="682893" y="33566"/>
                  </a:cubicBezTo>
                  <a:cubicBezTo>
                    <a:pt x="785951" y="62241"/>
                    <a:pt x="890740" y="77490"/>
                    <a:pt x="997757" y="84911"/>
                  </a:cubicBezTo>
                  <a:cubicBezTo>
                    <a:pt x="1155370" y="95839"/>
                    <a:pt x="1313437" y="99264"/>
                    <a:pt x="1470774" y="115606"/>
                  </a:cubicBezTo>
                  <a:cubicBezTo>
                    <a:pt x="1538157" y="122603"/>
                    <a:pt x="1606061" y="125559"/>
                    <a:pt x="1673633" y="132288"/>
                  </a:cubicBezTo>
                  <a:cubicBezTo>
                    <a:pt x="1703159" y="135229"/>
                    <a:pt x="1725336" y="115887"/>
                    <a:pt x="1741328" y="91239"/>
                  </a:cubicBezTo>
                  <a:cubicBezTo>
                    <a:pt x="1731253" y="137236"/>
                    <a:pt x="1705498" y="162425"/>
                    <a:pt x="1662043" y="159430"/>
                  </a:cubicBezTo>
                  <a:cubicBezTo>
                    <a:pt x="1430196" y="143448"/>
                    <a:pt x="1197180" y="156593"/>
                    <a:pt x="965840" y="132156"/>
                  </a:cubicBezTo>
                  <a:cubicBezTo>
                    <a:pt x="897071" y="124893"/>
                    <a:pt x="826885" y="127809"/>
                    <a:pt x="759592" y="107742"/>
                  </a:cubicBezTo>
                  <a:close/>
                </a:path>
              </a:pathLst>
            </a:custGeom>
            <a:solidFill>
              <a:srgbClr val="D88C67"/>
            </a:solidFill>
            <a:ln w="1429" cap="flat">
              <a:noFill/>
              <a:prstDash val="solid"/>
              <a:miter/>
            </a:ln>
          </p:spPr>
          <p:txBody>
            <a:bodyPr rtlCol="0" anchor="ctr"/>
            <a:lstStyle/>
            <a:p>
              <a:endParaRPr lang="en-IN"/>
            </a:p>
          </p:txBody>
        </p:sp>
        <p:sp>
          <p:nvSpPr>
            <p:cNvPr id="88" name="Freeform: Shape 87">
              <a:extLst>
                <a:ext uri="{FF2B5EF4-FFF2-40B4-BE49-F238E27FC236}">
                  <a16:creationId xmlns:a16="http://schemas.microsoft.com/office/drawing/2014/main" id="{FC5C1D2B-3B28-1494-7E27-96DDE880E6A2}"/>
                </a:ext>
              </a:extLst>
            </p:cNvPr>
            <p:cNvSpPr/>
            <p:nvPr/>
          </p:nvSpPr>
          <p:spPr>
            <a:xfrm>
              <a:off x="2972070" y="4950083"/>
              <a:ext cx="150990" cy="103382"/>
            </a:xfrm>
            <a:custGeom>
              <a:avLst/>
              <a:gdLst>
                <a:gd name="connsiteX0" fmla="*/ 150991 w 150990"/>
                <a:gd name="connsiteY0" fmla="*/ 87038 h 103382"/>
                <a:gd name="connsiteX1" fmla="*/ 119958 w 150990"/>
                <a:gd name="connsiteY1" fmla="*/ 101991 h 103382"/>
                <a:gd name="connsiteX2" fmla="*/ 31611 w 150990"/>
                <a:gd name="connsiteY2" fmla="*/ 84531 h 103382"/>
                <a:gd name="connsiteX3" fmla="*/ 0 w 150990"/>
                <a:gd name="connsiteY3" fmla="*/ 18770 h 103382"/>
                <a:gd name="connsiteX4" fmla="*/ 88234 w 150990"/>
                <a:gd name="connsiteY4" fmla="*/ 2393 h 103382"/>
                <a:gd name="connsiteX5" fmla="*/ 110366 w 150990"/>
                <a:gd name="connsiteY5" fmla="*/ 14452 h 103382"/>
                <a:gd name="connsiteX6" fmla="*/ 150991 w 150990"/>
                <a:gd name="connsiteY6" fmla="*/ 87038 h 103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0990" h="103382">
                  <a:moveTo>
                    <a:pt x="150991" y="87038"/>
                  </a:moveTo>
                  <a:cubicBezTo>
                    <a:pt x="149483" y="110136"/>
                    <a:pt x="132028" y="101986"/>
                    <a:pt x="119958" y="101991"/>
                  </a:cubicBezTo>
                  <a:cubicBezTo>
                    <a:pt x="89575" y="102006"/>
                    <a:pt x="60662" y="90783"/>
                    <a:pt x="31611" y="84531"/>
                  </a:cubicBezTo>
                  <a:cubicBezTo>
                    <a:pt x="3895" y="78567"/>
                    <a:pt x="7145" y="42877"/>
                    <a:pt x="0" y="18770"/>
                  </a:cubicBezTo>
                  <a:cubicBezTo>
                    <a:pt x="29322" y="13509"/>
                    <a:pt x="61176" y="24657"/>
                    <a:pt x="88234" y="2393"/>
                  </a:cubicBezTo>
                  <a:cubicBezTo>
                    <a:pt x="96461" y="-4376"/>
                    <a:pt x="105104" y="4347"/>
                    <a:pt x="110366" y="14452"/>
                  </a:cubicBezTo>
                  <a:cubicBezTo>
                    <a:pt x="123167" y="39036"/>
                    <a:pt x="137358" y="62891"/>
                    <a:pt x="150991" y="87038"/>
                  </a:cubicBezTo>
                  <a:close/>
                </a:path>
              </a:pathLst>
            </a:custGeom>
            <a:solidFill>
              <a:srgbClr val="F9F9F6"/>
            </a:solidFill>
            <a:ln w="1429" cap="flat">
              <a:noFill/>
              <a:prstDash val="solid"/>
              <a:miter/>
            </a:ln>
          </p:spPr>
          <p:txBody>
            <a:bodyPr rtlCol="0" anchor="ctr"/>
            <a:lstStyle/>
            <a:p>
              <a:endParaRPr lang="en-IN"/>
            </a:p>
          </p:txBody>
        </p:sp>
        <p:sp>
          <p:nvSpPr>
            <p:cNvPr id="89" name="Freeform: Shape 88">
              <a:extLst>
                <a:ext uri="{FF2B5EF4-FFF2-40B4-BE49-F238E27FC236}">
                  <a16:creationId xmlns:a16="http://schemas.microsoft.com/office/drawing/2014/main" id="{A99B8AAA-72DD-98DB-8CE3-88897B342048}"/>
                </a:ext>
              </a:extLst>
            </p:cNvPr>
            <p:cNvSpPr/>
            <p:nvPr/>
          </p:nvSpPr>
          <p:spPr>
            <a:xfrm>
              <a:off x="5620760" y="6012893"/>
              <a:ext cx="275940" cy="194502"/>
            </a:xfrm>
            <a:custGeom>
              <a:avLst/>
              <a:gdLst>
                <a:gd name="connsiteX0" fmla="*/ 66702 w 275940"/>
                <a:gd name="connsiteY0" fmla="*/ 188971 h 194502"/>
                <a:gd name="connsiteX1" fmla="*/ 22725 w 275940"/>
                <a:gd name="connsiteY1" fmla="*/ 167875 h 194502"/>
                <a:gd name="connsiteX2" fmla="*/ 0 w 275940"/>
                <a:gd name="connsiteY2" fmla="*/ 98194 h 194502"/>
                <a:gd name="connsiteX3" fmla="*/ 49713 w 275940"/>
                <a:gd name="connsiteY3" fmla="*/ 92841 h 194502"/>
                <a:gd name="connsiteX4" fmla="*/ 101771 w 275940"/>
                <a:gd name="connsiteY4" fmla="*/ 87362 h 194502"/>
                <a:gd name="connsiteX5" fmla="*/ 249136 w 275940"/>
                <a:gd name="connsiteY5" fmla="*/ 1008 h 194502"/>
                <a:gd name="connsiteX6" fmla="*/ 265070 w 275940"/>
                <a:gd name="connsiteY6" fmla="*/ 1706 h 194502"/>
                <a:gd name="connsiteX7" fmla="*/ 275941 w 275940"/>
                <a:gd name="connsiteY7" fmla="*/ 12406 h 194502"/>
                <a:gd name="connsiteX8" fmla="*/ 218551 w 275940"/>
                <a:gd name="connsiteY8" fmla="*/ 35856 h 194502"/>
                <a:gd name="connsiteX9" fmla="*/ 66702 w 275940"/>
                <a:gd name="connsiteY9" fmla="*/ 188971 h 194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5940" h="194502">
                  <a:moveTo>
                    <a:pt x="66702" y="188971"/>
                  </a:moveTo>
                  <a:cubicBezTo>
                    <a:pt x="44213" y="198337"/>
                    <a:pt x="28235" y="198504"/>
                    <a:pt x="22725" y="167875"/>
                  </a:cubicBezTo>
                  <a:cubicBezTo>
                    <a:pt x="18440" y="144057"/>
                    <a:pt x="7810" y="121377"/>
                    <a:pt x="0" y="98194"/>
                  </a:cubicBezTo>
                  <a:cubicBezTo>
                    <a:pt x="14838" y="81094"/>
                    <a:pt x="33145" y="94534"/>
                    <a:pt x="49713" y="92841"/>
                  </a:cubicBezTo>
                  <a:cubicBezTo>
                    <a:pt x="67085" y="91066"/>
                    <a:pt x="85324" y="98148"/>
                    <a:pt x="101771" y="87362"/>
                  </a:cubicBezTo>
                  <a:cubicBezTo>
                    <a:pt x="146573" y="51181"/>
                    <a:pt x="189972" y="12680"/>
                    <a:pt x="249136" y="1008"/>
                  </a:cubicBezTo>
                  <a:cubicBezTo>
                    <a:pt x="254680" y="-85"/>
                    <a:pt x="259853" y="-819"/>
                    <a:pt x="265070" y="1706"/>
                  </a:cubicBezTo>
                  <a:cubicBezTo>
                    <a:pt x="268692" y="5272"/>
                    <a:pt x="272313" y="8837"/>
                    <a:pt x="275941" y="12406"/>
                  </a:cubicBezTo>
                  <a:cubicBezTo>
                    <a:pt x="256821" y="20241"/>
                    <a:pt x="237800" y="28340"/>
                    <a:pt x="218551" y="35856"/>
                  </a:cubicBezTo>
                  <a:cubicBezTo>
                    <a:pt x="145272" y="64475"/>
                    <a:pt x="104521" y="125248"/>
                    <a:pt x="66702" y="188971"/>
                  </a:cubicBezTo>
                  <a:close/>
                </a:path>
              </a:pathLst>
            </a:custGeom>
            <a:solidFill>
              <a:srgbClr val="C65E44"/>
            </a:solidFill>
            <a:ln w="1429" cap="flat">
              <a:noFill/>
              <a:prstDash val="solid"/>
              <a:miter/>
            </a:ln>
          </p:spPr>
          <p:txBody>
            <a:bodyPr rtlCol="0" anchor="ctr"/>
            <a:lstStyle/>
            <a:p>
              <a:endParaRPr lang="en-IN"/>
            </a:p>
          </p:txBody>
        </p:sp>
        <p:sp>
          <p:nvSpPr>
            <p:cNvPr id="90" name="Freeform: Shape 89">
              <a:extLst>
                <a:ext uri="{FF2B5EF4-FFF2-40B4-BE49-F238E27FC236}">
                  <a16:creationId xmlns:a16="http://schemas.microsoft.com/office/drawing/2014/main" id="{0C10F6BD-1BFB-6013-235A-4687D05C9B5D}"/>
                </a:ext>
              </a:extLst>
            </p:cNvPr>
            <p:cNvSpPr/>
            <p:nvPr/>
          </p:nvSpPr>
          <p:spPr>
            <a:xfrm>
              <a:off x="5694300" y="6108671"/>
              <a:ext cx="143189" cy="108727"/>
            </a:xfrm>
            <a:custGeom>
              <a:avLst/>
              <a:gdLst>
                <a:gd name="connsiteX0" fmla="*/ 119050 w 143189"/>
                <a:gd name="connsiteY0" fmla="*/ 100461 h 108727"/>
                <a:gd name="connsiteX1" fmla="*/ 0 w 143189"/>
                <a:gd name="connsiteY1" fmla="*/ 100920 h 108727"/>
                <a:gd name="connsiteX2" fmla="*/ 75577 w 143189"/>
                <a:gd name="connsiteY2" fmla="*/ 57163 h 108727"/>
                <a:gd name="connsiteX3" fmla="*/ 134830 w 143189"/>
                <a:gd name="connsiteY3" fmla="*/ 0 h 108727"/>
                <a:gd name="connsiteX4" fmla="*/ 143189 w 143189"/>
                <a:gd name="connsiteY4" fmla="*/ 8861 h 108727"/>
                <a:gd name="connsiteX5" fmla="*/ 90175 w 143189"/>
                <a:gd name="connsiteY5" fmla="*/ 64769 h 108727"/>
                <a:gd name="connsiteX6" fmla="*/ 72805 w 143189"/>
                <a:gd name="connsiteY6" fmla="*/ 93988 h 108727"/>
                <a:gd name="connsiteX7" fmla="*/ 106761 w 143189"/>
                <a:gd name="connsiteY7" fmla="*/ 99783 h 108727"/>
                <a:gd name="connsiteX8" fmla="*/ 119050 w 143189"/>
                <a:gd name="connsiteY8" fmla="*/ 100461 h 108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189" h="108727">
                  <a:moveTo>
                    <a:pt x="119050" y="100461"/>
                  </a:moveTo>
                  <a:cubicBezTo>
                    <a:pt x="79414" y="113172"/>
                    <a:pt x="39715" y="109522"/>
                    <a:pt x="0" y="100920"/>
                  </a:cubicBezTo>
                  <a:cubicBezTo>
                    <a:pt x="33936" y="101468"/>
                    <a:pt x="55732" y="80392"/>
                    <a:pt x="75577" y="57163"/>
                  </a:cubicBezTo>
                  <a:cubicBezTo>
                    <a:pt x="93545" y="36133"/>
                    <a:pt x="110011" y="13821"/>
                    <a:pt x="134830" y="0"/>
                  </a:cubicBezTo>
                  <a:cubicBezTo>
                    <a:pt x="138137" y="2464"/>
                    <a:pt x="143079" y="3383"/>
                    <a:pt x="143189" y="8861"/>
                  </a:cubicBezTo>
                  <a:cubicBezTo>
                    <a:pt x="125808" y="27745"/>
                    <a:pt x="102449" y="40834"/>
                    <a:pt x="90175" y="64769"/>
                  </a:cubicBezTo>
                  <a:cubicBezTo>
                    <a:pt x="84898" y="75058"/>
                    <a:pt x="66261" y="80664"/>
                    <a:pt x="72805" y="93988"/>
                  </a:cubicBezTo>
                  <a:cubicBezTo>
                    <a:pt x="78868" y="106336"/>
                    <a:pt x="95168" y="97809"/>
                    <a:pt x="106761" y="99783"/>
                  </a:cubicBezTo>
                  <a:cubicBezTo>
                    <a:pt x="110780" y="100468"/>
                    <a:pt x="114949" y="100262"/>
                    <a:pt x="119050" y="100461"/>
                  </a:cubicBezTo>
                  <a:close/>
                </a:path>
              </a:pathLst>
            </a:custGeom>
            <a:solidFill>
              <a:srgbClr val="D88C67"/>
            </a:solidFill>
            <a:ln w="1429" cap="flat">
              <a:noFill/>
              <a:prstDash val="solid"/>
              <a:miter/>
            </a:ln>
          </p:spPr>
          <p:txBody>
            <a:bodyPr rtlCol="0" anchor="ctr"/>
            <a:lstStyle/>
            <a:p>
              <a:endParaRPr lang="en-IN"/>
            </a:p>
          </p:txBody>
        </p:sp>
        <p:sp>
          <p:nvSpPr>
            <p:cNvPr id="91" name="Freeform: Shape 90">
              <a:extLst>
                <a:ext uri="{FF2B5EF4-FFF2-40B4-BE49-F238E27FC236}">
                  <a16:creationId xmlns:a16="http://schemas.microsoft.com/office/drawing/2014/main" id="{2CC5D6E1-CB4E-8EB9-B446-858A18C9ED2E}"/>
                </a:ext>
              </a:extLst>
            </p:cNvPr>
            <p:cNvSpPr/>
            <p:nvPr/>
          </p:nvSpPr>
          <p:spPr>
            <a:xfrm>
              <a:off x="5818865" y="6114921"/>
              <a:ext cx="187152" cy="99461"/>
            </a:xfrm>
            <a:custGeom>
              <a:avLst/>
              <a:gdLst>
                <a:gd name="connsiteX0" fmla="*/ 19310 w 187152"/>
                <a:gd name="connsiteY0" fmla="*/ 99462 h 99461"/>
                <a:gd name="connsiteX1" fmla="*/ 0 w 187152"/>
                <a:gd name="connsiteY1" fmla="*/ 92194 h 99461"/>
                <a:gd name="connsiteX2" fmla="*/ 187152 w 187152"/>
                <a:gd name="connsiteY2" fmla="*/ 0 h 99461"/>
                <a:gd name="connsiteX3" fmla="*/ 19310 w 187152"/>
                <a:gd name="connsiteY3" fmla="*/ 99462 h 99461"/>
              </a:gdLst>
              <a:ahLst/>
              <a:cxnLst>
                <a:cxn ang="0">
                  <a:pos x="connsiteX0" y="connsiteY0"/>
                </a:cxn>
                <a:cxn ang="0">
                  <a:pos x="connsiteX1" y="connsiteY1"/>
                </a:cxn>
                <a:cxn ang="0">
                  <a:pos x="connsiteX2" y="connsiteY2"/>
                </a:cxn>
                <a:cxn ang="0">
                  <a:pos x="connsiteX3" y="connsiteY3"/>
                </a:cxn>
              </a:cxnLst>
              <a:rect l="l" t="t" r="r" b="b"/>
              <a:pathLst>
                <a:path w="187152" h="99461">
                  <a:moveTo>
                    <a:pt x="19310" y="99462"/>
                  </a:moveTo>
                  <a:cubicBezTo>
                    <a:pt x="12877" y="97039"/>
                    <a:pt x="6445" y="94615"/>
                    <a:pt x="0" y="92194"/>
                  </a:cubicBezTo>
                  <a:cubicBezTo>
                    <a:pt x="52461" y="42415"/>
                    <a:pt x="113829" y="9940"/>
                    <a:pt x="187152" y="0"/>
                  </a:cubicBezTo>
                  <a:cubicBezTo>
                    <a:pt x="128042" y="28105"/>
                    <a:pt x="62682" y="45979"/>
                    <a:pt x="19310" y="99462"/>
                  </a:cubicBezTo>
                  <a:close/>
                </a:path>
              </a:pathLst>
            </a:custGeom>
            <a:solidFill>
              <a:srgbClr val="D88C67"/>
            </a:solidFill>
            <a:ln w="1429" cap="flat">
              <a:noFill/>
              <a:prstDash val="solid"/>
              <a:miter/>
            </a:ln>
          </p:spPr>
          <p:txBody>
            <a:bodyPr rtlCol="0" anchor="ctr"/>
            <a:lstStyle/>
            <a:p>
              <a:endParaRPr lang="en-IN"/>
            </a:p>
          </p:txBody>
        </p:sp>
        <p:sp>
          <p:nvSpPr>
            <p:cNvPr id="92" name="Freeform: Shape 91">
              <a:extLst>
                <a:ext uri="{FF2B5EF4-FFF2-40B4-BE49-F238E27FC236}">
                  <a16:creationId xmlns:a16="http://schemas.microsoft.com/office/drawing/2014/main" id="{C7B9C954-EF6F-04C3-81BC-AFC8FB72DB17}"/>
                </a:ext>
              </a:extLst>
            </p:cNvPr>
            <p:cNvSpPr/>
            <p:nvPr/>
          </p:nvSpPr>
          <p:spPr>
            <a:xfrm>
              <a:off x="5829129" y="6069510"/>
              <a:ext cx="110458" cy="48020"/>
            </a:xfrm>
            <a:custGeom>
              <a:avLst/>
              <a:gdLst>
                <a:gd name="connsiteX0" fmla="*/ 8363 w 110458"/>
                <a:gd name="connsiteY0" fmla="*/ 48021 h 48020"/>
                <a:gd name="connsiteX1" fmla="*/ 0 w 110458"/>
                <a:gd name="connsiteY1" fmla="*/ 39157 h 48020"/>
                <a:gd name="connsiteX2" fmla="*/ 110458 w 110458"/>
                <a:gd name="connsiteY2" fmla="*/ 0 h 48020"/>
                <a:gd name="connsiteX3" fmla="*/ 8363 w 110458"/>
                <a:gd name="connsiteY3" fmla="*/ 48021 h 48020"/>
              </a:gdLst>
              <a:ahLst/>
              <a:cxnLst>
                <a:cxn ang="0">
                  <a:pos x="connsiteX0" y="connsiteY0"/>
                </a:cxn>
                <a:cxn ang="0">
                  <a:pos x="connsiteX1" y="connsiteY1"/>
                </a:cxn>
                <a:cxn ang="0">
                  <a:pos x="connsiteX2" y="connsiteY2"/>
                </a:cxn>
                <a:cxn ang="0">
                  <a:pos x="connsiteX3" y="connsiteY3"/>
                </a:cxn>
              </a:cxnLst>
              <a:rect l="l" t="t" r="r" b="b"/>
              <a:pathLst>
                <a:path w="110458" h="48020">
                  <a:moveTo>
                    <a:pt x="8363" y="48021"/>
                  </a:moveTo>
                  <a:cubicBezTo>
                    <a:pt x="5574" y="45066"/>
                    <a:pt x="2787" y="42111"/>
                    <a:pt x="0" y="39157"/>
                  </a:cubicBezTo>
                  <a:cubicBezTo>
                    <a:pt x="34689" y="20393"/>
                    <a:pt x="69364" y="1595"/>
                    <a:pt x="110458" y="0"/>
                  </a:cubicBezTo>
                  <a:cubicBezTo>
                    <a:pt x="78579" y="20758"/>
                    <a:pt x="39226" y="25489"/>
                    <a:pt x="8363" y="48021"/>
                  </a:cubicBezTo>
                  <a:close/>
                </a:path>
              </a:pathLst>
            </a:custGeom>
            <a:solidFill>
              <a:srgbClr val="BD603A"/>
            </a:solidFill>
            <a:ln w="1429" cap="flat">
              <a:noFill/>
              <a:prstDash val="solid"/>
              <a:miter/>
            </a:ln>
          </p:spPr>
          <p:txBody>
            <a:bodyPr rtlCol="0" anchor="ctr"/>
            <a:lstStyle/>
            <a:p>
              <a:endParaRPr lang="en-IN"/>
            </a:p>
          </p:txBody>
        </p:sp>
        <p:sp>
          <p:nvSpPr>
            <p:cNvPr id="93" name="Freeform: Shape 92">
              <a:extLst>
                <a:ext uri="{FF2B5EF4-FFF2-40B4-BE49-F238E27FC236}">
                  <a16:creationId xmlns:a16="http://schemas.microsoft.com/office/drawing/2014/main" id="{846637C9-F2B1-393A-97BA-6516AE34202E}"/>
                </a:ext>
              </a:extLst>
            </p:cNvPr>
            <p:cNvSpPr/>
            <p:nvPr/>
          </p:nvSpPr>
          <p:spPr>
            <a:xfrm>
              <a:off x="2824293" y="5747963"/>
              <a:ext cx="548124" cy="35266"/>
            </a:xfrm>
            <a:custGeom>
              <a:avLst/>
              <a:gdLst>
                <a:gd name="connsiteX0" fmla="*/ 273535 w 548124"/>
                <a:gd name="connsiteY0" fmla="*/ 33658 h 35266"/>
                <a:gd name="connsiteX1" fmla="*/ 31039 w 548124"/>
                <a:gd name="connsiteY1" fmla="*/ 33429 h 35266"/>
                <a:gd name="connsiteX2" fmla="*/ 13 w 548124"/>
                <a:gd name="connsiteY2" fmla="*/ 16616 h 35266"/>
                <a:gd name="connsiteX3" fmla="*/ 32008 w 548124"/>
                <a:gd name="connsiteY3" fmla="*/ 594 h 35266"/>
                <a:gd name="connsiteX4" fmla="*/ 512823 w 548124"/>
                <a:gd name="connsiteY4" fmla="*/ 253 h 35266"/>
                <a:gd name="connsiteX5" fmla="*/ 548117 w 548124"/>
                <a:gd name="connsiteY5" fmla="*/ 19135 h 35266"/>
                <a:gd name="connsiteX6" fmla="*/ 511846 w 548124"/>
                <a:gd name="connsiteY6" fmla="*/ 33365 h 35266"/>
                <a:gd name="connsiteX7" fmla="*/ 273535 w 548124"/>
                <a:gd name="connsiteY7" fmla="*/ 33846 h 35266"/>
                <a:gd name="connsiteX8" fmla="*/ 273535 w 548124"/>
                <a:gd name="connsiteY8" fmla="*/ 33658 h 35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8124" h="35266">
                  <a:moveTo>
                    <a:pt x="273535" y="33658"/>
                  </a:moveTo>
                  <a:cubicBezTo>
                    <a:pt x="192702" y="33658"/>
                    <a:pt x="111869" y="33878"/>
                    <a:pt x="31039" y="33429"/>
                  </a:cubicBezTo>
                  <a:cubicBezTo>
                    <a:pt x="18369" y="33359"/>
                    <a:pt x="-556" y="38546"/>
                    <a:pt x="13" y="16616"/>
                  </a:cubicBezTo>
                  <a:cubicBezTo>
                    <a:pt x="570" y="-4816"/>
                    <a:pt x="19354" y="628"/>
                    <a:pt x="32008" y="594"/>
                  </a:cubicBezTo>
                  <a:cubicBezTo>
                    <a:pt x="192279" y="175"/>
                    <a:pt x="352551" y="165"/>
                    <a:pt x="512823" y="253"/>
                  </a:cubicBezTo>
                  <a:cubicBezTo>
                    <a:pt x="527852" y="262"/>
                    <a:pt x="548600" y="-1813"/>
                    <a:pt x="548117" y="19135"/>
                  </a:cubicBezTo>
                  <a:cubicBezTo>
                    <a:pt x="547563" y="43130"/>
                    <a:pt x="524830" y="33207"/>
                    <a:pt x="511846" y="33365"/>
                  </a:cubicBezTo>
                  <a:cubicBezTo>
                    <a:pt x="432418" y="34328"/>
                    <a:pt x="352974" y="33846"/>
                    <a:pt x="273535" y="33846"/>
                  </a:cubicBezTo>
                  <a:cubicBezTo>
                    <a:pt x="273535" y="33785"/>
                    <a:pt x="273535" y="33722"/>
                    <a:pt x="273535" y="33658"/>
                  </a:cubicBezTo>
                  <a:close/>
                </a:path>
              </a:pathLst>
            </a:custGeom>
            <a:solidFill>
              <a:srgbClr val="414650"/>
            </a:solidFill>
            <a:ln w="1429" cap="flat">
              <a:noFill/>
              <a:prstDash val="solid"/>
              <a:miter/>
            </a:ln>
          </p:spPr>
          <p:txBody>
            <a:bodyPr rtlCol="0" anchor="ctr"/>
            <a:lstStyle/>
            <a:p>
              <a:endParaRPr lang="en-IN"/>
            </a:p>
          </p:txBody>
        </p:sp>
        <p:sp>
          <p:nvSpPr>
            <p:cNvPr id="94" name="Freeform: Shape 93">
              <a:extLst>
                <a:ext uri="{FF2B5EF4-FFF2-40B4-BE49-F238E27FC236}">
                  <a16:creationId xmlns:a16="http://schemas.microsoft.com/office/drawing/2014/main" id="{BDEEE7C2-964F-E04D-5276-712A34D2AF72}"/>
                </a:ext>
              </a:extLst>
            </p:cNvPr>
            <p:cNvSpPr/>
            <p:nvPr/>
          </p:nvSpPr>
          <p:spPr>
            <a:xfrm>
              <a:off x="5301949" y="4551269"/>
              <a:ext cx="49214" cy="253070"/>
            </a:xfrm>
            <a:custGeom>
              <a:avLst/>
              <a:gdLst>
                <a:gd name="connsiteX0" fmla="*/ 0 w 49214"/>
                <a:gd name="connsiteY0" fmla="*/ 0 h 253070"/>
                <a:gd name="connsiteX1" fmla="*/ 21545 w 49214"/>
                <a:gd name="connsiteY1" fmla="*/ 253070 h 253070"/>
                <a:gd name="connsiteX2" fmla="*/ 0 w 49214"/>
                <a:gd name="connsiteY2" fmla="*/ 0 h 253070"/>
              </a:gdLst>
              <a:ahLst/>
              <a:cxnLst>
                <a:cxn ang="0">
                  <a:pos x="connsiteX0" y="connsiteY0"/>
                </a:cxn>
                <a:cxn ang="0">
                  <a:pos x="connsiteX1" y="connsiteY1"/>
                </a:cxn>
                <a:cxn ang="0">
                  <a:pos x="connsiteX2" y="connsiteY2"/>
                </a:cxn>
              </a:cxnLst>
              <a:rect l="l" t="t" r="r" b="b"/>
              <a:pathLst>
                <a:path w="49214" h="253070">
                  <a:moveTo>
                    <a:pt x="0" y="0"/>
                  </a:moveTo>
                  <a:cubicBezTo>
                    <a:pt x="38458" y="81369"/>
                    <a:pt x="76853" y="164097"/>
                    <a:pt x="21545" y="253070"/>
                  </a:cubicBezTo>
                  <a:cubicBezTo>
                    <a:pt x="56385" y="165917"/>
                    <a:pt x="28982" y="83553"/>
                    <a:pt x="0" y="0"/>
                  </a:cubicBezTo>
                  <a:close/>
                </a:path>
              </a:pathLst>
            </a:custGeom>
            <a:solidFill>
              <a:srgbClr val="D37E52"/>
            </a:solidFill>
            <a:ln w="1429" cap="flat">
              <a:noFill/>
              <a:prstDash val="solid"/>
              <a:miter/>
            </a:ln>
          </p:spPr>
          <p:txBody>
            <a:bodyPr rtlCol="0" anchor="ctr"/>
            <a:lstStyle/>
            <a:p>
              <a:endParaRPr lang="en-IN"/>
            </a:p>
          </p:txBody>
        </p:sp>
        <p:sp>
          <p:nvSpPr>
            <p:cNvPr id="95" name="Freeform: Shape 94">
              <a:extLst>
                <a:ext uri="{FF2B5EF4-FFF2-40B4-BE49-F238E27FC236}">
                  <a16:creationId xmlns:a16="http://schemas.microsoft.com/office/drawing/2014/main" id="{3B2E9002-CBE4-5435-C47A-0AFBE304F8C0}"/>
                </a:ext>
              </a:extLst>
            </p:cNvPr>
            <p:cNvSpPr/>
            <p:nvPr/>
          </p:nvSpPr>
          <p:spPr>
            <a:xfrm>
              <a:off x="5360233" y="4362023"/>
              <a:ext cx="138557" cy="74426"/>
            </a:xfrm>
            <a:custGeom>
              <a:avLst/>
              <a:gdLst>
                <a:gd name="connsiteX0" fmla="*/ 138557 w 138557"/>
                <a:gd name="connsiteY0" fmla="*/ 74427 h 74426"/>
                <a:gd name="connsiteX1" fmla="*/ 0 w 138557"/>
                <a:gd name="connsiteY1" fmla="*/ 0 h 74426"/>
                <a:gd name="connsiteX2" fmla="*/ 138557 w 138557"/>
                <a:gd name="connsiteY2" fmla="*/ 74427 h 74426"/>
              </a:gdLst>
              <a:ahLst/>
              <a:cxnLst>
                <a:cxn ang="0">
                  <a:pos x="connsiteX0" y="connsiteY0"/>
                </a:cxn>
                <a:cxn ang="0">
                  <a:pos x="connsiteX1" y="connsiteY1"/>
                </a:cxn>
                <a:cxn ang="0">
                  <a:pos x="connsiteX2" y="connsiteY2"/>
                </a:cxn>
              </a:cxnLst>
              <a:rect l="l" t="t" r="r" b="b"/>
              <a:pathLst>
                <a:path w="138557" h="74426">
                  <a:moveTo>
                    <a:pt x="138557" y="74427"/>
                  </a:moveTo>
                  <a:cubicBezTo>
                    <a:pt x="102064" y="30905"/>
                    <a:pt x="45056" y="26991"/>
                    <a:pt x="0" y="0"/>
                  </a:cubicBezTo>
                  <a:cubicBezTo>
                    <a:pt x="51305" y="14929"/>
                    <a:pt x="109559" y="16430"/>
                    <a:pt x="138557" y="74427"/>
                  </a:cubicBezTo>
                  <a:close/>
                </a:path>
              </a:pathLst>
            </a:custGeom>
            <a:solidFill>
              <a:srgbClr val="C77143"/>
            </a:solidFill>
            <a:ln w="1429" cap="flat">
              <a:noFill/>
              <a:prstDash val="solid"/>
              <a:miter/>
            </a:ln>
          </p:spPr>
          <p:txBody>
            <a:bodyPr rtlCol="0" anchor="ctr"/>
            <a:lstStyle/>
            <a:p>
              <a:endParaRPr lang="en-IN"/>
            </a:p>
          </p:txBody>
        </p:sp>
        <p:sp>
          <p:nvSpPr>
            <p:cNvPr id="96" name="Freeform: Shape 95">
              <a:extLst>
                <a:ext uri="{FF2B5EF4-FFF2-40B4-BE49-F238E27FC236}">
                  <a16:creationId xmlns:a16="http://schemas.microsoft.com/office/drawing/2014/main" id="{03DAEF5B-BF82-956F-B91E-0B97B5DC0E49}"/>
                </a:ext>
              </a:extLst>
            </p:cNvPr>
            <p:cNvSpPr/>
            <p:nvPr/>
          </p:nvSpPr>
          <p:spPr>
            <a:xfrm>
              <a:off x="5285244" y="4425035"/>
              <a:ext cx="126092" cy="27327"/>
            </a:xfrm>
            <a:custGeom>
              <a:avLst/>
              <a:gdLst>
                <a:gd name="connsiteX0" fmla="*/ 126092 w 126092"/>
                <a:gd name="connsiteY0" fmla="*/ 25016 h 27327"/>
                <a:gd name="connsiteX1" fmla="*/ 0 w 126092"/>
                <a:gd name="connsiteY1" fmla="*/ 0 h 27327"/>
                <a:gd name="connsiteX2" fmla="*/ 126092 w 126092"/>
                <a:gd name="connsiteY2" fmla="*/ 25016 h 27327"/>
              </a:gdLst>
              <a:ahLst/>
              <a:cxnLst>
                <a:cxn ang="0">
                  <a:pos x="connsiteX0" y="connsiteY0"/>
                </a:cxn>
                <a:cxn ang="0">
                  <a:pos x="connsiteX1" y="connsiteY1"/>
                </a:cxn>
                <a:cxn ang="0">
                  <a:pos x="connsiteX2" y="connsiteY2"/>
                </a:cxn>
              </a:cxnLst>
              <a:rect l="l" t="t" r="r" b="b"/>
              <a:pathLst>
                <a:path w="126092" h="27327">
                  <a:moveTo>
                    <a:pt x="126092" y="25016"/>
                  </a:moveTo>
                  <a:cubicBezTo>
                    <a:pt x="81325" y="31912"/>
                    <a:pt x="39206" y="23322"/>
                    <a:pt x="0" y="0"/>
                  </a:cubicBezTo>
                  <a:cubicBezTo>
                    <a:pt x="42032" y="8339"/>
                    <a:pt x="84062" y="16677"/>
                    <a:pt x="126092" y="25016"/>
                  </a:cubicBezTo>
                  <a:close/>
                </a:path>
              </a:pathLst>
            </a:custGeom>
            <a:solidFill>
              <a:srgbClr val="C27248"/>
            </a:solidFill>
            <a:ln w="1429" cap="flat">
              <a:noFill/>
              <a:prstDash val="solid"/>
              <a:miter/>
            </a:ln>
          </p:spPr>
          <p:txBody>
            <a:bodyPr rtlCol="0" anchor="ctr"/>
            <a:lstStyle/>
            <a:p>
              <a:endParaRPr lang="en-IN"/>
            </a:p>
          </p:txBody>
        </p:sp>
        <p:sp>
          <p:nvSpPr>
            <p:cNvPr id="97" name="Freeform: Shape 96">
              <a:extLst>
                <a:ext uri="{FF2B5EF4-FFF2-40B4-BE49-F238E27FC236}">
                  <a16:creationId xmlns:a16="http://schemas.microsoft.com/office/drawing/2014/main" id="{9FD6F838-C19D-5435-8506-29B1168AEE48}"/>
                </a:ext>
              </a:extLst>
            </p:cNvPr>
            <p:cNvSpPr/>
            <p:nvPr/>
          </p:nvSpPr>
          <p:spPr>
            <a:xfrm>
              <a:off x="5971200" y="1722369"/>
              <a:ext cx="218762" cy="333684"/>
            </a:xfrm>
            <a:custGeom>
              <a:avLst/>
              <a:gdLst>
                <a:gd name="connsiteX0" fmla="*/ 565 w 218762"/>
                <a:gd name="connsiteY0" fmla="*/ 331239 h 333684"/>
                <a:gd name="connsiteX1" fmla="*/ 15 w 218762"/>
                <a:gd name="connsiteY1" fmla="*/ 35438 h 333684"/>
                <a:gd name="connsiteX2" fmla="*/ 35301 w 218762"/>
                <a:gd name="connsiteY2" fmla="*/ 306 h 333684"/>
                <a:gd name="connsiteX3" fmla="*/ 185259 w 218762"/>
                <a:gd name="connsiteY3" fmla="*/ 82 h 333684"/>
                <a:gd name="connsiteX4" fmla="*/ 217927 w 218762"/>
                <a:gd name="connsiteY4" fmla="*/ 33693 h 333684"/>
                <a:gd name="connsiteX5" fmla="*/ 218762 w 218762"/>
                <a:gd name="connsiteY5" fmla="*/ 325276 h 333684"/>
                <a:gd name="connsiteX6" fmla="*/ 565 w 218762"/>
                <a:gd name="connsiteY6" fmla="*/ 331239 h 333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8762" h="333684">
                  <a:moveTo>
                    <a:pt x="565" y="331239"/>
                  </a:moveTo>
                  <a:cubicBezTo>
                    <a:pt x="575" y="232636"/>
                    <a:pt x="1489" y="134019"/>
                    <a:pt x="15" y="35438"/>
                  </a:cubicBezTo>
                  <a:cubicBezTo>
                    <a:pt x="-395" y="8011"/>
                    <a:pt x="7753" y="-802"/>
                    <a:pt x="35301" y="306"/>
                  </a:cubicBezTo>
                  <a:cubicBezTo>
                    <a:pt x="85219" y="2314"/>
                    <a:pt x="135342" y="2180"/>
                    <a:pt x="185259" y="82"/>
                  </a:cubicBezTo>
                  <a:cubicBezTo>
                    <a:pt x="211930" y="-1041"/>
                    <a:pt x="218071" y="9385"/>
                    <a:pt x="217927" y="33693"/>
                  </a:cubicBezTo>
                  <a:cubicBezTo>
                    <a:pt x="217354" y="130882"/>
                    <a:pt x="218348" y="228080"/>
                    <a:pt x="218762" y="325276"/>
                  </a:cubicBezTo>
                  <a:cubicBezTo>
                    <a:pt x="146415" y="341273"/>
                    <a:pt x="73294" y="329133"/>
                    <a:pt x="565" y="331239"/>
                  </a:cubicBezTo>
                  <a:close/>
                </a:path>
              </a:pathLst>
            </a:custGeom>
            <a:solidFill>
              <a:srgbClr val="F8AF43"/>
            </a:solidFill>
            <a:ln w="1429" cap="flat">
              <a:noFill/>
              <a:prstDash val="solid"/>
              <a:miter/>
            </a:ln>
          </p:spPr>
          <p:txBody>
            <a:bodyPr rtlCol="0" anchor="ctr"/>
            <a:lstStyle/>
            <a:p>
              <a:endParaRPr lang="en-IN"/>
            </a:p>
          </p:txBody>
        </p:sp>
        <p:sp>
          <p:nvSpPr>
            <p:cNvPr id="98" name="Freeform: Shape 97">
              <a:extLst>
                <a:ext uri="{FF2B5EF4-FFF2-40B4-BE49-F238E27FC236}">
                  <a16:creationId xmlns:a16="http://schemas.microsoft.com/office/drawing/2014/main" id="{B1552CFE-9B46-6C6B-8DAB-DEB0F69D0225}"/>
                </a:ext>
              </a:extLst>
            </p:cNvPr>
            <p:cNvSpPr/>
            <p:nvPr/>
          </p:nvSpPr>
          <p:spPr>
            <a:xfrm>
              <a:off x="5451586" y="5456001"/>
              <a:ext cx="216567" cy="401501"/>
            </a:xfrm>
            <a:custGeom>
              <a:avLst/>
              <a:gdLst>
                <a:gd name="connsiteX0" fmla="*/ 84226 w 216567"/>
                <a:gd name="connsiteY0" fmla="*/ 400334 h 401501"/>
                <a:gd name="connsiteX1" fmla="*/ 0 w 216567"/>
                <a:gd name="connsiteY1" fmla="*/ 130190 h 401501"/>
                <a:gd name="connsiteX2" fmla="*/ 16960 w 216567"/>
                <a:gd name="connsiteY2" fmla="*/ 57147 h 401501"/>
                <a:gd name="connsiteX3" fmla="*/ 17249 w 216567"/>
                <a:gd name="connsiteY3" fmla="*/ 0 h 401501"/>
                <a:gd name="connsiteX4" fmla="*/ 209425 w 216567"/>
                <a:gd name="connsiteY4" fmla="*/ 184119 h 401501"/>
                <a:gd name="connsiteX5" fmla="*/ 209437 w 216567"/>
                <a:gd name="connsiteY5" fmla="*/ 222593 h 401501"/>
                <a:gd name="connsiteX6" fmla="*/ 113762 w 216567"/>
                <a:gd name="connsiteY6" fmla="*/ 383280 h 401501"/>
                <a:gd name="connsiteX7" fmla="*/ 84226 w 216567"/>
                <a:gd name="connsiteY7" fmla="*/ 400334 h 401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567" h="401501">
                  <a:moveTo>
                    <a:pt x="84226" y="400334"/>
                  </a:moveTo>
                  <a:cubicBezTo>
                    <a:pt x="51205" y="311837"/>
                    <a:pt x="13468" y="224812"/>
                    <a:pt x="0" y="130190"/>
                  </a:cubicBezTo>
                  <a:cubicBezTo>
                    <a:pt x="26146" y="110650"/>
                    <a:pt x="14637" y="82127"/>
                    <a:pt x="16960" y="57147"/>
                  </a:cubicBezTo>
                  <a:cubicBezTo>
                    <a:pt x="18491" y="40690"/>
                    <a:pt x="17249" y="23975"/>
                    <a:pt x="17249" y="0"/>
                  </a:cubicBezTo>
                  <a:cubicBezTo>
                    <a:pt x="97647" y="49927"/>
                    <a:pt x="153306" y="117272"/>
                    <a:pt x="209425" y="184119"/>
                  </a:cubicBezTo>
                  <a:cubicBezTo>
                    <a:pt x="221500" y="196910"/>
                    <a:pt x="216007" y="210582"/>
                    <a:pt x="209437" y="222593"/>
                  </a:cubicBezTo>
                  <a:cubicBezTo>
                    <a:pt x="179505" y="277309"/>
                    <a:pt x="150066" y="332382"/>
                    <a:pt x="113762" y="383280"/>
                  </a:cubicBezTo>
                  <a:cubicBezTo>
                    <a:pt x="106908" y="392890"/>
                    <a:pt x="100233" y="405406"/>
                    <a:pt x="84226" y="400334"/>
                  </a:cubicBezTo>
                  <a:close/>
                </a:path>
              </a:pathLst>
            </a:custGeom>
            <a:solidFill>
              <a:srgbClr val="E38C68"/>
            </a:solidFill>
            <a:ln w="1429" cap="flat">
              <a:noFill/>
              <a:prstDash val="solid"/>
              <a:miter/>
            </a:ln>
          </p:spPr>
          <p:txBody>
            <a:bodyPr rtlCol="0" anchor="ctr"/>
            <a:lstStyle/>
            <a:p>
              <a:endParaRPr lang="en-IN"/>
            </a:p>
          </p:txBody>
        </p:sp>
        <p:sp>
          <p:nvSpPr>
            <p:cNvPr id="99" name="Freeform: Shape 98">
              <a:extLst>
                <a:ext uri="{FF2B5EF4-FFF2-40B4-BE49-F238E27FC236}">
                  <a16:creationId xmlns:a16="http://schemas.microsoft.com/office/drawing/2014/main" id="{29666E7B-B4DD-E718-2739-0442AE5442EA}"/>
                </a:ext>
              </a:extLst>
            </p:cNvPr>
            <p:cNvSpPr/>
            <p:nvPr/>
          </p:nvSpPr>
          <p:spPr>
            <a:xfrm>
              <a:off x="5535812" y="5583864"/>
              <a:ext cx="157292" cy="474076"/>
            </a:xfrm>
            <a:custGeom>
              <a:avLst/>
              <a:gdLst>
                <a:gd name="connsiteX0" fmla="*/ 0 w 157292"/>
                <a:gd name="connsiteY0" fmla="*/ 272471 h 474076"/>
                <a:gd name="connsiteX1" fmla="*/ 125204 w 157292"/>
                <a:gd name="connsiteY1" fmla="*/ 56248 h 474076"/>
                <a:gd name="connsiteX2" fmla="*/ 157292 w 157292"/>
                <a:gd name="connsiteY2" fmla="*/ 0 h 474076"/>
                <a:gd name="connsiteX3" fmla="*/ 157038 w 157292"/>
                <a:gd name="connsiteY3" fmla="*/ 53894 h 474076"/>
                <a:gd name="connsiteX4" fmla="*/ 97595 w 157292"/>
                <a:gd name="connsiteY4" fmla="*/ 447954 h 474076"/>
                <a:gd name="connsiteX5" fmla="*/ 60328 w 157292"/>
                <a:gd name="connsiteY5" fmla="*/ 472781 h 474076"/>
                <a:gd name="connsiteX6" fmla="*/ 0 w 157292"/>
                <a:gd name="connsiteY6" fmla="*/ 272471 h 47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292" h="474076">
                  <a:moveTo>
                    <a:pt x="0" y="272471"/>
                  </a:moveTo>
                  <a:cubicBezTo>
                    <a:pt x="52539" y="206648"/>
                    <a:pt x="98349" y="136931"/>
                    <a:pt x="125204" y="56248"/>
                  </a:cubicBezTo>
                  <a:cubicBezTo>
                    <a:pt x="135897" y="37502"/>
                    <a:pt x="146594" y="18751"/>
                    <a:pt x="157292" y="0"/>
                  </a:cubicBezTo>
                  <a:cubicBezTo>
                    <a:pt x="157208" y="17961"/>
                    <a:pt x="157124" y="35921"/>
                    <a:pt x="157038" y="53894"/>
                  </a:cubicBezTo>
                  <a:cubicBezTo>
                    <a:pt x="137222" y="185254"/>
                    <a:pt x="117408" y="316605"/>
                    <a:pt x="97595" y="447954"/>
                  </a:cubicBezTo>
                  <a:cubicBezTo>
                    <a:pt x="93080" y="468096"/>
                    <a:pt x="81592" y="477774"/>
                    <a:pt x="60328" y="472781"/>
                  </a:cubicBezTo>
                  <a:cubicBezTo>
                    <a:pt x="39133" y="406337"/>
                    <a:pt x="14166" y="341030"/>
                    <a:pt x="0" y="272471"/>
                  </a:cubicBezTo>
                  <a:close/>
                </a:path>
              </a:pathLst>
            </a:custGeom>
            <a:solidFill>
              <a:srgbClr val="FBFAFA"/>
            </a:solidFill>
            <a:ln w="1429" cap="flat">
              <a:noFill/>
              <a:prstDash val="solid"/>
              <a:miter/>
            </a:ln>
          </p:spPr>
          <p:txBody>
            <a:bodyPr rtlCol="0" anchor="ctr"/>
            <a:lstStyle/>
            <a:p>
              <a:endParaRPr lang="en-IN"/>
            </a:p>
          </p:txBody>
        </p:sp>
        <p:sp>
          <p:nvSpPr>
            <p:cNvPr id="100" name="Freeform: Shape 99">
              <a:extLst>
                <a:ext uri="{FF2B5EF4-FFF2-40B4-BE49-F238E27FC236}">
                  <a16:creationId xmlns:a16="http://schemas.microsoft.com/office/drawing/2014/main" id="{62C5278B-E2A3-9A60-6668-7FE10D041468}"/>
                </a:ext>
              </a:extLst>
            </p:cNvPr>
            <p:cNvSpPr/>
            <p:nvPr/>
          </p:nvSpPr>
          <p:spPr>
            <a:xfrm>
              <a:off x="8222903" y="5831381"/>
              <a:ext cx="749960" cy="154337"/>
            </a:xfrm>
            <a:custGeom>
              <a:avLst/>
              <a:gdLst>
                <a:gd name="connsiteX0" fmla="*/ 2176 w 749960"/>
                <a:gd name="connsiteY0" fmla="*/ 8935 h 154337"/>
                <a:gd name="connsiteX1" fmla="*/ 50547 w 749960"/>
                <a:gd name="connsiteY1" fmla="*/ 647 h 154337"/>
                <a:gd name="connsiteX2" fmla="*/ 710326 w 749960"/>
                <a:gd name="connsiteY2" fmla="*/ 3 h 154337"/>
                <a:gd name="connsiteX3" fmla="*/ 745979 w 749960"/>
                <a:gd name="connsiteY3" fmla="*/ 40756 h 154337"/>
                <a:gd name="connsiteX4" fmla="*/ 745735 w 749960"/>
                <a:gd name="connsiteY4" fmla="*/ 53224 h 154337"/>
                <a:gd name="connsiteX5" fmla="*/ 656323 w 749960"/>
                <a:gd name="connsiteY5" fmla="*/ 142999 h 154337"/>
                <a:gd name="connsiteX6" fmla="*/ 251275 w 749960"/>
                <a:gd name="connsiteY6" fmla="*/ 142700 h 154337"/>
                <a:gd name="connsiteX7" fmla="*/ 204447 w 749960"/>
                <a:gd name="connsiteY7" fmla="*/ 151639 h 154337"/>
                <a:gd name="connsiteX8" fmla="*/ 134515 w 749960"/>
                <a:gd name="connsiteY8" fmla="*/ 148685 h 154337"/>
                <a:gd name="connsiteX9" fmla="*/ 31020 w 749960"/>
                <a:gd name="connsiteY9" fmla="*/ 147793 h 154337"/>
                <a:gd name="connsiteX10" fmla="*/ 139 w 749960"/>
                <a:gd name="connsiteY10" fmla="*/ 116508 h 154337"/>
                <a:gd name="connsiteX11" fmla="*/ 2176 w 749960"/>
                <a:gd name="connsiteY11" fmla="*/ 8935 h 154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960" h="154337">
                  <a:moveTo>
                    <a:pt x="2176" y="8935"/>
                  </a:moveTo>
                  <a:cubicBezTo>
                    <a:pt x="16908" y="-1918"/>
                    <a:pt x="34012" y="651"/>
                    <a:pt x="50547" y="647"/>
                  </a:cubicBezTo>
                  <a:cubicBezTo>
                    <a:pt x="270474" y="582"/>
                    <a:pt x="490405" y="1195"/>
                    <a:pt x="710326" y="3"/>
                  </a:cubicBezTo>
                  <a:cubicBezTo>
                    <a:pt x="742590" y="-171"/>
                    <a:pt x="757782" y="6127"/>
                    <a:pt x="745979" y="40756"/>
                  </a:cubicBezTo>
                  <a:cubicBezTo>
                    <a:pt x="744702" y="44504"/>
                    <a:pt x="745791" y="49049"/>
                    <a:pt x="745735" y="53224"/>
                  </a:cubicBezTo>
                  <a:cubicBezTo>
                    <a:pt x="744531" y="143146"/>
                    <a:pt x="744530" y="143092"/>
                    <a:pt x="656323" y="142999"/>
                  </a:cubicBezTo>
                  <a:cubicBezTo>
                    <a:pt x="521308" y="142856"/>
                    <a:pt x="386291" y="142796"/>
                    <a:pt x="251275" y="142700"/>
                  </a:cubicBezTo>
                  <a:cubicBezTo>
                    <a:pt x="237488" y="155188"/>
                    <a:pt x="220933" y="156673"/>
                    <a:pt x="204447" y="151639"/>
                  </a:cubicBezTo>
                  <a:cubicBezTo>
                    <a:pt x="181151" y="144525"/>
                    <a:pt x="157943" y="146613"/>
                    <a:pt x="134515" y="148685"/>
                  </a:cubicBezTo>
                  <a:cubicBezTo>
                    <a:pt x="100016" y="148330"/>
                    <a:pt x="65514" y="147501"/>
                    <a:pt x="31020" y="147793"/>
                  </a:cubicBezTo>
                  <a:cubicBezTo>
                    <a:pt x="9152" y="147977"/>
                    <a:pt x="-1353" y="140639"/>
                    <a:pt x="139" y="116508"/>
                  </a:cubicBezTo>
                  <a:cubicBezTo>
                    <a:pt x="2350" y="80745"/>
                    <a:pt x="1641" y="44802"/>
                    <a:pt x="2176" y="8935"/>
                  </a:cubicBezTo>
                  <a:close/>
                </a:path>
              </a:pathLst>
            </a:custGeom>
            <a:solidFill>
              <a:srgbClr val="FEE0CF"/>
            </a:solidFill>
            <a:ln w="1429" cap="flat">
              <a:noFill/>
              <a:prstDash val="solid"/>
              <a:miter/>
            </a:ln>
          </p:spPr>
          <p:txBody>
            <a:bodyPr rtlCol="0" anchor="ctr"/>
            <a:lstStyle/>
            <a:p>
              <a:endParaRPr lang="en-IN"/>
            </a:p>
          </p:txBody>
        </p:sp>
        <p:sp>
          <p:nvSpPr>
            <p:cNvPr id="101" name="Freeform: Shape 100">
              <a:extLst>
                <a:ext uri="{FF2B5EF4-FFF2-40B4-BE49-F238E27FC236}">
                  <a16:creationId xmlns:a16="http://schemas.microsoft.com/office/drawing/2014/main" id="{ADD17068-A11E-A317-683D-8883490E59E8}"/>
                </a:ext>
              </a:extLst>
            </p:cNvPr>
            <p:cNvSpPr/>
            <p:nvPr/>
          </p:nvSpPr>
          <p:spPr>
            <a:xfrm>
              <a:off x="8189666" y="5997216"/>
              <a:ext cx="246512" cy="58807"/>
            </a:xfrm>
            <a:custGeom>
              <a:avLst/>
              <a:gdLst>
                <a:gd name="connsiteX0" fmla="*/ 236216 w 246512"/>
                <a:gd name="connsiteY0" fmla="*/ 58647 h 58807"/>
                <a:gd name="connsiteX1" fmla="*/ 84738 w 246512"/>
                <a:gd name="connsiteY1" fmla="*/ 58134 h 58807"/>
                <a:gd name="connsiteX2" fmla="*/ 42973 w 246512"/>
                <a:gd name="connsiteY2" fmla="*/ 28104 h 58807"/>
                <a:gd name="connsiteX3" fmla="*/ 0 w 246512"/>
                <a:gd name="connsiteY3" fmla="*/ 19721 h 58807"/>
                <a:gd name="connsiteX4" fmla="*/ 225881 w 246512"/>
                <a:gd name="connsiteY4" fmla="*/ 1870 h 58807"/>
                <a:gd name="connsiteX5" fmla="*/ 236216 w 246512"/>
                <a:gd name="connsiteY5" fmla="*/ 58647 h 58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6512" h="58807">
                  <a:moveTo>
                    <a:pt x="236216" y="58647"/>
                  </a:moveTo>
                  <a:cubicBezTo>
                    <a:pt x="185714" y="60083"/>
                    <a:pt x="135247" y="51227"/>
                    <a:pt x="84738" y="58134"/>
                  </a:cubicBezTo>
                  <a:cubicBezTo>
                    <a:pt x="83804" y="30172"/>
                    <a:pt x="60277" y="32829"/>
                    <a:pt x="42973" y="28104"/>
                  </a:cubicBezTo>
                  <a:cubicBezTo>
                    <a:pt x="28946" y="24271"/>
                    <a:pt x="12348" y="33014"/>
                    <a:pt x="0" y="19721"/>
                  </a:cubicBezTo>
                  <a:cubicBezTo>
                    <a:pt x="75745" y="19478"/>
                    <a:pt x="149401" y="-7168"/>
                    <a:pt x="225881" y="1870"/>
                  </a:cubicBezTo>
                  <a:cubicBezTo>
                    <a:pt x="256686" y="15816"/>
                    <a:pt x="246649" y="37196"/>
                    <a:pt x="236216" y="58647"/>
                  </a:cubicBezTo>
                  <a:close/>
                </a:path>
              </a:pathLst>
            </a:custGeom>
            <a:solidFill>
              <a:srgbClr val="7A646E"/>
            </a:solidFill>
            <a:ln w="1429" cap="flat">
              <a:noFill/>
              <a:prstDash val="solid"/>
              <a:miter/>
            </a:ln>
          </p:spPr>
          <p:txBody>
            <a:bodyPr rtlCol="0" anchor="ctr"/>
            <a:lstStyle/>
            <a:p>
              <a:endParaRPr lang="en-IN"/>
            </a:p>
          </p:txBody>
        </p:sp>
        <p:sp>
          <p:nvSpPr>
            <p:cNvPr id="102" name="Freeform: Shape 101">
              <a:extLst>
                <a:ext uri="{FF2B5EF4-FFF2-40B4-BE49-F238E27FC236}">
                  <a16:creationId xmlns:a16="http://schemas.microsoft.com/office/drawing/2014/main" id="{9D51912E-819B-5E02-25A7-EF8ED63EA399}"/>
                </a:ext>
              </a:extLst>
            </p:cNvPr>
            <p:cNvSpPr/>
            <p:nvPr/>
          </p:nvSpPr>
          <p:spPr>
            <a:xfrm>
              <a:off x="8415551" y="5977993"/>
              <a:ext cx="60104" cy="80001"/>
            </a:xfrm>
            <a:custGeom>
              <a:avLst/>
              <a:gdLst>
                <a:gd name="connsiteX0" fmla="*/ 10331 w 60104"/>
                <a:gd name="connsiteY0" fmla="*/ 77871 h 80001"/>
                <a:gd name="connsiteX1" fmla="*/ 0 w 60104"/>
                <a:gd name="connsiteY1" fmla="*/ 21097 h 80001"/>
                <a:gd name="connsiteX2" fmla="*/ 4565 w 60104"/>
                <a:gd name="connsiteY2" fmla="*/ 5239 h 80001"/>
                <a:gd name="connsiteX3" fmla="*/ 59646 w 60104"/>
                <a:gd name="connsiteY3" fmla="*/ 1480 h 80001"/>
                <a:gd name="connsiteX4" fmla="*/ 60105 w 60104"/>
                <a:gd name="connsiteY4" fmla="*/ 2683 h 80001"/>
                <a:gd name="connsiteX5" fmla="*/ 60042 w 60104"/>
                <a:gd name="connsiteY5" fmla="*/ 29436 h 80001"/>
                <a:gd name="connsiteX6" fmla="*/ 58776 w 60104"/>
                <a:gd name="connsiteY6" fmla="*/ 71665 h 80001"/>
                <a:gd name="connsiteX7" fmla="*/ 10331 w 60104"/>
                <a:gd name="connsiteY7" fmla="*/ 77871 h 80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04" h="80001">
                  <a:moveTo>
                    <a:pt x="10331" y="77871"/>
                  </a:moveTo>
                  <a:cubicBezTo>
                    <a:pt x="4825" y="59322"/>
                    <a:pt x="15802" y="37777"/>
                    <a:pt x="0" y="21097"/>
                  </a:cubicBezTo>
                  <a:cubicBezTo>
                    <a:pt x="1519" y="15809"/>
                    <a:pt x="3041" y="10524"/>
                    <a:pt x="4565" y="5239"/>
                  </a:cubicBezTo>
                  <a:cubicBezTo>
                    <a:pt x="22373" y="-4093"/>
                    <a:pt x="41236" y="1993"/>
                    <a:pt x="59646" y="1480"/>
                  </a:cubicBezTo>
                  <a:cubicBezTo>
                    <a:pt x="59646" y="1480"/>
                    <a:pt x="60105" y="2686"/>
                    <a:pt x="60105" y="2683"/>
                  </a:cubicBezTo>
                  <a:cubicBezTo>
                    <a:pt x="60079" y="11600"/>
                    <a:pt x="60057" y="20520"/>
                    <a:pt x="60042" y="29436"/>
                  </a:cubicBezTo>
                  <a:cubicBezTo>
                    <a:pt x="59628" y="43508"/>
                    <a:pt x="59203" y="57585"/>
                    <a:pt x="58776" y="71665"/>
                  </a:cubicBezTo>
                  <a:cubicBezTo>
                    <a:pt x="44100" y="85238"/>
                    <a:pt x="26790" y="78243"/>
                    <a:pt x="10331" y="77871"/>
                  </a:cubicBezTo>
                  <a:close/>
                </a:path>
              </a:pathLst>
            </a:custGeom>
            <a:solidFill>
              <a:srgbClr val="3E353B"/>
            </a:solidFill>
            <a:ln w="1429" cap="flat">
              <a:noFill/>
              <a:prstDash val="solid"/>
              <a:miter/>
            </a:ln>
          </p:spPr>
          <p:txBody>
            <a:bodyPr rtlCol="0" anchor="ctr"/>
            <a:lstStyle/>
            <a:p>
              <a:endParaRPr lang="en-IN"/>
            </a:p>
          </p:txBody>
        </p:sp>
        <p:sp>
          <p:nvSpPr>
            <p:cNvPr id="103" name="Freeform: Shape 102">
              <a:extLst>
                <a:ext uri="{FF2B5EF4-FFF2-40B4-BE49-F238E27FC236}">
                  <a16:creationId xmlns:a16="http://schemas.microsoft.com/office/drawing/2014/main" id="{F4ADFE96-48B8-7B75-875C-3E421C7077A8}"/>
                </a:ext>
              </a:extLst>
            </p:cNvPr>
            <p:cNvSpPr/>
            <p:nvPr/>
          </p:nvSpPr>
          <p:spPr>
            <a:xfrm>
              <a:off x="8357384" y="5974084"/>
              <a:ext cx="117844" cy="9148"/>
            </a:xfrm>
            <a:custGeom>
              <a:avLst/>
              <a:gdLst>
                <a:gd name="connsiteX0" fmla="*/ 117815 w 117844"/>
                <a:gd name="connsiteY0" fmla="*/ 5390 h 9148"/>
                <a:gd name="connsiteX1" fmla="*/ 62689 w 117844"/>
                <a:gd name="connsiteY1" fmla="*/ 9149 h 9148"/>
                <a:gd name="connsiteX2" fmla="*/ 0 w 117844"/>
                <a:gd name="connsiteY2" fmla="*/ 5992 h 9148"/>
                <a:gd name="connsiteX3" fmla="*/ 116801 w 117844"/>
                <a:gd name="connsiteY3" fmla="*/ 0 h 9148"/>
                <a:gd name="connsiteX4" fmla="*/ 117815 w 117844"/>
                <a:gd name="connsiteY4" fmla="*/ 5390 h 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44" h="9148">
                  <a:moveTo>
                    <a:pt x="117815" y="5390"/>
                  </a:moveTo>
                  <a:cubicBezTo>
                    <a:pt x="99423" y="6642"/>
                    <a:pt x="81034" y="7895"/>
                    <a:pt x="62689" y="9149"/>
                  </a:cubicBezTo>
                  <a:cubicBezTo>
                    <a:pt x="41810" y="8100"/>
                    <a:pt x="20887" y="7051"/>
                    <a:pt x="0" y="5992"/>
                  </a:cubicBezTo>
                  <a:cubicBezTo>
                    <a:pt x="38961" y="3989"/>
                    <a:pt x="77883" y="1995"/>
                    <a:pt x="116801" y="0"/>
                  </a:cubicBezTo>
                  <a:cubicBezTo>
                    <a:pt x="117612" y="1704"/>
                    <a:pt x="117952" y="3501"/>
                    <a:pt x="117815" y="5390"/>
                  </a:cubicBezTo>
                  <a:close/>
                </a:path>
              </a:pathLst>
            </a:custGeom>
            <a:solidFill>
              <a:srgbClr val="68677C"/>
            </a:solidFill>
            <a:ln w="1429" cap="flat">
              <a:noFill/>
              <a:prstDash val="solid"/>
              <a:miter/>
            </a:ln>
          </p:spPr>
          <p:txBody>
            <a:bodyPr rtlCol="0" anchor="ctr"/>
            <a:lstStyle/>
            <a:p>
              <a:endParaRPr lang="en-IN"/>
            </a:p>
          </p:txBody>
        </p:sp>
        <p:sp>
          <p:nvSpPr>
            <p:cNvPr id="104" name="Freeform: Shape 103">
              <a:extLst>
                <a:ext uri="{FF2B5EF4-FFF2-40B4-BE49-F238E27FC236}">
                  <a16:creationId xmlns:a16="http://schemas.microsoft.com/office/drawing/2014/main" id="{A9F85AEB-4358-3848-7457-E8D74A9D9517}"/>
                </a:ext>
              </a:extLst>
            </p:cNvPr>
            <p:cNvSpPr/>
            <p:nvPr/>
          </p:nvSpPr>
          <p:spPr>
            <a:xfrm>
              <a:off x="5596142" y="6001160"/>
              <a:ext cx="289697" cy="106122"/>
            </a:xfrm>
            <a:custGeom>
              <a:avLst/>
              <a:gdLst>
                <a:gd name="connsiteX0" fmla="*/ 0 w 289697"/>
                <a:gd name="connsiteY0" fmla="*/ 55483 h 106122"/>
                <a:gd name="connsiteX1" fmla="*/ 37266 w 289697"/>
                <a:gd name="connsiteY1" fmla="*/ 30655 h 106122"/>
                <a:gd name="connsiteX2" fmla="*/ 93567 w 289697"/>
                <a:gd name="connsiteY2" fmla="*/ 25160 h 106122"/>
                <a:gd name="connsiteX3" fmla="*/ 289698 w 289697"/>
                <a:gd name="connsiteY3" fmla="*/ 13448 h 106122"/>
                <a:gd name="connsiteX4" fmla="*/ 131443 w 289697"/>
                <a:gd name="connsiteY4" fmla="*/ 106122 h 106122"/>
                <a:gd name="connsiteX5" fmla="*/ 55679 w 289697"/>
                <a:gd name="connsiteY5" fmla="*/ 101340 h 106122"/>
                <a:gd name="connsiteX6" fmla="*/ 9040 w 289697"/>
                <a:gd name="connsiteY6" fmla="*/ 90690 h 106122"/>
                <a:gd name="connsiteX7" fmla="*/ 0 w 289697"/>
                <a:gd name="connsiteY7" fmla="*/ 55483 h 106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9697" h="106122">
                  <a:moveTo>
                    <a:pt x="0" y="55483"/>
                  </a:moveTo>
                  <a:cubicBezTo>
                    <a:pt x="12422" y="47206"/>
                    <a:pt x="24846" y="38929"/>
                    <a:pt x="37266" y="30655"/>
                  </a:cubicBezTo>
                  <a:cubicBezTo>
                    <a:pt x="57886" y="50527"/>
                    <a:pt x="76920" y="31620"/>
                    <a:pt x="93567" y="25160"/>
                  </a:cubicBezTo>
                  <a:cubicBezTo>
                    <a:pt x="158200" y="81"/>
                    <a:pt x="222629" y="-10491"/>
                    <a:pt x="289698" y="13448"/>
                  </a:cubicBezTo>
                  <a:cubicBezTo>
                    <a:pt x="229368" y="31405"/>
                    <a:pt x="180579" y="69059"/>
                    <a:pt x="131443" y="106122"/>
                  </a:cubicBezTo>
                  <a:cubicBezTo>
                    <a:pt x="106887" y="93353"/>
                    <a:pt x="80774" y="105255"/>
                    <a:pt x="55679" y="101340"/>
                  </a:cubicBezTo>
                  <a:cubicBezTo>
                    <a:pt x="39898" y="98879"/>
                    <a:pt x="22983" y="101236"/>
                    <a:pt x="9040" y="90690"/>
                  </a:cubicBezTo>
                  <a:cubicBezTo>
                    <a:pt x="6026" y="78954"/>
                    <a:pt x="3013" y="67218"/>
                    <a:pt x="0" y="55483"/>
                  </a:cubicBezTo>
                  <a:close/>
                </a:path>
              </a:pathLst>
            </a:custGeom>
            <a:solidFill>
              <a:srgbClr val="F5A979"/>
            </a:solidFill>
            <a:ln w="1429" cap="flat">
              <a:noFill/>
              <a:prstDash val="solid"/>
              <a:miter/>
            </a:ln>
          </p:spPr>
          <p:txBody>
            <a:bodyPr rtlCol="0" anchor="ctr"/>
            <a:lstStyle/>
            <a:p>
              <a:endParaRPr lang="en-IN"/>
            </a:p>
          </p:txBody>
        </p:sp>
        <p:sp>
          <p:nvSpPr>
            <p:cNvPr id="105" name="Freeform: Shape 104">
              <a:extLst>
                <a:ext uri="{FF2B5EF4-FFF2-40B4-BE49-F238E27FC236}">
                  <a16:creationId xmlns:a16="http://schemas.microsoft.com/office/drawing/2014/main" id="{D4602EB8-8B05-3CC6-D28A-3E296418EC6A}"/>
                </a:ext>
              </a:extLst>
            </p:cNvPr>
            <p:cNvSpPr/>
            <p:nvPr/>
          </p:nvSpPr>
          <p:spPr>
            <a:xfrm>
              <a:off x="5605179" y="6087112"/>
              <a:ext cx="126442" cy="33157"/>
            </a:xfrm>
            <a:custGeom>
              <a:avLst/>
              <a:gdLst>
                <a:gd name="connsiteX0" fmla="*/ 2 w 126442"/>
                <a:gd name="connsiteY0" fmla="*/ 4737 h 33157"/>
                <a:gd name="connsiteX1" fmla="*/ 111878 w 126442"/>
                <a:gd name="connsiteY1" fmla="*/ 423 h 33157"/>
                <a:gd name="connsiteX2" fmla="*/ 122406 w 126442"/>
                <a:gd name="connsiteY2" fmla="*/ 20173 h 33157"/>
                <a:gd name="connsiteX3" fmla="*/ 68053 w 126442"/>
                <a:gd name="connsiteY3" fmla="*/ 26968 h 33157"/>
                <a:gd name="connsiteX4" fmla="*/ 15558 w 126442"/>
                <a:gd name="connsiteY4" fmla="*/ 23971 h 33157"/>
                <a:gd name="connsiteX5" fmla="*/ 2 w 126442"/>
                <a:gd name="connsiteY5" fmla="*/ 4737 h 33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442" h="33157">
                  <a:moveTo>
                    <a:pt x="2" y="4737"/>
                  </a:moveTo>
                  <a:cubicBezTo>
                    <a:pt x="37324" y="3557"/>
                    <a:pt x="74930" y="4781"/>
                    <a:pt x="111878" y="423"/>
                  </a:cubicBezTo>
                  <a:cubicBezTo>
                    <a:pt x="140510" y="-2953"/>
                    <a:pt x="117163" y="14822"/>
                    <a:pt x="122406" y="20173"/>
                  </a:cubicBezTo>
                  <a:cubicBezTo>
                    <a:pt x="107890" y="47161"/>
                    <a:pt x="86226" y="23072"/>
                    <a:pt x="68053" y="26968"/>
                  </a:cubicBezTo>
                  <a:cubicBezTo>
                    <a:pt x="51521" y="30511"/>
                    <a:pt x="33114" y="25313"/>
                    <a:pt x="15558" y="23971"/>
                  </a:cubicBezTo>
                  <a:cubicBezTo>
                    <a:pt x="6159" y="20988"/>
                    <a:pt x="-116" y="15449"/>
                    <a:pt x="2" y="4737"/>
                  </a:cubicBezTo>
                  <a:close/>
                </a:path>
              </a:pathLst>
            </a:custGeom>
            <a:solidFill>
              <a:srgbClr val="F2D7C5"/>
            </a:solidFill>
            <a:ln w="1429" cap="flat">
              <a:noFill/>
              <a:prstDash val="solid"/>
              <a:miter/>
            </a:ln>
          </p:spPr>
          <p:txBody>
            <a:bodyPr rtlCol="0" anchor="ctr"/>
            <a:lstStyle/>
            <a:p>
              <a:endParaRPr lang="en-IN"/>
            </a:p>
          </p:txBody>
        </p:sp>
        <p:sp>
          <p:nvSpPr>
            <p:cNvPr id="106" name="Freeform: Shape 105">
              <a:extLst>
                <a:ext uri="{FF2B5EF4-FFF2-40B4-BE49-F238E27FC236}">
                  <a16:creationId xmlns:a16="http://schemas.microsoft.com/office/drawing/2014/main" id="{F5569BB8-8D69-82D2-4B3D-DF700A8860C1}"/>
                </a:ext>
              </a:extLst>
            </p:cNvPr>
            <p:cNvSpPr/>
            <p:nvPr/>
          </p:nvSpPr>
          <p:spPr>
            <a:xfrm>
              <a:off x="3755498" y="1770830"/>
              <a:ext cx="596970" cy="649092"/>
            </a:xfrm>
            <a:custGeom>
              <a:avLst/>
              <a:gdLst>
                <a:gd name="connsiteX0" fmla="*/ 303923 w 596970"/>
                <a:gd name="connsiteY0" fmla="*/ 1 h 649092"/>
                <a:gd name="connsiteX1" fmla="*/ 593506 w 596970"/>
                <a:gd name="connsiteY1" fmla="*/ 228665 h 649092"/>
                <a:gd name="connsiteX2" fmla="*/ 563651 w 596970"/>
                <a:gd name="connsiteY2" fmla="*/ 367810 h 649092"/>
                <a:gd name="connsiteX3" fmla="*/ 457603 w 596970"/>
                <a:gd name="connsiteY3" fmla="*/ 485560 h 649092"/>
                <a:gd name="connsiteX4" fmla="*/ 375472 w 596970"/>
                <a:gd name="connsiteY4" fmla="*/ 624326 h 649092"/>
                <a:gd name="connsiteX5" fmla="*/ 279504 w 596970"/>
                <a:gd name="connsiteY5" fmla="*/ 644023 h 649092"/>
                <a:gd name="connsiteX6" fmla="*/ 254452 w 596970"/>
                <a:gd name="connsiteY6" fmla="*/ 617265 h 649092"/>
                <a:gd name="connsiteX7" fmla="*/ 307813 w 596970"/>
                <a:gd name="connsiteY7" fmla="*/ 488984 h 649092"/>
                <a:gd name="connsiteX8" fmla="*/ 404174 w 596970"/>
                <a:gd name="connsiteY8" fmla="*/ 384475 h 649092"/>
                <a:gd name="connsiteX9" fmla="*/ 441870 w 596970"/>
                <a:gd name="connsiteY9" fmla="*/ 234938 h 649092"/>
                <a:gd name="connsiteX10" fmla="*/ 330285 w 596970"/>
                <a:gd name="connsiteY10" fmla="*/ 154475 h 649092"/>
                <a:gd name="connsiteX11" fmla="*/ 182514 w 596970"/>
                <a:gd name="connsiteY11" fmla="*/ 223865 h 649092"/>
                <a:gd name="connsiteX12" fmla="*/ 156421 w 596970"/>
                <a:gd name="connsiteY12" fmla="*/ 293546 h 649092"/>
                <a:gd name="connsiteX13" fmla="*/ 113605 w 596970"/>
                <a:gd name="connsiteY13" fmla="*/ 326919 h 649092"/>
                <a:gd name="connsiteX14" fmla="*/ 72599 w 596970"/>
                <a:gd name="connsiteY14" fmla="*/ 319235 h 649092"/>
                <a:gd name="connsiteX15" fmla="*/ 14103 w 596970"/>
                <a:gd name="connsiteY15" fmla="*/ 222954 h 649092"/>
                <a:gd name="connsiteX16" fmla="*/ 303923 w 596970"/>
                <a:gd name="connsiteY16" fmla="*/ 1 h 649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96970" h="649092">
                  <a:moveTo>
                    <a:pt x="303923" y="1"/>
                  </a:moveTo>
                  <a:cubicBezTo>
                    <a:pt x="463175" y="320"/>
                    <a:pt x="564337" y="80458"/>
                    <a:pt x="593506" y="228665"/>
                  </a:cubicBezTo>
                  <a:cubicBezTo>
                    <a:pt x="603532" y="279604"/>
                    <a:pt x="591262" y="325703"/>
                    <a:pt x="563651" y="367810"/>
                  </a:cubicBezTo>
                  <a:cubicBezTo>
                    <a:pt x="534452" y="412341"/>
                    <a:pt x="497743" y="450579"/>
                    <a:pt x="457603" y="485560"/>
                  </a:cubicBezTo>
                  <a:cubicBezTo>
                    <a:pt x="415036" y="522656"/>
                    <a:pt x="384566" y="562012"/>
                    <a:pt x="375472" y="624326"/>
                  </a:cubicBezTo>
                  <a:cubicBezTo>
                    <a:pt x="368528" y="671915"/>
                    <a:pt x="312300" y="634522"/>
                    <a:pt x="279504" y="644023"/>
                  </a:cubicBezTo>
                  <a:cubicBezTo>
                    <a:pt x="259600" y="649789"/>
                    <a:pt x="254666" y="636319"/>
                    <a:pt x="254452" y="617265"/>
                  </a:cubicBezTo>
                  <a:cubicBezTo>
                    <a:pt x="253878" y="566423"/>
                    <a:pt x="276563" y="525556"/>
                    <a:pt x="307813" y="488984"/>
                  </a:cubicBezTo>
                  <a:cubicBezTo>
                    <a:pt x="338574" y="452987"/>
                    <a:pt x="372557" y="419767"/>
                    <a:pt x="404174" y="384475"/>
                  </a:cubicBezTo>
                  <a:cubicBezTo>
                    <a:pt x="442696" y="341477"/>
                    <a:pt x="462889" y="293221"/>
                    <a:pt x="441870" y="234938"/>
                  </a:cubicBezTo>
                  <a:cubicBezTo>
                    <a:pt x="423034" y="182711"/>
                    <a:pt x="382686" y="157765"/>
                    <a:pt x="330285" y="154475"/>
                  </a:cubicBezTo>
                  <a:cubicBezTo>
                    <a:pt x="269616" y="150666"/>
                    <a:pt x="217740" y="171542"/>
                    <a:pt x="182514" y="223865"/>
                  </a:cubicBezTo>
                  <a:cubicBezTo>
                    <a:pt x="168412" y="244813"/>
                    <a:pt x="156165" y="268481"/>
                    <a:pt x="156421" y="293546"/>
                  </a:cubicBezTo>
                  <a:cubicBezTo>
                    <a:pt x="156764" y="327117"/>
                    <a:pt x="143043" y="334646"/>
                    <a:pt x="113605" y="326919"/>
                  </a:cubicBezTo>
                  <a:cubicBezTo>
                    <a:pt x="100188" y="323398"/>
                    <a:pt x="86328" y="321460"/>
                    <a:pt x="72599" y="319235"/>
                  </a:cubicBezTo>
                  <a:cubicBezTo>
                    <a:pt x="-10231" y="305819"/>
                    <a:pt x="-10238" y="305860"/>
                    <a:pt x="14103" y="222954"/>
                  </a:cubicBezTo>
                  <a:cubicBezTo>
                    <a:pt x="57348" y="75664"/>
                    <a:pt x="156088" y="-295"/>
                    <a:pt x="303923" y="1"/>
                  </a:cubicBezTo>
                  <a:close/>
                </a:path>
              </a:pathLst>
            </a:custGeom>
            <a:solidFill>
              <a:srgbClr val="FAAD3E"/>
            </a:solidFill>
            <a:ln w="1429" cap="flat">
              <a:noFill/>
              <a:prstDash val="solid"/>
              <a:miter/>
            </a:ln>
          </p:spPr>
          <p:txBody>
            <a:bodyPr rtlCol="0" anchor="ctr"/>
            <a:lstStyle/>
            <a:p>
              <a:endParaRPr lang="en-IN"/>
            </a:p>
          </p:txBody>
        </p:sp>
        <p:sp>
          <p:nvSpPr>
            <p:cNvPr id="107" name="Freeform: Shape 106">
              <a:extLst>
                <a:ext uri="{FF2B5EF4-FFF2-40B4-BE49-F238E27FC236}">
                  <a16:creationId xmlns:a16="http://schemas.microsoft.com/office/drawing/2014/main" id="{366DCA2B-0D7F-B3DF-83F6-BF36A1704921}"/>
                </a:ext>
              </a:extLst>
            </p:cNvPr>
            <p:cNvSpPr/>
            <p:nvPr/>
          </p:nvSpPr>
          <p:spPr>
            <a:xfrm>
              <a:off x="3985853" y="2517131"/>
              <a:ext cx="170086" cy="168883"/>
            </a:xfrm>
            <a:custGeom>
              <a:avLst/>
              <a:gdLst>
                <a:gd name="connsiteX0" fmla="*/ 85747 w 170086"/>
                <a:gd name="connsiteY0" fmla="*/ 168870 h 168883"/>
                <a:gd name="connsiteX1" fmla="*/ 1 w 170086"/>
                <a:gd name="connsiteY1" fmla="*/ 88046 h 168883"/>
                <a:gd name="connsiteX2" fmla="*/ 82763 w 170086"/>
                <a:gd name="connsiteY2" fmla="*/ 23 h 168883"/>
                <a:gd name="connsiteX3" fmla="*/ 170082 w 170086"/>
                <a:gd name="connsiteY3" fmla="*/ 86441 h 168883"/>
                <a:gd name="connsiteX4" fmla="*/ 85747 w 170086"/>
                <a:gd name="connsiteY4" fmla="*/ 168870 h 168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086" h="168883">
                  <a:moveTo>
                    <a:pt x="85747" y="168870"/>
                  </a:moveTo>
                  <a:cubicBezTo>
                    <a:pt x="35378" y="169651"/>
                    <a:pt x="300" y="136587"/>
                    <a:pt x="1" y="88046"/>
                  </a:cubicBezTo>
                  <a:cubicBezTo>
                    <a:pt x="-270" y="44077"/>
                    <a:pt x="40222" y="1011"/>
                    <a:pt x="82763" y="23"/>
                  </a:cubicBezTo>
                  <a:cubicBezTo>
                    <a:pt x="130483" y="-1086"/>
                    <a:pt x="169608" y="37633"/>
                    <a:pt x="170082" y="86441"/>
                  </a:cubicBezTo>
                  <a:cubicBezTo>
                    <a:pt x="170554" y="134910"/>
                    <a:pt x="136615" y="168083"/>
                    <a:pt x="85747" y="168870"/>
                  </a:cubicBezTo>
                  <a:close/>
                </a:path>
              </a:pathLst>
            </a:custGeom>
            <a:solidFill>
              <a:srgbClr val="FAA93C"/>
            </a:solidFill>
            <a:ln w="1429" cap="flat">
              <a:noFill/>
              <a:prstDash val="solid"/>
              <a:miter/>
            </a:ln>
          </p:spPr>
          <p:txBody>
            <a:bodyPr rtlCol="0" anchor="ctr"/>
            <a:lstStyle/>
            <a:p>
              <a:endParaRPr lang="en-IN"/>
            </a:p>
          </p:txBody>
        </p:sp>
        <p:sp>
          <p:nvSpPr>
            <p:cNvPr id="108" name="Freeform: Shape 107">
              <a:extLst>
                <a:ext uri="{FF2B5EF4-FFF2-40B4-BE49-F238E27FC236}">
                  <a16:creationId xmlns:a16="http://schemas.microsoft.com/office/drawing/2014/main" id="{BD584606-A1DF-F74E-69C2-AFA8E008C91B}"/>
                </a:ext>
              </a:extLst>
            </p:cNvPr>
            <p:cNvSpPr/>
            <p:nvPr/>
          </p:nvSpPr>
          <p:spPr>
            <a:xfrm>
              <a:off x="7823545" y="2549726"/>
              <a:ext cx="482497" cy="33809"/>
            </a:xfrm>
            <a:custGeom>
              <a:avLst/>
              <a:gdLst>
                <a:gd name="connsiteX0" fmla="*/ 236370 w 482497"/>
                <a:gd name="connsiteY0" fmla="*/ 33395 h 33809"/>
                <a:gd name="connsiteX1" fmla="*/ 31954 w 482497"/>
                <a:gd name="connsiteY1" fmla="*/ 33145 h 33809"/>
                <a:gd name="connsiteX2" fmla="*/ 13 w 482497"/>
                <a:gd name="connsiteY2" fmla="*/ 17365 h 33809"/>
                <a:gd name="connsiteX3" fmla="*/ 30903 w 482497"/>
                <a:gd name="connsiteY3" fmla="*/ 467 h 33809"/>
                <a:gd name="connsiteX4" fmla="*/ 452252 w 482497"/>
                <a:gd name="connsiteY4" fmla="*/ 592 h 33809"/>
                <a:gd name="connsiteX5" fmla="*/ 482442 w 482497"/>
                <a:gd name="connsiteY5" fmla="*/ 18319 h 33809"/>
                <a:gd name="connsiteX6" fmla="*/ 453303 w 482497"/>
                <a:gd name="connsiteY6" fmla="*/ 33115 h 33809"/>
                <a:gd name="connsiteX7" fmla="*/ 236371 w 482497"/>
                <a:gd name="connsiteY7" fmla="*/ 33268 h 33809"/>
                <a:gd name="connsiteX8" fmla="*/ 236370 w 482497"/>
                <a:gd name="connsiteY8" fmla="*/ 33395 h 33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497" h="33809">
                  <a:moveTo>
                    <a:pt x="236370" y="33395"/>
                  </a:moveTo>
                  <a:cubicBezTo>
                    <a:pt x="168230" y="33395"/>
                    <a:pt x="100089" y="33671"/>
                    <a:pt x="31954" y="33145"/>
                  </a:cubicBezTo>
                  <a:cubicBezTo>
                    <a:pt x="19405" y="33048"/>
                    <a:pt x="596" y="38941"/>
                    <a:pt x="13" y="17365"/>
                  </a:cubicBezTo>
                  <a:cubicBezTo>
                    <a:pt x="-574" y="-4464"/>
                    <a:pt x="18181" y="491"/>
                    <a:pt x="30903" y="467"/>
                  </a:cubicBezTo>
                  <a:cubicBezTo>
                    <a:pt x="171353" y="187"/>
                    <a:pt x="311803" y="238"/>
                    <a:pt x="452252" y="592"/>
                  </a:cubicBezTo>
                  <a:cubicBezTo>
                    <a:pt x="465109" y="624"/>
                    <a:pt x="483638" y="-3661"/>
                    <a:pt x="482442" y="18319"/>
                  </a:cubicBezTo>
                  <a:cubicBezTo>
                    <a:pt x="481455" y="36455"/>
                    <a:pt x="465113" y="33067"/>
                    <a:pt x="453303" y="33115"/>
                  </a:cubicBezTo>
                  <a:cubicBezTo>
                    <a:pt x="380994" y="33419"/>
                    <a:pt x="308681" y="33268"/>
                    <a:pt x="236371" y="33268"/>
                  </a:cubicBezTo>
                  <a:cubicBezTo>
                    <a:pt x="236370" y="33311"/>
                    <a:pt x="236370" y="33352"/>
                    <a:pt x="236370" y="33395"/>
                  </a:cubicBezTo>
                  <a:close/>
                </a:path>
              </a:pathLst>
            </a:custGeom>
            <a:solidFill>
              <a:srgbClr val="C7D2D5"/>
            </a:solidFill>
            <a:ln w="1429" cap="flat">
              <a:noFill/>
              <a:prstDash val="solid"/>
              <a:miter/>
            </a:ln>
          </p:spPr>
          <p:txBody>
            <a:bodyPr rtlCol="0" anchor="ctr"/>
            <a:lstStyle/>
            <a:p>
              <a:endParaRPr lang="en-IN"/>
            </a:p>
          </p:txBody>
        </p:sp>
        <p:sp>
          <p:nvSpPr>
            <p:cNvPr id="109" name="Freeform: Shape 108">
              <a:extLst>
                <a:ext uri="{FF2B5EF4-FFF2-40B4-BE49-F238E27FC236}">
                  <a16:creationId xmlns:a16="http://schemas.microsoft.com/office/drawing/2014/main" id="{824D6425-DA07-4582-AED3-FB739609A072}"/>
                </a:ext>
              </a:extLst>
            </p:cNvPr>
            <p:cNvSpPr/>
            <p:nvPr/>
          </p:nvSpPr>
          <p:spPr>
            <a:xfrm>
              <a:off x="7824680" y="2641830"/>
              <a:ext cx="485717" cy="34498"/>
            </a:xfrm>
            <a:custGeom>
              <a:avLst/>
              <a:gdLst>
                <a:gd name="connsiteX0" fmla="*/ 240828 w 485717"/>
                <a:gd name="connsiteY0" fmla="*/ 33700 h 34498"/>
                <a:gd name="connsiteX1" fmla="*/ 31769 w 485717"/>
                <a:gd name="connsiteY1" fmla="*/ 33424 h 34498"/>
                <a:gd name="connsiteX2" fmla="*/ 177 w 485717"/>
                <a:gd name="connsiteY2" fmla="*/ 22728 h 34498"/>
                <a:gd name="connsiteX3" fmla="*/ 30868 w 485717"/>
                <a:gd name="connsiteY3" fmla="*/ 2371 h 34498"/>
                <a:gd name="connsiteX4" fmla="*/ 51557 w 485717"/>
                <a:gd name="connsiteY4" fmla="*/ 915 h 34498"/>
                <a:gd name="connsiteX5" fmla="*/ 448773 w 485717"/>
                <a:gd name="connsiteY5" fmla="*/ 688 h 34498"/>
                <a:gd name="connsiteX6" fmla="*/ 485707 w 485717"/>
                <a:gd name="connsiteY6" fmla="*/ 16257 h 34498"/>
                <a:gd name="connsiteX7" fmla="*/ 449886 w 485717"/>
                <a:gd name="connsiteY7" fmla="*/ 32831 h 34498"/>
                <a:gd name="connsiteX8" fmla="*/ 240826 w 485717"/>
                <a:gd name="connsiteY8" fmla="*/ 33073 h 34498"/>
                <a:gd name="connsiteX9" fmla="*/ 240828 w 485717"/>
                <a:gd name="connsiteY9" fmla="*/ 33700 h 34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5717" h="34498">
                  <a:moveTo>
                    <a:pt x="240828" y="33700"/>
                  </a:moveTo>
                  <a:cubicBezTo>
                    <a:pt x="171142" y="33700"/>
                    <a:pt x="101452" y="33975"/>
                    <a:pt x="31769" y="33424"/>
                  </a:cubicBezTo>
                  <a:cubicBezTo>
                    <a:pt x="20381" y="33334"/>
                    <a:pt x="2185" y="39629"/>
                    <a:pt x="177" y="22728"/>
                  </a:cubicBezTo>
                  <a:cubicBezTo>
                    <a:pt x="-2163" y="3026"/>
                    <a:pt x="19272" y="7174"/>
                    <a:pt x="30868" y="2371"/>
                  </a:cubicBezTo>
                  <a:cubicBezTo>
                    <a:pt x="36933" y="-140"/>
                    <a:pt x="44608" y="926"/>
                    <a:pt x="51557" y="915"/>
                  </a:cubicBezTo>
                  <a:cubicBezTo>
                    <a:pt x="183963" y="709"/>
                    <a:pt x="316368" y="413"/>
                    <a:pt x="448773" y="688"/>
                  </a:cubicBezTo>
                  <a:cubicBezTo>
                    <a:pt x="462898" y="716"/>
                    <a:pt x="485160" y="-5038"/>
                    <a:pt x="485707" y="16257"/>
                  </a:cubicBezTo>
                  <a:cubicBezTo>
                    <a:pt x="486267" y="37994"/>
                    <a:pt x="463989" y="32724"/>
                    <a:pt x="449886" y="32831"/>
                  </a:cubicBezTo>
                  <a:cubicBezTo>
                    <a:pt x="380203" y="33364"/>
                    <a:pt x="310514" y="33073"/>
                    <a:pt x="240826" y="33073"/>
                  </a:cubicBezTo>
                  <a:cubicBezTo>
                    <a:pt x="240828" y="33283"/>
                    <a:pt x="240828" y="33492"/>
                    <a:pt x="240828" y="33700"/>
                  </a:cubicBezTo>
                  <a:close/>
                </a:path>
              </a:pathLst>
            </a:custGeom>
            <a:solidFill>
              <a:srgbClr val="C4CBCC"/>
            </a:solidFill>
            <a:ln w="1429" cap="flat">
              <a:noFill/>
              <a:prstDash val="solid"/>
              <a:miter/>
            </a:ln>
          </p:spPr>
          <p:txBody>
            <a:bodyPr rtlCol="0" anchor="ctr"/>
            <a:lstStyle/>
            <a:p>
              <a:endParaRPr lang="en-IN"/>
            </a:p>
          </p:txBody>
        </p:sp>
        <p:sp>
          <p:nvSpPr>
            <p:cNvPr id="110" name="Freeform: Shape 109">
              <a:extLst>
                <a:ext uri="{FF2B5EF4-FFF2-40B4-BE49-F238E27FC236}">
                  <a16:creationId xmlns:a16="http://schemas.microsoft.com/office/drawing/2014/main" id="{6AD9A2C0-A107-D75A-65FF-1AA04C87A82A}"/>
                </a:ext>
              </a:extLst>
            </p:cNvPr>
            <p:cNvSpPr/>
            <p:nvPr/>
          </p:nvSpPr>
          <p:spPr>
            <a:xfrm>
              <a:off x="7824052" y="2457945"/>
              <a:ext cx="481825" cy="33830"/>
            </a:xfrm>
            <a:custGeom>
              <a:avLst/>
              <a:gdLst>
                <a:gd name="connsiteX0" fmla="*/ 237599 w 481825"/>
                <a:gd name="connsiteY0" fmla="*/ 33426 h 33830"/>
                <a:gd name="connsiteX1" fmla="*/ 28586 w 481825"/>
                <a:gd name="connsiteY1" fmla="*/ 33172 h 33830"/>
                <a:gd name="connsiteX2" fmla="*/ 1 w 481825"/>
                <a:gd name="connsiteY2" fmla="*/ 18979 h 33830"/>
                <a:gd name="connsiteX3" fmla="*/ 27218 w 481825"/>
                <a:gd name="connsiteY3" fmla="*/ 231 h 33830"/>
                <a:gd name="connsiteX4" fmla="*/ 457790 w 481825"/>
                <a:gd name="connsiteY4" fmla="*/ 2 h 33830"/>
                <a:gd name="connsiteX5" fmla="*/ 481823 w 481825"/>
                <a:gd name="connsiteY5" fmla="*/ 15773 h 33830"/>
                <a:gd name="connsiteX6" fmla="*/ 454976 w 481825"/>
                <a:gd name="connsiteY6" fmla="*/ 32986 h 33830"/>
                <a:gd name="connsiteX7" fmla="*/ 237599 w 481825"/>
                <a:gd name="connsiteY7" fmla="*/ 33099 h 33830"/>
                <a:gd name="connsiteX8" fmla="*/ 237599 w 481825"/>
                <a:gd name="connsiteY8" fmla="*/ 33426 h 33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1825" h="33830">
                  <a:moveTo>
                    <a:pt x="237599" y="33426"/>
                  </a:moveTo>
                  <a:cubicBezTo>
                    <a:pt x="167927" y="33426"/>
                    <a:pt x="98253" y="33676"/>
                    <a:pt x="28586" y="33172"/>
                  </a:cubicBezTo>
                  <a:cubicBezTo>
                    <a:pt x="17426" y="33091"/>
                    <a:pt x="178" y="38622"/>
                    <a:pt x="1" y="18979"/>
                  </a:cubicBezTo>
                  <a:cubicBezTo>
                    <a:pt x="-147" y="2563"/>
                    <a:pt x="14027" y="246"/>
                    <a:pt x="27218" y="231"/>
                  </a:cubicBezTo>
                  <a:cubicBezTo>
                    <a:pt x="170742" y="61"/>
                    <a:pt x="314266" y="-14"/>
                    <a:pt x="457790" y="2"/>
                  </a:cubicBezTo>
                  <a:cubicBezTo>
                    <a:pt x="469000" y="3"/>
                    <a:pt x="481603" y="-362"/>
                    <a:pt x="481823" y="15773"/>
                  </a:cubicBezTo>
                  <a:cubicBezTo>
                    <a:pt x="482082" y="34957"/>
                    <a:pt x="467145" y="32948"/>
                    <a:pt x="454976" y="32986"/>
                  </a:cubicBezTo>
                  <a:cubicBezTo>
                    <a:pt x="382518" y="33216"/>
                    <a:pt x="310058" y="33099"/>
                    <a:pt x="237599" y="33099"/>
                  </a:cubicBezTo>
                  <a:cubicBezTo>
                    <a:pt x="237599" y="33209"/>
                    <a:pt x="237599" y="33318"/>
                    <a:pt x="237599" y="33426"/>
                  </a:cubicBezTo>
                  <a:close/>
                </a:path>
              </a:pathLst>
            </a:custGeom>
            <a:solidFill>
              <a:srgbClr val="CBD1D3"/>
            </a:solidFill>
            <a:ln w="1429" cap="flat">
              <a:noFill/>
              <a:prstDash val="solid"/>
              <a:miter/>
            </a:ln>
          </p:spPr>
          <p:txBody>
            <a:bodyPr rtlCol="0" anchor="ctr"/>
            <a:lstStyle/>
            <a:p>
              <a:endParaRPr lang="en-IN"/>
            </a:p>
          </p:txBody>
        </p:sp>
        <p:sp>
          <p:nvSpPr>
            <p:cNvPr id="111" name="Freeform: Shape 110">
              <a:extLst>
                <a:ext uri="{FF2B5EF4-FFF2-40B4-BE49-F238E27FC236}">
                  <a16:creationId xmlns:a16="http://schemas.microsoft.com/office/drawing/2014/main" id="{A2F1BEDF-FCD7-3BB9-A517-291B5CD5460C}"/>
                </a:ext>
              </a:extLst>
            </p:cNvPr>
            <p:cNvSpPr/>
            <p:nvPr/>
          </p:nvSpPr>
          <p:spPr>
            <a:xfrm>
              <a:off x="7825567" y="2734009"/>
              <a:ext cx="480149" cy="33723"/>
            </a:xfrm>
            <a:custGeom>
              <a:avLst/>
              <a:gdLst>
                <a:gd name="connsiteX0" fmla="*/ 240574 w 480149"/>
                <a:gd name="connsiteY0" fmla="*/ 33447 h 33723"/>
                <a:gd name="connsiteX1" fmla="*/ 35552 w 480149"/>
                <a:gd name="connsiteY1" fmla="*/ 33204 h 33723"/>
                <a:gd name="connsiteX2" fmla="*/ 0 w 480149"/>
                <a:gd name="connsiteY2" fmla="*/ 16023 h 33723"/>
                <a:gd name="connsiteX3" fmla="*/ 32882 w 480149"/>
                <a:gd name="connsiteY3" fmla="*/ 216 h 33723"/>
                <a:gd name="connsiteX4" fmla="*/ 451295 w 480149"/>
                <a:gd name="connsiteY4" fmla="*/ 250 h 33723"/>
                <a:gd name="connsiteX5" fmla="*/ 480116 w 480149"/>
                <a:gd name="connsiteY5" fmla="*/ 15391 h 33723"/>
                <a:gd name="connsiteX6" fmla="*/ 449779 w 480149"/>
                <a:gd name="connsiteY6" fmla="*/ 33057 h 33723"/>
                <a:gd name="connsiteX7" fmla="*/ 240574 w 480149"/>
                <a:gd name="connsiteY7" fmla="*/ 33264 h 33723"/>
                <a:gd name="connsiteX8" fmla="*/ 240574 w 480149"/>
                <a:gd name="connsiteY8" fmla="*/ 33447 h 33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149" h="33723">
                  <a:moveTo>
                    <a:pt x="240574" y="33447"/>
                  </a:moveTo>
                  <a:cubicBezTo>
                    <a:pt x="172233" y="33447"/>
                    <a:pt x="103889" y="33743"/>
                    <a:pt x="35552" y="33204"/>
                  </a:cubicBezTo>
                  <a:cubicBezTo>
                    <a:pt x="21442" y="33093"/>
                    <a:pt x="-16" y="38620"/>
                    <a:pt x="0" y="16023"/>
                  </a:cubicBezTo>
                  <a:cubicBezTo>
                    <a:pt x="14" y="-3129"/>
                    <a:pt x="19607" y="237"/>
                    <a:pt x="32882" y="216"/>
                  </a:cubicBezTo>
                  <a:cubicBezTo>
                    <a:pt x="172355" y="-10"/>
                    <a:pt x="311824" y="2"/>
                    <a:pt x="451295" y="250"/>
                  </a:cubicBezTo>
                  <a:cubicBezTo>
                    <a:pt x="463076" y="272"/>
                    <a:pt x="479334" y="-3242"/>
                    <a:pt x="480116" y="15391"/>
                  </a:cubicBezTo>
                  <a:cubicBezTo>
                    <a:pt x="481045" y="37599"/>
                    <a:pt x="462611" y="32977"/>
                    <a:pt x="449779" y="33057"/>
                  </a:cubicBezTo>
                  <a:cubicBezTo>
                    <a:pt x="380045" y="33493"/>
                    <a:pt x="310310" y="33264"/>
                    <a:pt x="240574" y="33264"/>
                  </a:cubicBezTo>
                  <a:cubicBezTo>
                    <a:pt x="240574" y="33326"/>
                    <a:pt x="240574" y="33387"/>
                    <a:pt x="240574" y="33447"/>
                  </a:cubicBezTo>
                  <a:close/>
                </a:path>
              </a:pathLst>
            </a:custGeom>
            <a:solidFill>
              <a:srgbClr val="CBD1D5"/>
            </a:solidFill>
            <a:ln w="1429" cap="flat">
              <a:noFill/>
              <a:prstDash val="solid"/>
              <a:miter/>
            </a:ln>
          </p:spPr>
          <p:txBody>
            <a:bodyPr rtlCol="0" anchor="ctr"/>
            <a:lstStyle/>
            <a:p>
              <a:endParaRPr lang="en-IN"/>
            </a:p>
          </p:txBody>
        </p:sp>
        <p:sp>
          <p:nvSpPr>
            <p:cNvPr id="112" name="Freeform: Shape 111">
              <a:extLst>
                <a:ext uri="{FF2B5EF4-FFF2-40B4-BE49-F238E27FC236}">
                  <a16:creationId xmlns:a16="http://schemas.microsoft.com/office/drawing/2014/main" id="{A3DED6FD-6EEB-D94D-AA4B-E1F97EF2CC92}"/>
                </a:ext>
              </a:extLst>
            </p:cNvPr>
            <p:cNvSpPr/>
            <p:nvPr/>
          </p:nvSpPr>
          <p:spPr>
            <a:xfrm>
              <a:off x="7824565" y="2364964"/>
              <a:ext cx="479872" cy="35069"/>
            </a:xfrm>
            <a:custGeom>
              <a:avLst/>
              <a:gdLst>
                <a:gd name="connsiteX0" fmla="*/ 244715 w 479872"/>
                <a:gd name="connsiteY0" fmla="*/ 719 h 35069"/>
                <a:gd name="connsiteX1" fmla="*/ 449060 w 479872"/>
                <a:gd name="connsiteY1" fmla="*/ 973 h 35069"/>
                <a:gd name="connsiteX2" fmla="*/ 479802 w 479872"/>
                <a:gd name="connsiteY2" fmla="*/ 12458 h 35069"/>
                <a:gd name="connsiteX3" fmla="*/ 451343 w 479872"/>
                <a:gd name="connsiteY3" fmla="*/ 26272 h 35069"/>
                <a:gd name="connsiteX4" fmla="*/ 35034 w 479872"/>
                <a:gd name="connsiteY4" fmla="*/ 33417 h 35069"/>
                <a:gd name="connsiteX5" fmla="*/ 11 w 479872"/>
                <a:gd name="connsiteY5" fmla="*/ 18178 h 35069"/>
                <a:gd name="connsiteX6" fmla="*/ 36197 w 479872"/>
                <a:gd name="connsiteY6" fmla="*/ 906 h 35069"/>
                <a:gd name="connsiteX7" fmla="*/ 244715 w 479872"/>
                <a:gd name="connsiteY7" fmla="*/ 719 h 3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9872" h="35069">
                  <a:moveTo>
                    <a:pt x="244715" y="719"/>
                  </a:moveTo>
                  <a:cubicBezTo>
                    <a:pt x="312832" y="692"/>
                    <a:pt x="380949" y="409"/>
                    <a:pt x="449060" y="973"/>
                  </a:cubicBezTo>
                  <a:cubicBezTo>
                    <a:pt x="460302" y="1066"/>
                    <a:pt x="478550" y="-5092"/>
                    <a:pt x="479802" y="12458"/>
                  </a:cubicBezTo>
                  <a:cubicBezTo>
                    <a:pt x="481168" y="31613"/>
                    <a:pt x="462410" y="25500"/>
                    <a:pt x="451343" y="26272"/>
                  </a:cubicBezTo>
                  <a:cubicBezTo>
                    <a:pt x="312713" y="35950"/>
                    <a:pt x="173845" y="33780"/>
                    <a:pt x="35034" y="33417"/>
                  </a:cubicBezTo>
                  <a:cubicBezTo>
                    <a:pt x="22156" y="33383"/>
                    <a:pt x="-579" y="42522"/>
                    <a:pt x="11" y="18178"/>
                  </a:cubicBezTo>
                  <a:cubicBezTo>
                    <a:pt x="528" y="-3086"/>
                    <a:pt x="21637" y="980"/>
                    <a:pt x="36197" y="906"/>
                  </a:cubicBezTo>
                  <a:cubicBezTo>
                    <a:pt x="105703" y="549"/>
                    <a:pt x="175210" y="746"/>
                    <a:pt x="244715" y="719"/>
                  </a:cubicBezTo>
                  <a:close/>
                </a:path>
              </a:pathLst>
            </a:custGeom>
            <a:solidFill>
              <a:srgbClr val="C4CDD1"/>
            </a:solidFill>
            <a:ln w="1429" cap="flat">
              <a:noFill/>
              <a:prstDash val="solid"/>
              <a:miter/>
            </a:ln>
          </p:spPr>
          <p:txBody>
            <a:bodyPr rtlCol="0" anchor="ctr"/>
            <a:lstStyle/>
            <a:p>
              <a:endParaRPr lang="en-IN"/>
            </a:p>
          </p:txBody>
        </p:sp>
        <p:sp>
          <p:nvSpPr>
            <p:cNvPr id="113" name="Freeform: Shape 112">
              <a:extLst>
                <a:ext uri="{FF2B5EF4-FFF2-40B4-BE49-F238E27FC236}">
                  <a16:creationId xmlns:a16="http://schemas.microsoft.com/office/drawing/2014/main" id="{1A2846F6-9E61-634F-35E1-8C663B113A6F}"/>
                </a:ext>
              </a:extLst>
            </p:cNvPr>
            <p:cNvSpPr/>
            <p:nvPr/>
          </p:nvSpPr>
          <p:spPr>
            <a:xfrm>
              <a:off x="7824872" y="2272617"/>
              <a:ext cx="480544" cy="33994"/>
            </a:xfrm>
            <a:custGeom>
              <a:avLst/>
              <a:gdLst>
                <a:gd name="connsiteX0" fmla="*/ 414512 w 480544"/>
                <a:gd name="connsiteY0" fmla="*/ 33703 h 33994"/>
                <a:gd name="connsiteX1" fmla="*/ 30703 w 480544"/>
                <a:gd name="connsiteY1" fmla="*/ 26587 h 33994"/>
                <a:gd name="connsiteX2" fmla="*/ 8 w 480544"/>
                <a:gd name="connsiteY2" fmla="*/ 15031 h 33994"/>
                <a:gd name="connsiteX3" fmla="*/ 32277 w 480544"/>
                <a:gd name="connsiteY3" fmla="*/ 1315 h 33994"/>
                <a:gd name="connsiteX4" fmla="*/ 446061 w 480544"/>
                <a:gd name="connsiteY4" fmla="*/ 1351 h 33994"/>
                <a:gd name="connsiteX5" fmla="*/ 480530 w 480544"/>
                <a:gd name="connsiteY5" fmla="*/ 18381 h 33994"/>
                <a:gd name="connsiteX6" fmla="*/ 447932 w 480544"/>
                <a:gd name="connsiteY6" fmla="*/ 33499 h 33994"/>
                <a:gd name="connsiteX7" fmla="*/ 414512 w 480544"/>
                <a:gd name="connsiteY7" fmla="*/ 33703 h 33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0544" h="33994">
                  <a:moveTo>
                    <a:pt x="414512" y="33703"/>
                  </a:moveTo>
                  <a:cubicBezTo>
                    <a:pt x="286776" y="20195"/>
                    <a:pt x="158634" y="29285"/>
                    <a:pt x="30703" y="26587"/>
                  </a:cubicBezTo>
                  <a:cubicBezTo>
                    <a:pt x="19418" y="26349"/>
                    <a:pt x="382" y="32400"/>
                    <a:pt x="8" y="15031"/>
                  </a:cubicBezTo>
                  <a:cubicBezTo>
                    <a:pt x="-454" y="-6345"/>
                    <a:pt x="20330" y="1362"/>
                    <a:pt x="32277" y="1315"/>
                  </a:cubicBezTo>
                  <a:cubicBezTo>
                    <a:pt x="170204" y="765"/>
                    <a:pt x="308134" y="752"/>
                    <a:pt x="446061" y="1351"/>
                  </a:cubicBezTo>
                  <a:cubicBezTo>
                    <a:pt x="459282" y="1408"/>
                    <a:pt x="481180" y="-6709"/>
                    <a:pt x="480530" y="18381"/>
                  </a:cubicBezTo>
                  <a:cubicBezTo>
                    <a:pt x="479981" y="39595"/>
                    <a:pt x="460512" y="32381"/>
                    <a:pt x="447932" y="33499"/>
                  </a:cubicBezTo>
                  <a:cubicBezTo>
                    <a:pt x="436871" y="34479"/>
                    <a:pt x="425659" y="33703"/>
                    <a:pt x="414512" y="33703"/>
                  </a:cubicBezTo>
                  <a:close/>
                </a:path>
              </a:pathLst>
            </a:custGeom>
            <a:solidFill>
              <a:srgbClr val="C4CACD"/>
            </a:solidFill>
            <a:ln w="1429" cap="flat">
              <a:noFill/>
              <a:prstDash val="solid"/>
              <a:miter/>
            </a:ln>
          </p:spPr>
          <p:txBody>
            <a:bodyPr rtlCol="0" anchor="ctr"/>
            <a:lstStyle/>
            <a:p>
              <a:endParaRPr lang="en-IN"/>
            </a:p>
          </p:txBody>
        </p:sp>
        <p:sp>
          <p:nvSpPr>
            <p:cNvPr id="114" name="Freeform: Shape 113">
              <a:extLst>
                <a:ext uri="{FF2B5EF4-FFF2-40B4-BE49-F238E27FC236}">
                  <a16:creationId xmlns:a16="http://schemas.microsoft.com/office/drawing/2014/main" id="{48E63FA1-E34C-228E-8005-50DDD7D51A28}"/>
                </a:ext>
              </a:extLst>
            </p:cNvPr>
            <p:cNvSpPr/>
            <p:nvPr/>
          </p:nvSpPr>
          <p:spPr>
            <a:xfrm>
              <a:off x="7824351" y="2181139"/>
              <a:ext cx="485558" cy="27478"/>
            </a:xfrm>
            <a:custGeom>
              <a:avLst/>
              <a:gdLst>
                <a:gd name="connsiteX0" fmla="*/ 242699 w 485558"/>
                <a:gd name="connsiteY0" fmla="*/ 26148 h 27478"/>
                <a:gd name="connsiteX1" fmla="*/ 29748 w 485558"/>
                <a:gd name="connsiteY1" fmla="*/ 25878 h 27478"/>
                <a:gd name="connsiteX2" fmla="*/ 1 w 485558"/>
                <a:gd name="connsiteY2" fmla="*/ 13221 h 27478"/>
                <a:gd name="connsiteX3" fmla="*/ 30047 w 485558"/>
                <a:gd name="connsiteY3" fmla="*/ 687 h 27478"/>
                <a:gd name="connsiteX4" fmla="*/ 451775 w 485558"/>
                <a:gd name="connsiteY4" fmla="*/ 514 h 27478"/>
                <a:gd name="connsiteX5" fmla="*/ 485553 w 485558"/>
                <a:gd name="connsiteY5" fmla="*/ 14540 h 27478"/>
                <a:gd name="connsiteX6" fmla="*/ 451469 w 485558"/>
                <a:gd name="connsiteY6" fmla="*/ 25707 h 27478"/>
                <a:gd name="connsiteX7" fmla="*/ 242699 w 485558"/>
                <a:gd name="connsiteY7" fmla="*/ 26148 h 27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5558" h="27478">
                  <a:moveTo>
                    <a:pt x="242699" y="26148"/>
                  </a:moveTo>
                  <a:cubicBezTo>
                    <a:pt x="171713" y="26146"/>
                    <a:pt x="100728" y="26406"/>
                    <a:pt x="29748" y="25878"/>
                  </a:cubicBezTo>
                  <a:cubicBezTo>
                    <a:pt x="18506" y="25795"/>
                    <a:pt x="-159" y="31259"/>
                    <a:pt x="1" y="13221"/>
                  </a:cubicBezTo>
                  <a:cubicBezTo>
                    <a:pt x="159" y="-4474"/>
                    <a:pt x="18634" y="717"/>
                    <a:pt x="30047" y="687"/>
                  </a:cubicBezTo>
                  <a:cubicBezTo>
                    <a:pt x="170622" y="319"/>
                    <a:pt x="311200" y="314"/>
                    <a:pt x="451775" y="514"/>
                  </a:cubicBezTo>
                  <a:cubicBezTo>
                    <a:pt x="464978" y="533"/>
                    <a:pt x="485954" y="-3382"/>
                    <a:pt x="485553" y="14540"/>
                  </a:cubicBezTo>
                  <a:cubicBezTo>
                    <a:pt x="485111" y="34228"/>
                    <a:pt x="463535" y="25550"/>
                    <a:pt x="451469" y="25707"/>
                  </a:cubicBezTo>
                  <a:cubicBezTo>
                    <a:pt x="381889" y="26614"/>
                    <a:pt x="312290" y="26149"/>
                    <a:pt x="242699" y="26148"/>
                  </a:cubicBezTo>
                  <a:close/>
                </a:path>
              </a:pathLst>
            </a:custGeom>
            <a:solidFill>
              <a:srgbClr val="BFCDCE"/>
            </a:solidFill>
            <a:ln w="1429" cap="flat">
              <a:noFill/>
              <a:prstDash val="solid"/>
              <a:miter/>
            </a:ln>
          </p:spPr>
          <p:txBody>
            <a:bodyPr rtlCol="0" anchor="ctr"/>
            <a:lstStyle/>
            <a:p>
              <a:endParaRPr lang="en-IN"/>
            </a:p>
          </p:txBody>
        </p:sp>
        <p:sp>
          <p:nvSpPr>
            <p:cNvPr id="115" name="Freeform: Shape 114">
              <a:extLst>
                <a:ext uri="{FF2B5EF4-FFF2-40B4-BE49-F238E27FC236}">
                  <a16:creationId xmlns:a16="http://schemas.microsoft.com/office/drawing/2014/main" id="{36CFE453-5509-BF10-857A-BA31A56F8A8A}"/>
                </a:ext>
              </a:extLst>
            </p:cNvPr>
            <p:cNvSpPr/>
            <p:nvPr/>
          </p:nvSpPr>
          <p:spPr>
            <a:xfrm>
              <a:off x="5936963" y="1595970"/>
              <a:ext cx="288713" cy="115924"/>
            </a:xfrm>
            <a:custGeom>
              <a:avLst/>
              <a:gdLst>
                <a:gd name="connsiteX0" fmla="*/ 141069 w 288713"/>
                <a:gd name="connsiteY0" fmla="*/ 115599 h 115924"/>
                <a:gd name="connsiteX1" fmla="*/ 28124 w 288713"/>
                <a:gd name="connsiteY1" fmla="*/ 115896 h 115924"/>
                <a:gd name="connsiteX2" fmla="*/ 2522 w 288713"/>
                <a:gd name="connsiteY2" fmla="*/ 93006 h 115924"/>
                <a:gd name="connsiteX3" fmla="*/ 2470 w 288713"/>
                <a:gd name="connsiteY3" fmla="*/ 88825 h 115924"/>
                <a:gd name="connsiteX4" fmla="*/ 85543 w 288713"/>
                <a:gd name="connsiteY4" fmla="*/ 766 h 115924"/>
                <a:gd name="connsiteX5" fmla="*/ 257059 w 288713"/>
                <a:gd name="connsiteY5" fmla="*/ 19 h 115924"/>
                <a:gd name="connsiteX6" fmla="*/ 287089 w 288713"/>
                <a:gd name="connsiteY6" fmla="*/ 28108 h 115924"/>
                <a:gd name="connsiteX7" fmla="*/ 203821 w 288713"/>
                <a:gd name="connsiteY7" fmla="*/ 115732 h 115924"/>
                <a:gd name="connsiteX8" fmla="*/ 141069 w 288713"/>
                <a:gd name="connsiteY8" fmla="*/ 115728 h 115924"/>
                <a:gd name="connsiteX9" fmla="*/ 141069 w 288713"/>
                <a:gd name="connsiteY9" fmla="*/ 115599 h 115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8713" h="115924">
                  <a:moveTo>
                    <a:pt x="141069" y="115599"/>
                  </a:moveTo>
                  <a:cubicBezTo>
                    <a:pt x="103418" y="115599"/>
                    <a:pt x="65751" y="114937"/>
                    <a:pt x="28124" y="115896"/>
                  </a:cubicBezTo>
                  <a:cubicBezTo>
                    <a:pt x="10968" y="116334"/>
                    <a:pt x="1112" y="111811"/>
                    <a:pt x="2522" y="93006"/>
                  </a:cubicBezTo>
                  <a:cubicBezTo>
                    <a:pt x="2626" y="91621"/>
                    <a:pt x="2573" y="90213"/>
                    <a:pt x="2470" y="88825"/>
                  </a:cubicBezTo>
                  <a:cubicBezTo>
                    <a:pt x="-4037" y="625"/>
                    <a:pt x="-4039" y="718"/>
                    <a:pt x="85543" y="766"/>
                  </a:cubicBezTo>
                  <a:cubicBezTo>
                    <a:pt x="142717" y="796"/>
                    <a:pt x="199903" y="1153"/>
                    <a:pt x="257059" y="19"/>
                  </a:cubicBezTo>
                  <a:cubicBezTo>
                    <a:pt x="278031" y="-396"/>
                    <a:pt x="285919" y="5742"/>
                    <a:pt x="287089" y="28108"/>
                  </a:cubicBezTo>
                  <a:cubicBezTo>
                    <a:pt x="291682" y="115903"/>
                    <a:pt x="292532" y="115853"/>
                    <a:pt x="203821" y="115732"/>
                  </a:cubicBezTo>
                  <a:cubicBezTo>
                    <a:pt x="182903" y="115703"/>
                    <a:pt x="161985" y="115728"/>
                    <a:pt x="141069" y="115728"/>
                  </a:cubicBezTo>
                  <a:cubicBezTo>
                    <a:pt x="141069" y="115685"/>
                    <a:pt x="141069" y="115642"/>
                    <a:pt x="141069" y="115599"/>
                  </a:cubicBezTo>
                  <a:close/>
                </a:path>
              </a:pathLst>
            </a:custGeom>
            <a:solidFill>
              <a:srgbClr val="F9B13E"/>
            </a:solidFill>
            <a:ln w="1429" cap="flat">
              <a:noFill/>
              <a:prstDash val="solid"/>
              <a:miter/>
            </a:ln>
          </p:spPr>
          <p:txBody>
            <a:bodyPr rtlCol="0" anchor="ctr"/>
            <a:lstStyle/>
            <a:p>
              <a:endParaRPr lang="en-IN"/>
            </a:p>
          </p:txBody>
        </p:sp>
        <p:sp>
          <p:nvSpPr>
            <p:cNvPr id="116" name="Freeform: Shape 115">
              <a:extLst>
                <a:ext uri="{FF2B5EF4-FFF2-40B4-BE49-F238E27FC236}">
                  <a16:creationId xmlns:a16="http://schemas.microsoft.com/office/drawing/2014/main" id="{25E5A70B-4D7F-20BE-6762-775E94FEB5F2}"/>
                </a:ext>
              </a:extLst>
            </p:cNvPr>
            <p:cNvSpPr/>
            <p:nvPr/>
          </p:nvSpPr>
          <p:spPr>
            <a:xfrm>
              <a:off x="6171989" y="1044348"/>
              <a:ext cx="81729" cy="82413"/>
            </a:xfrm>
            <a:custGeom>
              <a:avLst/>
              <a:gdLst>
                <a:gd name="connsiteX0" fmla="*/ 67126 w 81729"/>
                <a:gd name="connsiteY0" fmla="*/ 82058 h 82413"/>
                <a:gd name="connsiteX1" fmla="*/ 16259 w 81729"/>
                <a:gd name="connsiteY1" fmla="*/ 72414 h 82413"/>
                <a:gd name="connsiteX2" fmla="*/ 8218 w 81729"/>
                <a:gd name="connsiteY2" fmla="*/ 17079 h 82413"/>
                <a:gd name="connsiteX3" fmla="*/ 55377 w 81729"/>
                <a:gd name="connsiteY3" fmla="*/ 5906 h 82413"/>
                <a:gd name="connsiteX4" fmla="*/ 76401 w 81729"/>
                <a:gd name="connsiteY4" fmla="*/ 60535 h 82413"/>
                <a:gd name="connsiteX5" fmla="*/ 66760 w 81729"/>
                <a:gd name="connsiteY5" fmla="*/ 82414 h 82413"/>
                <a:gd name="connsiteX6" fmla="*/ 67126 w 81729"/>
                <a:gd name="connsiteY6" fmla="*/ 82058 h 8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729" h="82413">
                  <a:moveTo>
                    <a:pt x="67126" y="82058"/>
                  </a:moveTo>
                  <a:cubicBezTo>
                    <a:pt x="50023" y="79880"/>
                    <a:pt x="31488" y="88140"/>
                    <a:pt x="16259" y="72414"/>
                  </a:cubicBezTo>
                  <a:cubicBezTo>
                    <a:pt x="-258" y="55360"/>
                    <a:pt x="-6335" y="37280"/>
                    <a:pt x="8218" y="17079"/>
                  </a:cubicBezTo>
                  <a:cubicBezTo>
                    <a:pt x="20078" y="614"/>
                    <a:pt x="37743" y="-5637"/>
                    <a:pt x="55377" y="5906"/>
                  </a:cubicBezTo>
                  <a:cubicBezTo>
                    <a:pt x="74189" y="18221"/>
                    <a:pt x="90516" y="34238"/>
                    <a:pt x="76401" y="60535"/>
                  </a:cubicBezTo>
                  <a:cubicBezTo>
                    <a:pt x="72624" y="67570"/>
                    <a:pt x="64849" y="72867"/>
                    <a:pt x="66760" y="82414"/>
                  </a:cubicBezTo>
                  <a:cubicBezTo>
                    <a:pt x="66760" y="82415"/>
                    <a:pt x="67126" y="82058"/>
                    <a:pt x="67126" y="82058"/>
                  </a:cubicBezTo>
                  <a:close/>
                </a:path>
              </a:pathLst>
            </a:custGeom>
            <a:solidFill>
              <a:srgbClr val="F9B040"/>
            </a:solidFill>
            <a:ln w="1429" cap="flat">
              <a:noFill/>
              <a:prstDash val="solid"/>
              <a:miter/>
            </a:ln>
          </p:spPr>
          <p:txBody>
            <a:bodyPr rtlCol="0" anchor="ctr"/>
            <a:lstStyle/>
            <a:p>
              <a:endParaRPr lang="en-IN"/>
            </a:p>
          </p:txBody>
        </p:sp>
        <p:sp>
          <p:nvSpPr>
            <p:cNvPr id="117" name="Freeform: Shape 116">
              <a:extLst>
                <a:ext uri="{FF2B5EF4-FFF2-40B4-BE49-F238E27FC236}">
                  <a16:creationId xmlns:a16="http://schemas.microsoft.com/office/drawing/2014/main" id="{157A52E9-263A-5FC9-B243-8183621B9460}"/>
                </a:ext>
              </a:extLst>
            </p:cNvPr>
            <p:cNvSpPr/>
            <p:nvPr/>
          </p:nvSpPr>
          <p:spPr>
            <a:xfrm>
              <a:off x="5827889" y="1052493"/>
              <a:ext cx="76530" cy="82647"/>
            </a:xfrm>
            <a:custGeom>
              <a:avLst/>
              <a:gdLst>
                <a:gd name="connsiteX0" fmla="*/ 26379 w 76530"/>
                <a:gd name="connsiteY0" fmla="*/ 82647 h 82647"/>
                <a:gd name="connsiteX1" fmla="*/ 4446 w 76530"/>
                <a:gd name="connsiteY1" fmla="*/ 21522 h 82647"/>
                <a:gd name="connsiteX2" fmla="*/ 46732 w 76530"/>
                <a:gd name="connsiteY2" fmla="*/ 221 h 82647"/>
                <a:gd name="connsiteX3" fmla="*/ 75438 w 76530"/>
                <a:gd name="connsiteY3" fmla="*/ 30569 h 82647"/>
                <a:gd name="connsiteX4" fmla="*/ 58317 w 76530"/>
                <a:gd name="connsiteY4" fmla="*/ 77237 h 82647"/>
                <a:gd name="connsiteX5" fmla="*/ 25807 w 76530"/>
                <a:gd name="connsiteY5" fmla="*/ 82187 h 82647"/>
                <a:gd name="connsiteX6" fmla="*/ 26379 w 76530"/>
                <a:gd name="connsiteY6" fmla="*/ 82647 h 82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530" h="82647">
                  <a:moveTo>
                    <a:pt x="26379" y="82647"/>
                  </a:moveTo>
                  <a:cubicBezTo>
                    <a:pt x="13809" y="64049"/>
                    <a:pt x="-9849" y="48391"/>
                    <a:pt x="4446" y="21522"/>
                  </a:cubicBezTo>
                  <a:cubicBezTo>
                    <a:pt x="12639" y="6121"/>
                    <a:pt x="28670" y="-1419"/>
                    <a:pt x="46732" y="221"/>
                  </a:cubicBezTo>
                  <a:cubicBezTo>
                    <a:pt x="64525" y="1836"/>
                    <a:pt x="73664" y="13570"/>
                    <a:pt x="75438" y="30569"/>
                  </a:cubicBezTo>
                  <a:cubicBezTo>
                    <a:pt x="77332" y="48724"/>
                    <a:pt x="79232" y="68297"/>
                    <a:pt x="58317" y="77237"/>
                  </a:cubicBezTo>
                  <a:cubicBezTo>
                    <a:pt x="48556" y="81408"/>
                    <a:pt x="36705" y="80689"/>
                    <a:pt x="25807" y="82187"/>
                  </a:cubicBezTo>
                  <a:cubicBezTo>
                    <a:pt x="25813" y="82187"/>
                    <a:pt x="26379" y="82647"/>
                    <a:pt x="26379" y="82647"/>
                  </a:cubicBezTo>
                  <a:close/>
                </a:path>
              </a:pathLst>
            </a:custGeom>
            <a:solidFill>
              <a:srgbClr val="F5A93F"/>
            </a:solidFill>
            <a:ln w="1429" cap="flat">
              <a:noFill/>
              <a:prstDash val="solid"/>
              <a:miter/>
            </a:ln>
          </p:spPr>
          <p:txBody>
            <a:bodyPr rtlCol="0" anchor="ctr"/>
            <a:lstStyle/>
            <a:p>
              <a:endParaRPr lang="en-IN"/>
            </a:p>
          </p:txBody>
        </p:sp>
        <p:sp>
          <p:nvSpPr>
            <p:cNvPr id="118" name="Freeform: Shape 117">
              <a:extLst>
                <a:ext uri="{FF2B5EF4-FFF2-40B4-BE49-F238E27FC236}">
                  <a16:creationId xmlns:a16="http://schemas.microsoft.com/office/drawing/2014/main" id="{D7336BE5-D053-A344-8095-9F0A5EC3741E}"/>
                </a:ext>
              </a:extLst>
            </p:cNvPr>
            <p:cNvSpPr/>
            <p:nvPr/>
          </p:nvSpPr>
          <p:spPr>
            <a:xfrm>
              <a:off x="6286805" y="1043407"/>
              <a:ext cx="76655" cy="81563"/>
            </a:xfrm>
            <a:custGeom>
              <a:avLst/>
              <a:gdLst>
                <a:gd name="connsiteX0" fmla="*/ 0 w 76655"/>
                <a:gd name="connsiteY0" fmla="*/ 40887 h 81563"/>
                <a:gd name="connsiteX1" fmla="*/ 36043 w 76655"/>
                <a:gd name="connsiteY1" fmla="*/ 8 h 81563"/>
                <a:gd name="connsiteX2" fmla="*/ 76512 w 76655"/>
                <a:gd name="connsiteY2" fmla="*/ 38500 h 81563"/>
                <a:gd name="connsiteX3" fmla="*/ 36937 w 76655"/>
                <a:gd name="connsiteY3" fmla="*/ 81534 h 81563"/>
                <a:gd name="connsiteX4" fmla="*/ 0 w 76655"/>
                <a:gd name="connsiteY4" fmla="*/ 40887 h 81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655" h="81563">
                  <a:moveTo>
                    <a:pt x="0" y="40887"/>
                  </a:moveTo>
                  <a:cubicBezTo>
                    <a:pt x="1336" y="17549"/>
                    <a:pt x="9256" y="-424"/>
                    <a:pt x="36043" y="8"/>
                  </a:cubicBezTo>
                  <a:cubicBezTo>
                    <a:pt x="60438" y="401"/>
                    <a:pt x="74910" y="15936"/>
                    <a:pt x="76512" y="38500"/>
                  </a:cubicBezTo>
                  <a:cubicBezTo>
                    <a:pt x="78338" y="64188"/>
                    <a:pt x="62588" y="80671"/>
                    <a:pt x="36937" y="81534"/>
                  </a:cubicBezTo>
                  <a:cubicBezTo>
                    <a:pt x="11014" y="82406"/>
                    <a:pt x="2242" y="63609"/>
                    <a:pt x="0" y="40887"/>
                  </a:cubicBezTo>
                  <a:close/>
                </a:path>
              </a:pathLst>
            </a:custGeom>
            <a:solidFill>
              <a:srgbClr val="F4AD43"/>
            </a:solidFill>
            <a:ln w="1429" cap="flat">
              <a:noFill/>
              <a:prstDash val="solid"/>
              <a:miter/>
            </a:ln>
          </p:spPr>
          <p:txBody>
            <a:bodyPr rtlCol="0" anchor="ctr"/>
            <a:lstStyle/>
            <a:p>
              <a:endParaRPr lang="en-IN"/>
            </a:p>
          </p:txBody>
        </p:sp>
        <p:sp>
          <p:nvSpPr>
            <p:cNvPr id="119" name="Freeform: Shape 118">
              <a:extLst>
                <a:ext uri="{FF2B5EF4-FFF2-40B4-BE49-F238E27FC236}">
                  <a16:creationId xmlns:a16="http://schemas.microsoft.com/office/drawing/2014/main" id="{DF02D458-544B-3C81-3A50-BFE33F631E12}"/>
                </a:ext>
              </a:extLst>
            </p:cNvPr>
            <p:cNvSpPr/>
            <p:nvPr/>
          </p:nvSpPr>
          <p:spPr>
            <a:xfrm>
              <a:off x="5945732" y="1059023"/>
              <a:ext cx="79539" cy="82856"/>
            </a:xfrm>
            <a:custGeom>
              <a:avLst/>
              <a:gdLst>
                <a:gd name="connsiteX0" fmla="*/ 0 w 79539"/>
                <a:gd name="connsiteY0" fmla="*/ 46959 h 82856"/>
                <a:gd name="connsiteX1" fmla="*/ 39639 w 79539"/>
                <a:gd name="connsiteY1" fmla="*/ 42 h 82856"/>
                <a:gd name="connsiteX2" fmla="*/ 79539 w 79539"/>
                <a:gd name="connsiteY2" fmla="*/ 43305 h 82856"/>
                <a:gd name="connsiteX3" fmla="*/ 39635 w 79539"/>
                <a:gd name="connsiteY3" fmla="*/ 82856 h 82856"/>
                <a:gd name="connsiteX4" fmla="*/ 0 w 79539"/>
                <a:gd name="connsiteY4" fmla="*/ 46959 h 828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9" h="82856">
                  <a:moveTo>
                    <a:pt x="0" y="46959"/>
                  </a:moveTo>
                  <a:cubicBezTo>
                    <a:pt x="2143" y="19294"/>
                    <a:pt x="12121" y="1135"/>
                    <a:pt x="39639" y="42"/>
                  </a:cubicBezTo>
                  <a:cubicBezTo>
                    <a:pt x="68875" y="-1119"/>
                    <a:pt x="79518" y="22254"/>
                    <a:pt x="79539" y="43305"/>
                  </a:cubicBezTo>
                  <a:cubicBezTo>
                    <a:pt x="79559" y="63553"/>
                    <a:pt x="65024" y="83001"/>
                    <a:pt x="39635" y="82856"/>
                  </a:cubicBezTo>
                  <a:cubicBezTo>
                    <a:pt x="15210" y="82716"/>
                    <a:pt x="2099" y="68720"/>
                    <a:pt x="0" y="46959"/>
                  </a:cubicBezTo>
                  <a:close/>
                </a:path>
              </a:pathLst>
            </a:custGeom>
            <a:solidFill>
              <a:srgbClr val="F7AD46"/>
            </a:solidFill>
            <a:ln w="1429" cap="flat">
              <a:noFill/>
              <a:prstDash val="solid"/>
              <a:miter/>
            </a:ln>
          </p:spPr>
          <p:txBody>
            <a:bodyPr rtlCol="0" anchor="ctr"/>
            <a:lstStyle/>
            <a:p>
              <a:endParaRPr lang="en-IN"/>
            </a:p>
          </p:txBody>
        </p:sp>
        <p:sp>
          <p:nvSpPr>
            <p:cNvPr id="120" name="Freeform: Shape 119">
              <a:extLst>
                <a:ext uri="{FF2B5EF4-FFF2-40B4-BE49-F238E27FC236}">
                  <a16:creationId xmlns:a16="http://schemas.microsoft.com/office/drawing/2014/main" id="{C134017C-EAB4-CA1E-A5E9-8E6F1CF7A8DC}"/>
                </a:ext>
              </a:extLst>
            </p:cNvPr>
            <p:cNvSpPr/>
            <p:nvPr/>
          </p:nvSpPr>
          <p:spPr>
            <a:xfrm>
              <a:off x="6055218" y="1058947"/>
              <a:ext cx="78106" cy="83980"/>
            </a:xfrm>
            <a:custGeom>
              <a:avLst/>
              <a:gdLst>
                <a:gd name="connsiteX0" fmla="*/ 0 w 78106"/>
                <a:gd name="connsiteY0" fmla="*/ 38204 h 83980"/>
                <a:gd name="connsiteX1" fmla="*/ 40169 w 78106"/>
                <a:gd name="connsiteY1" fmla="*/ 54 h 83980"/>
                <a:gd name="connsiteX2" fmla="*/ 78033 w 78106"/>
                <a:gd name="connsiteY2" fmla="*/ 40630 h 83980"/>
                <a:gd name="connsiteX3" fmla="*/ 38130 w 78106"/>
                <a:gd name="connsiteY3" fmla="*/ 83873 h 83980"/>
                <a:gd name="connsiteX4" fmla="*/ 0 w 78106"/>
                <a:gd name="connsiteY4" fmla="*/ 38204 h 83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6" h="83980">
                  <a:moveTo>
                    <a:pt x="0" y="38204"/>
                  </a:moveTo>
                  <a:cubicBezTo>
                    <a:pt x="2577" y="13806"/>
                    <a:pt x="14796" y="-1016"/>
                    <a:pt x="40169" y="54"/>
                  </a:cubicBezTo>
                  <a:cubicBezTo>
                    <a:pt x="65127" y="1106"/>
                    <a:pt x="79254" y="17109"/>
                    <a:pt x="78033" y="40630"/>
                  </a:cubicBezTo>
                  <a:cubicBezTo>
                    <a:pt x="76840" y="63627"/>
                    <a:pt x="67374" y="85713"/>
                    <a:pt x="38130" y="83873"/>
                  </a:cubicBezTo>
                  <a:cubicBezTo>
                    <a:pt x="10807" y="82157"/>
                    <a:pt x="1457" y="62851"/>
                    <a:pt x="0" y="38204"/>
                  </a:cubicBezTo>
                  <a:close/>
                </a:path>
              </a:pathLst>
            </a:custGeom>
            <a:solidFill>
              <a:srgbClr val="F6AF4B"/>
            </a:solidFill>
            <a:ln w="1429" cap="flat">
              <a:noFill/>
              <a:prstDash val="solid"/>
              <a:miter/>
            </a:ln>
          </p:spPr>
          <p:txBody>
            <a:bodyPr rtlCol="0" anchor="ctr"/>
            <a:lstStyle/>
            <a:p>
              <a:endParaRPr lang="en-IN"/>
            </a:p>
          </p:txBody>
        </p:sp>
        <p:sp>
          <p:nvSpPr>
            <p:cNvPr id="121" name="Freeform: Shape 120">
              <a:extLst>
                <a:ext uri="{FF2B5EF4-FFF2-40B4-BE49-F238E27FC236}">
                  <a16:creationId xmlns:a16="http://schemas.microsoft.com/office/drawing/2014/main" id="{EAB6EDD6-80A1-99A3-BDE5-3B079A9F26D0}"/>
                </a:ext>
              </a:extLst>
            </p:cNvPr>
            <p:cNvSpPr/>
            <p:nvPr/>
          </p:nvSpPr>
          <p:spPr>
            <a:xfrm>
              <a:off x="6666163" y="3815189"/>
              <a:ext cx="48668" cy="65586"/>
            </a:xfrm>
            <a:custGeom>
              <a:avLst/>
              <a:gdLst>
                <a:gd name="connsiteX0" fmla="*/ 157 w 48668"/>
                <a:gd name="connsiteY0" fmla="*/ 26638 h 65586"/>
                <a:gd name="connsiteX1" fmla="*/ 20751 w 48668"/>
                <a:gd name="connsiteY1" fmla="*/ 110 h 65586"/>
                <a:gd name="connsiteX2" fmla="*/ 48616 w 48668"/>
                <a:gd name="connsiteY2" fmla="*/ 34973 h 65586"/>
                <a:gd name="connsiteX3" fmla="*/ 23255 w 48668"/>
                <a:gd name="connsiteY3" fmla="*/ 65529 h 65586"/>
                <a:gd name="connsiteX4" fmla="*/ 157 w 48668"/>
                <a:gd name="connsiteY4" fmla="*/ 26638 h 655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68" h="65586">
                  <a:moveTo>
                    <a:pt x="157" y="26638"/>
                  </a:moveTo>
                  <a:cubicBezTo>
                    <a:pt x="1091" y="15276"/>
                    <a:pt x="1860" y="-1521"/>
                    <a:pt x="20751" y="110"/>
                  </a:cubicBezTo>
                  <a:cubicBezTo>
                    <a:pt x="39400" y="1718"/>
                    <a:pt x="49491" y="16059"/>
                    <a:pt x="48616" y="34973"/>
                  </a:cubicBezTo>
                  <a:cubicBezTo>
                    <a:pt x="47891" y="50645"/>
                    <a:pt x="43922" y="66671"/>
                    <a:pt x="23255" y="65529"/>
                  </a:cubicBezTo>
                  <a:cubicBezTo>
                    <a:pt x="164" y="64252"/>
                    <a:pt x="-547" y="46765"/>
                    <a:pt x="157" y="26638"/>
                  </a:cubicBezTo>
                  <a:close/>
                </a:path>
              </a:pathLst>
            </a:custGeom>
            <a:solidFill>
              <a:srgbClr val="F1B882"/>
            </a:solidFill>
            <a:ln w="1429" cap="flat">
              <a:noFill/>
              <a:prstDash val="solid"/>
              <a:miter/>
            </a:ln>
          </p:spPr>
          <p:txBody>
            <a:bodyPr rtlCol="0" anchor="ctr"/>
            <a:lstStyle/>
            <a:p>
              <a:endParaRPr lang="en-IN"/>
            </a:p>
          </p:txBody>
        </p:sp>
      </p:grpSp>
      <p:sp>
        <p:nvSpPr>
          <p:cNvPr id="3" name="Title 11">
            <a:extLst>
              <a:ext uri="{FF2B5EF4-FFF2-40B4-BE49-F238E27FC236}">
                <a16:creationId xmlns:a16="http://schemas.microsoft.com/office/drawing/2014/main" id="{D3A07C88-98AC-A3FC-4293-855FAA02FACE}"/>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b="0" kern="0" baseline="0">
                <a:solidFill>
                  <a:schemeClr val="tx1">
                    <a:lumMod val="95000"/>
                    <a:lumOff val="5000"/>
                  </a:schemeClr>
                </a:solidFill>
                <a:latin typeface="+mn-lt"/>
                <a:ea typeface="Roboto Condensed" panose="02000000000000000000" pitchFamily="2" charset="0"/>
                <a:cs typeface="Arial" panose="020B0604020202020204" pitchFamily="34" charset="0"/>
              </a:rPr>
              <a:t> </a:t>
            </a:r>
            <a:r>
              <a:rPr lang="en-US" sz="800" b="0" kern="0" baseline="0">
                <a:solidFill>
                  <a:srgbClr val="202020"/>
                </a:solidFill>
                <a:latin typeface="+mn-lt"/>
                <a:ea typeface="Roboto Condensed" panose="02000000000000000000" pitchFamily="2" charset="0"/>
                <a:cs typeface="Poppins" panose="02000000000000000000" pitchFamily="2" charset="0"/>
              </a:rPr>
              <a:t>© 2024 ComplianceQuest. All rights reserved. </a:t>
            </a:r>
          </a:p>
        </p:txBody>
      </p:sp>
    </p:spTree>
    <p:extLst>
      <p:ext uri="{BB962C8B-B14F-4D97-AF65-F5344CB8AC3E}">
        <p14:creationId xmlns:p14="http://schemas.microsoft.com/office/powerpoint/2010/main" val="19976539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9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DDAA808-816B-338B-FC46-45EDDFE6FEF2}"/>
              </a:ext>
            </a:extLst>
          </p:cNvPr>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9578337" y="323262"/>
            <a:ext cx="2361872" cy="367618"/>
          </a:xfrm>
          <a:prstGeom prst="rect">
            <a:avLst/>
          </a:prstGeom>
        </p:spPr>
      </p:pic>
      <p:sp>
        <p:nvSpPr>
          <p:cNvPr id="8" name="Freeform: Shape 7">
            <a:extLst>
              <a:ext uri="{FF2B5EF4-FFF2-40B4-BE49-F238E27FC236}">
                <a16:creationId xmlns:a16="http://schemas.microsoft.com/office/drawing/2014/main" id="{1A3C7F54-C497-1808-ECE5-08E001FFA0D9}"/>
              </a:ext>
            </a:extLst>
          </p:cNvPr>
          <p:cNvSpPr/>
          <p:nvPr userDrawn="1"/>
        </p:nvSpPr>
        <p:spPr>
          <a:xfrm>
            <a:off x="8631976" y="0"/>
            <a:ext cx="3560024" cy="6857999"/>
          </a:xfrm>
          <a:custGeom>
            <a:avLst/>
            <a:gdLst>
              <a:gd name="connsiteX0" fmla="*/ 657044 w 657044"/>
              <a:gd name="connsiteY0" fmla="*/ 0 h 1273993"/>
              <a:gd name="connsiteX1" fmla="*/ 657044 w 657044"/>
              <a:gd name="connsiteY1" fmla="*/ 1273994 h 1273993"/>
              <a:gd name="connsiteX2" fmla="*/ 0 w 657044"/>
              <a:gd name="connsiteY2" fmla="*/ 1273994 h 1273993"/>
              <a:gd name="connsiteX3" fmla="*/ 0 w 657044"/>
              <a:gd name="connsiteY3" fmla="*/ 1230018 h 1273993"/>
              <a:gd name="connsiteX4" fmla="*/ 73723 w 657044"/>
              <a:gd name="connsiteY4" fmla="*/ 1145948 h 1273993"/>
              <a:gd name="connsiteX5" fmla="*/ 514771 w 657044"/>
              <a:gd name="connsiteY5" fmla="*/ 637644 h 1273993"/>
              <a:gd name="connsiteX6" fmla="*/ 73723 w 657044"/>
              <a:gd name="connsiteY6" fmla="*/ 129339 h 1273993"/>
              <a:gd name="connsiteX7" fmla="*/ 0 w 657044"/>
              <a:gd name="connsiteY7" fmla="*/ 45269 h 1273993"/>
              <a:gd name="connsiteX8" fmla="*/ 0 w 657044"/>
              <a:gd name="connsiteY8" fmla="*/ 1293 h 1273993"/>
              <a:gd name="connsiteX9" fmla="*/ 657044 w 657044"/>
              <a:gd name="connsiteY9" fmla="*/ 1293 h 1273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044" h="1273993">
                <a:moveTo>
                  <a:pt x="657044" y="0"/>
                </a:moveTo>
                <a:lnTo>
                  <a:pt x="657044" y="1273994"/>
                </a:lnTo>
                <a:lnTo>
                  <a:pt x="0" y="1273994"/>
                </a:lnTo>
                <a:lnTo>
                  <a:pt x="0" y="1230018"/>
                </a:lnTo>
                <a:cubicBezTo>
                  <a:pt x="0" y="1187336"/>
                  <a:pt x="31041" y="1151121"/>
                  <a:pt x="73723" y="1145948"/>
                </a:cubicBezTo>
                <a:cubicBezTo>
                  <a:pt x="323349" y="1109733"/>
                  <a:pt x="514771" y="896322"/>
                  <a:pt x="514771" y="637644"/>
                </a:cubicBezTo>
                <a:cubicBezTo>
                  <a:pt x="514771" y="378965"/>
                  <a:pt x="323349" y="164261"/>
                  <a:pt x="73723" y="129339"/>
                </a:cubicBezTo>
                <a:cubicBezTo>
                  <a:pt x="31041" y="122872"/>
                  <a:pt x="0" y="86657"/>
                  <a:pt x="0" y="45269"/>
                </a:cubicBezTo>
                <a:lnTo>
                  <a:pt x="0" y="1293"/>
                </a:lnTo>
                <a:lnTo>
                  <a:pt x="657044" y="1293"/>
                </a:lnTo>
                <a:close/>
              </a:path>
            </a:pathLst>
          </a:custGeom>
          <a:solidFill>
            <a:srgbClr val="0070C0"/>
          </a:solidFill>
          <a:ln w="12930" cap="flat">
            <a:solidFill>
              <a:srgbClr val="0070C0"/>
            </a:solid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2D7763D2-F5DC-B596-8142-AF41101D9D8F}"/>
              </a:ext>
            </a:extLst>
          </p:cNvPr>
          <p:cNvSpPr/>
          <p:nvPr userDrawn="1"/>
        </p:nvSpPr>
        <p:spPr>
          <a:xfrm>
            <a:off x="5898540" y="736240"/>
            <a:ext cx="2726564" cy="5453937"/>
          </a:xfrm>
          <a:custGeom>
            <a:avLst/>
            <a:gdLst>
              <a:gd name="connsiteX0" fmla="*/ 64670 w 513477"/>
              <a:gd name="connsiteY0" fmla="*/ 513553 h 1027106"/>
              <a:gd name="connsiteX1" fmla="*/ 483730 w 513477"/>
              <a:gd name="connsiteY1" fmla="*/ 962361 h 1027106"/>
              <a:gd name="connsiteX2" fmla="*/ 513478 w 513477"/>
              <a:gd name="connsiteY2" fmla="*/ 994696 h 1027106"/>
              <a:gd name="connsiteX3" fmla="*/ 513478 w 513477"/>
              <a:gd name="connsiteY3" fmla="*/ 994696 h 1027106"/>
              <a:gd name="connsiteX4" fmla="*/ 479849 w 513477"/>
              <a:gd name="connsiteY4" fmla="*/ 1027031 h 1027106"/>
              <a:gd name="connsiteX5" fmla="*/ 0 w 513477"/>
              <a:gd name="connsiteY5" fmla="*/ 513553 h 1027106"/>
              <a:gd name="connsiteX6" fmla="*/ 479849 w 513477"/>
              <a:gd name="connsiteY6" fmla="*/ 75 h 1027106"/>
              <a:gd name="connsiteX7" fmla="*/ 513478 w 513477"/>
              <a:gd name="connsiteY7" fmla="*/ 32410 h 1027106"/>
              <a:gd name="connsiteX8" fmla="*/ 513478 w 513477"/>
              <a:gd name="connsiteY8" fmla="*/ 32410 h 1027106"/>
              <a:gd name="connsiteX9" fmla="*/ 483730 w 513477"/>
              <a:gd name="connsiteY9" fmla="*/ 64745 h 1027106"/>
              <a:gd name="connsiteX10" fmla="*/ 64670 w 513477"/>
              <a:gd name="connsiteY10" fmla="*/ 513553 h 1027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3477" h="1027106">
                <a:moveTo>
                  <a:pt x="64670" y="513553"/>
                </a:moveTo>
                <a:cubicBezTo>
                  <a:pt x="64670" y="751538"/>
                  <a:pt x="249625" y="946840"/>
                  <a:pt x="483730" y="962361"/>
                </a:cubicBezTo>
                <a:cubicBezTo>
                  <a:pt x="500544" y="963654"/>
                  <a:pt x="513478" y="977882"/>
                  <a:pt x="513478" y="994696"/>
                </a:cubicBezTo>
                <a:lnTo>
                  <a:pt x="513478" y="994696"/>
                </a:lnTo>
                <a:cubicBezTo>
                  <a:pt x="513478" y="1012803"/>
                  <a:pt x="497957" y="1028324"/>
                  <a:pt x="479849" y="1027031"/>
                </a:cubicBezTo>
                <a:cubicBezTo>
                  <a:pt x="212117" y="1008923"/>
                  <a:pt x="0" y="786459"/>
                  <a:pt x="0" y="513553"/>
                </a:cubicBezTo>
                <a:cubicBezTo>
                  <a:pt x="0" y="240647"/>
                  <a:pt x="212117" y="18183"/>
                  <a:pt x="479849" y="75"/>
                </a:cubicBezTo>
                <a:cubicBezTo>
                  <a:pt x="497957" y="-1218"/>
                  <a:pt x="513478" y="14303"/>
                  <a:pt x="513478" y="32410"/>
                </a:cubicBezTo>
                <a:lnTo>
                  <a:pt x="513478" y="32410"/>
                </a:lnTo>
                <a:cubicBezTo>
                  <a:pt x="513478" y="49224"/>
                  <a:pt x="500544" y="63452"/>
                  <a:pt x="483730" y="64745"/>
                </a:cubicBezTo>
                <a:cubicBezTo>
                  <a:pt x="249625" y="80266"/>
                  <a:pt x="64670" y="275568"/>
                  <a:pt x="64670" y="513553"/>
                </a:cubicBezTo>
                <a:close/>
              </a:path>
            </a:pathLst>
          </a:custGeom>
          <a:solidFill>
            <a:srgbClr val="EE7D31"/>
          </a:solidFill>
          <a:ln w="12930" cap="flat">
            <a:solidFill>
              <a:srgbClr val="EE7D31"/>
            </a:solidFill>
            <a:prstDash val="solid"/>
            <a:miter/>
          </a:ln>
        </p:spPr>
        <p:txBody>
          <a:bodyPr rtlCol="0" anchor="ctr"/>
          <a:lstStyle/>
          <a:p>
            <a:endParaRPr lang="en-IN"/>
          </a:p>
        </p:txBody>
      </p:sp>
      <p:pic>
        <p:nvPicPr>
          <p:cNvPr id="12" name="Picture 11" descr="Shape, icon&#10;&#10;Description automatically generated">
            <a:extLst>
              <a:ext uri="{FF2B5EF4-FFF2-40B4-BE49-F238E27FC236}">
                <a16:creationId xmlns:a16="http://schemas.microsoft.com/office/drawing/2014/main" id="{84CA512C-0DC4-B4C6-BC50-B62F38962919}"/>
              </a:ext>
            </a:extLst>
          </p:cNvPr>
          <p:cNvPicPr>
            <a:picLocks noChangeAspect="1"/>
          </p:cNvPicPr>
          <p:nvPr userDrawn="1"/>
        </p:nvPicPr>
        <p:blipFill>
          <a:blip r:embed="rId3"/>
          <a:stretch>
            <a:fillRect/>
          </a:stretch>
        </p:blipFill>
        <p:spPr>
          <a:xfrm>
            <a:off x="207909" y="680197"/>
            <a:ext cx="923925" cy="689750"/>
          </a:xfrm>
          <a:prstGeom prst="rect">
            <a:avLst/>
          </a:prstGeom>
        </p:spPr>
      </p:pic>
      <p:pic>
        <p:nvPicPr>
          <p:cNvPr id="3" name="Graphic 2">
            <a:extLst>
              <a:ext uri="{FF2B5EF4-FFF2-40B4-BE49-F238E27FC236}">
                <a16:creationId xmlns:a16="http://schemas.microsoft.com/office/drawing/2014/main" id="{CEB28986-B3E9-3204-C488-0D3A8770160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609639" y="1153158"/>
            <a:ext cx="6335870" cy="4223912"/>
          </a:xfrm>
          <a:prstGeom prst="rect">
            <a:avLst/>
          </a:prstGeom>
        </p:spPr>
      </p:pic>
      <p:sp>
        <p:nvSpPr>
          <p:cNvPr id="4" name="Title 11">
            <a:extLst>
              <a:ext uri="{FF2B5EF4-FFF2-40B4-BE49-F238E27FC236}">
                <a16:creationId xmlns:a16="http://schemas.microsoft.com/office/drawing/2014/main" id="{38D28AC4-04FE-68FC-03F3-139BE5764094}"/>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b="0" kern="0" baseline="0">
                <a:solidFill>
                  <a:schemeClr val="tx1">
                    <a:lumMod val="95000"/>
                    <a:lumOff val="5000"/>
                  </a:schemeClr>
                </a:solidFill>
                <a:latin typeface="+mn-lt"/>
                <a:ea typeface="Roboto Condensed" panose="02000000000000000000" pitchFamily="2" charset="0"/>
                <a:cs typeface="Arial" panose="020B0604020202020204" pitchFamily="34" charset="0"/>
              </a:rPr>
              <a:t> </a:t>
            </a:r>
            <a:r>
              <a:rPr lang="en-US" sz="800" b="0" kern="0" baseline="0">
                <a:solidFill>
                  <a:srgbClr val="202020"/>
                </a:solidFill>
                <a:latin typeface="+mn-lt"/>
                <a:ea typeface="Roboto Condensed" panose="02000000000000000000" pitchFamily="2" charset="0"/>
                <a:cs typeface="Poppins" panose="02000000000000000000" pitchFamily="2" charset="0"/>
              </a:rPr>
              <a:t>© 2024 ComplianceQuest. All rights reserved. </a:t>
            </a:r>
          </a:p>
        </p:txBody>
      </p:sp>
    </p:spTree>
    <p:extLst>
      <p:ext uri="{BB962C8B-B14F-4D97-AF65-F5344CB8AC3E}">
        <p14:creationId xmlns:p14="http://schemas.microsoft.com/office/powerpoint/2010/main" val="30420842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8_Custom Layout">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D8D7B7CF-0E85-3010-1A24-ADAB0373AC5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546572" y="1014142"/>
            <a:ext cx="4465984" cy="4465984"/>
          </a:xfrm>
          <a:prstGeom prst="rect">
            <a:avLst/>
          </a:prstGeom>
        </p:spPr>
      </p:pic>
      <p:pic>
        <p:nvPicPr>
          <p:cNvPr id="5" name="Picture 4">
            <a:extLst>
              <a:ext uri="{FF2B5EF4-FFF2-40B4-BE49-F238E27FC236}">
                <a16:creationId xmlns:a16="http://schemas.microsoft.com/office/drawing/2014/main" id="{1DDAA808-816B-338B-FC46-45EDDFE6FEF2}"/>
              </a:ext>
            </a:extLst>
          </p:cNvPr>
          <p:cNvPicPr>
            <a:picLocks noChangeAspect="1"/>
          </p:cNvPicPr>
          <p:nvPr userDrawn="1"/>
        </p:nvPicPr>
        <p:blipFill>
          <a:blip r:embed="rId4" cstate="print">
            <a:biLevel thresh="25000"/>
            <a:extLst>
              <a:ext uri="{28A0092B-C50C-407E-A947-70E740481C1C}">
                <a14:useLocalDpi xmlns:a14="http://schemas.microsoft.com/office/drawing/2010/main" val="0"/>
              </a:ext>
            </a:extLst>
          </a:blip>
          <a:stretch>
            <a:fillRect/>
          </a:stretch>
        </p:blipFill>
        <p:spPr>
          <a:xfrm>
            <a:off x="9578337" y="323262"/>
            <a:ext cx="2361872" cy="367618"/>
          </a:xfrm>
          <a:prstGeom prst="rect">
            <a:avLst/>
          </a:prstGeom>
        </p:spPr>
      </p:pic>
      <p:sp>
        <p:nvSpPr>
          <p:cNvPr id="8" name="Freeform: Shape 7">
            <a:extLst>
              <a:ext uri="{FF2B5EF4-FFF2-40B4-BE49-F238E27FC236}">
                <a16:creationId xmlns:a16="http://schemas.microsoft.com/office/drawing/2014/main" id="{1A3C7F54-C497-1808-ECE5-08E001FFA0D9}"/>
              </a:ext>
            </a:extLst>
          </p:cNvPr>
          <p:cNvSpPr/>
          <p:nvPr userDrawn="1"/>
        </p:nvSpPr>
        <p:spPr>
          <a:xfrm>
            <a:off x="8631976" y="0"/>
            <a:ext cx="3560024" cy="6857999"/>
          </a:xfrm>
          <a:custGeom>
            <a:avLst/>
            <a:gdLst>
              <a:gd name="connsiteX0" fmla="*/ 657044 w 657044"/>
              <a:gd name="connsiteY0" fmla="*/ 0 h 1273993"/>
              <a:gd name="connsiteX1" fmla="*/ 657044 w 657044"/>
              <a:gd name="connsiteY1" fmla="*/ 1273994 h 1273993"/>
              <a:gd name="connsiteX2" fmla="*/ 0 w 657044"/>
              <a:gd name="connsiteY2" fmla="*/ 1273994 h 1273993"/>
              <a:gd name="connsiteX3" fmla="*/ 0 w 657044"/>
              <a:gd name="connsiteY3" fmla="*/ 1230018 h 1273993"/>
              <a:gd name="connsiteX4" fmla="*/ 73723 w 657044"/>
              <a:gd name="connsiteY4" fmla="*/ 1145948 h 1273993"/>
              <a:gd name="connsiteX5" fmla="*/ 514771 w 657044"/>
              <a:gd name="connsiteY5" fmla="*/ 637644 h 1273993"/>
              <a:gd name="connsiteX6" fmla="*/ 73723 w 657044"/>
              <a:gd name="connsiteY6" fmla="*/ 129339 h 1273993"/>
              <a:gd name="connsiteX7" fmla="*/ 0 w 657044"/>
              <a:gd name="connsiteY7" fmla="*/ 45269 h 1273993"/>
              <a:gd name="connsiteX8" fmla="*/ 0 w 657044"/>
              <a:gd name="connsiteY8" fmla="*/ 1293 h 1273993"/>
              <a:gd name="connsiteX9" fmla="*/ 657044 w 657044"/>
              <a:gd name="connsiteY9" fmla="*/ 1293 h 1273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044" h="1273993">
                <a:moveTo>
                  <a:pt x="657044" y="0"/>
                </a:moveTo>
                <a:lnTo>
                  <a:pt x="657044" y="1273994"/>
                </a:lnTo>
                <a:lnTo>
                  <a:pt x="0" y="1273994"/>
                </a:lnTo>
                <a:lnTo>
                  <a:pt x="0" y="1230018"/>
                </a:lnTo>
                <a:cubicBezTo>
                  <a:pt x="0" y="1187336"/>
                  <a:pt x="31041" y="1151121"/>
                  <a:pt x="73723" y="1145948"/>
                </a:cubicBezTo>
                <a:cubicBezTo>
                  <a:pt x="323349" y="1109733"/>
                  <a:pt x="514771" y="896322"/>
                  <a:pt x="514771" y="637644"/>
                </a:cubicBezTo>
                <a:cubicBezTo>
                  <a:pt x="514771" y="378965"/>
                  <a:pt x="323349" y="164261"/>
                  <a:pt x="73723" y="129339"/>
                </a:cubicBezTo>
                <a:cubicBezTo>
                  <a:pt x="31041" y="122872"/>
                  <a:pt x="0" y="86657"/>
                  <a:pt x="0" y="45269"/>
                </a:cubicBezTo>
                <a:lnTo>
                  <a:pt x="0" y="1293"/>
                </a:lnTo>
                <a:lnTo>
                  <a:pt x="657044" y="1293"/>
                </a:lnTo>
                <a:close/>
              </a:path>
            </a:pathLst>
          </a:custGeom>
          <a:solidFill>
            <a:srgbClr val="0070C0"/>
          </a:solidFill>
          <a:ln w="12930" cap="flat">
            <a:solidFill>
              <a:srgbClr val="0070C0"/>
            </a:solid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2D7763D2-F5DC-B596-8142-AF41101D9D8F}"/>
              </a:ext>
            </a:extLst>
          </p:cNvPr>
          <p:cNvSpPr/>
          <p:nvPr userDrawn="1"/>
        </p:nvSpPr>
        <p:spPr>
          <a:xfrm>
            <a:off x="5898540" y="736240"/>
            <a:ext cx="2726564" cy="5453937"/>
          </a:xfrm>
          <a:custGeom>
            <a:avLst/>
            <a:gdLst>
              <a:gd name="connsiteX0" fmla="*/ 64670 w 513477"/>
              <a:gd name="connsiteY0" fmla="*/ 513553 h 1027106"/>
              <a:gd name="connsiteX1" fmla="*/ 483730 w 513477"/>
              <a:gd name="connsiteY1" fmla="*/ 962361 h 1027106"/>
              <a:gd name="connsiteX2" fmla="*/ 513478 w 513477"/>
              <a:gd name="connsiteY2" fmla="*/ 994696 h 1027106"/>
              <a:gd name="connsiteX3" fmla="*/ 513478 w 513477"/>
              <a:gd name="connsiteY3" fmla="*/ 994696 h 1027106"/>
              <a:gd name="connsiteX4" fmla="*/ 479849 w 513477"/>
              <a:gd name="connsiteY4" fmla="*/ 1027031 h 1027106"/>
              <a:gd name="connsiteX5" fmla="*/ 0 w 513477"/>
              <a:gd name="connsiteY5" fmla="*/ 513553 h 1027106"/>
              <a:gd name="connsiteX6" fmla="*/ 479849 w 513477"/>
              <a:gd name="connsiteY6" fmla="*/ 75 h 1027106"/>
              <a:gd name="connsiteX7" fmla="*/ 513478 w 513477"/>
              <a:gd name="connsiteY7" fmla="*/ 32410 h 1027106"/>
              <a:gd name="connsiteX8" fmla="*/ 513478 w 513477"/>
              <a:gd name="connsiteY8" fmla="*/ 32410 h 1027106"/>
              <a:gd name="connsiteX9" fmla="*/ 483730 w 513477"/>
              <a:gd name="connsiteY9" fmla="*/ 64745 h 1027106"/>
              <a:gd name="connsiteX10" fmla="*/ 64670 w 513477"/>
              <a:gd name="connsiteY10" fmla="*/ 513553 h 1027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3477" h="1027106">
                <a:moveTo>
                  <a:pt x="64670" y="513553"/>
                </a:moveTo>
                <a:cubicBezTo>
                  <a:pt x="64670" y="751538"/>
                  <a:pt x="249625" y="946840"/>
                  <a:pt x="483730" y="962361"/>
                </a:cubicBezTo>
                <a:cubicBezTo>
                  <a:pt x="500544" y="963654"/>
                  <a:pt x="513478" y="977882"/>
                  <a:pt x="513478" y="994696"/>
                </a:cubicBezTo>
                <a:lnTo>
                  <a:pt x="513478" y="994696"/>
                </a:lnTo>
                <a:cubicBezTo>
                  <a:pt x="513478" y="1012803"/>
                  <a:pt x="497957" y="1028324"/>
                  <a:pt x="479849" y="1027031"/>
                </a:cubicBezTo>
                <a:cubicBezTo>
                  <a:pt x="212117" y="1008923"/>
                  <a:pt x="0" y="786459"/>
                  <a:pt x="0" y="513553"/>
                </a:cubicBezTo>
                <a:cubicBezTo>
                  <a:pt x="0" y="240647"/>
                  <a:pt x="212117" y="18183"/>
                  <a:pt x="479849" y="75"/>
                </a:cubicBezTo>
                <a:cubicBezTo>
                  <a:pt x="497957" y="-1218"/>
                  <a:pt x="513478" y="14303"/>
                  <a:pt x="513478" y="32410"/>
                </a:cubicBezTo>
                <a:lnTo>
                  <a:pt x="513478" y="32410"/>
                </a:lnTo>
                <a:cubicBezTo>
                  <a:pt x="513478" y="49224"/>
                  <a:pt x="500544" y="63452"/>
                  <a:pt x="483730" y="64745"/>
                </a:cubicBezTo>
                <a:cubicBezTo>
                  <a:pt x="249625" y="80266"/>
                  <a:pt x="64670" y="275568"/>
                  <a:pt x="64670" y="513553"/>
                </a:cubicBezTo>
                <a:close/>
              </a:path>
            </a:pathLst>
          </a:custGeom>
          <a:solidFill>
            <a:srgbClr val="EE7D31"/>
          </a:solidFill>
          <a:ln w="12930" cap="flat">
            <a:solidFill>
              <a:srgbClr val="EE7D31"/>
            </a:solidFill>
            <a:prstDash val="solid"/>
            <a:miter/>
          </a:ln>
        </p:spPr>
        <p:txBody>
          <a:bodyPr rtlCol="0" anchor="ctr"/>
          <a:lstStyle/>
          <a:p>
            <a:endParaRPr lang="en-IN"/>
          </a:p>
        </p:txBody>
      </p:sp>
      <p:pic>
        <p:nvPicPr>
          <p:cNvPr id="12" name="Picture 11" descr="Shape, icon&#10;&#10;Description automatically generated">
            <a:extLst>
              <a:ext uri="{FF2B5EF4-FFF2-40B4-BE49-F238E27FC236}">
                <a16:creationId xmlns:a16="http://schemas.microsoft.com/office/drawing/2014/main" id="{84CA512C-0DC4-B4C6-BC50-B62F38962919}"/>
              </a:ext>
            </a:extLst>
          </p:cNvPr>
          <p:cNvPicPr>
            <a:picLocks noChangeAspect="1"/>
          </p:cNvPicPr>
          <p:nvPr userDrawn="1"/>
        </p:nvPicPr>
        <p:blipFill>
          <a:blip r:embed="rId5"/>
          <a:stretch>
            <a:fillRect/>
          </a:stretch>
        </p:blipFill>
        <p:spPr>
          <a:xfrm>
            <a:off x="207909" y="680197"/>
            <a:ext cx="923925" cy="689750"/>
          </a:xfrm>
          <a:prstGeom prst="rect">
            <a:avLst/>
          </a:prstGeom>
        </p:spPr>
      </p:pic>
      <p:sp>
        <p:nvSpPr>
          <p:cNvPr id="4" name="Title 11">
            <a:extLst>
              <a:ext uri="{FF2B5EF4-FFF2-40B4-BE49-F238E27FC236}">
                <a16:creationId xmlns:a16="http://schemas.microsoft.com/office/drawing/2014/main" id="{A3C9A42C-D0CA-7A58-8360-CDF67B429664}"/>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b="0" kern="0" baseline="0">
                <a:solidFill>
                  <a:schemeClr val="tx1">
                    <a:lumMod val="95000"/>
                    <a:lumOff val="5000"/>
                  </a:schemeClr>
                </a:solidFill>
                <a:latin typeface="+mn-lt"/>
                <a:ea typeface="Roboto Condensed" panose="02000000000000000000" pitchFamily="2" charset="0"/>
                <a:cs typeface="Arial" panose="020B0604020202020204" pitchFamily="34" charset="0"/>
              </a:rPr>
              <a:t> </a:t>
            </a:r>
            <a:r>
              <a:rPr lang="en-US" sz="800" b="0" kern="0" baseline="0">
                <a:solidFill>
                  <a:srgbClr val="202020"/>
                </a:solidFill>
                <a:latin typeface="+mn-lt"/>
                <a:ea typeface="Roboto Condensed" panose="02000000000000000000" pitchFamily="2" charset="0"/>
                <a:cs typeface="Poppins" panose="02000000000000000000" pitchFamily="2" charset="0"/>
              </a:rPr>
              <a:t>© 2024 ComplianceQuest. All rights reserved. </a:t>
            </a:r>
          </a:p>
        </p:txBody>
      </p:sp>
    </p:spTree>
    <p:extLst>
      <p:ext uri="{BB962C8B-B14F-4D97-AF65-F5344CB8AC3E}">
        <p14:creationId xmlns:p14="http://schemas.microsoft.com/office/powerpoint/2010/main" val="5907981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8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DDAA808-816B-338B-FC46-45EDDFE6FEF2}"/>
              </a:ext>
            </a:extLst>
          </p:cNvPr>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9578337" y="323262"/>
            <a:ext cx="2361872" cy="367618"/>
          </a:xfrm>
          <a:prstGeom prst="rect">
            <a:avLst/>
          </a:prstGeom>
        </p:spPr>
      </p:pic>
      <p:sp>
        <p:nvSpPr>
          <p:cNvPr id="8" name="Freeform: Shape 7">
            <a:extLst>
              <a:ext uri="{FF2B5EF4-FFF2-40B4-BE49-F238E27FC236}">
                <a16:creationId xmlns:a16="http://schemas.microsoft.com/office/drawing/2014/main" id="{1A3C7F54-C497-1808-ECE5-08E001FFA0D9}"/>
              </a:ext>
            </a:extLst>
          </p:cNvPr>
          <p:cNvSpPr/>
          <p:nvPr userDrawn="1"/>
        </p:nvSpPr>
        <p:spPr>
          <a:xfrm>
            <a:off x="8631976" y="0"/>
            <a:ext cx="3560024" cy="6857999"/>
          </a:xfrm>
          <a:custGeom>
            <a:avLst/>
            <a:gdLst>
              <a:gd name="connsiteX0" fmla="*/ 657044 w 657044"/>
              <a:gd name="connsiteY0" fmla="*/ 0 h 1273993"/>
              <a:gd name="connsiteX1" fmla="*/ 657044 w 657044"/>
              <a:gd name="connsiteY1" fmla="*/ 1273994 h 1273993"/>
              <a:gd name="connsiteX2" fmla="*/ 0 w 657044"/>
              <a:gd name="connsiteY2" fmla="*/ 1273994 h 1273993"/>
              <a:gd name="connsiteX3" fmla="*/ 0 w 657044"/>
              <a:gd name="connsiteY3" fmla="*/ 1230018 h 1273993"/>
              <a:gd name="connsiteX4" fmla="*/ 73723 w 657044"/>
              <a:gd name="connsiteY4" fmla="*/ 1145948 h 1273993"/>
              <a:gd name="connsiteX5" fmla="*/ 514771 w 657044"/>
              <a:gd name="connsiteY5" fmla="*/ 637644 h 1273993"/>
              <a:gd name="connsiteX6" fmla="*/ 73723 w 657044"/>
              <a:gd name="connsiteY6" fmla="*/ 129339 h 1273993"/>
              <a:gd name="connsiteX7" fmla="*/ 0 w 657044"/>
              <a:gd name="connsiteY7" fmla="*/ 45269 h 1273993"/>
              <a:gd name="connsiteX8" fmla="*/ 0 w 657044"/>
              <a:gd name="connsiteY8" fmla="*/ 1293 h 1273993"/>
              <a:gd name="connsiteX9" fmla="*/ 657044 w 657044"/>
              <a:gd name="connsiteY9" fmla="*/ 1293 h 1273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044" h="1273993">
                <a:moveTo>
                  <a:pt x="657044" y="0"/>
                </a:moveTo>
                <a:lnTo>
                  <a:pt x="657044" y="1273994"/>
                </a:lnTo>
                <a:lnTo>
                  <a:pt x="0" y="1273994"/>
                </a:lnTo>
                <a:lnTo>
                  <a:pt x="0" y="1230018"/>
                </a:lnTo>
                <a:cubicBezTo>
                  <a:pt x="0" y="1187336"/>
                  <a:pt x="31041" y="1151121"/>
                  <a:pt x="73723" y="1145948"/>
                </a:cubicBezTo>
                <a:cubicBezTo>
                  <a:pt x="323349" y="1109733"/>
                  <a:pt x="514771" y="896322"/>
                  <a:pt x="514771" y="637644"/>
                </a:cubicBezTo>
                <a:cubicBezTo>
                  <a:pt x="514771" y="378965"/>
                  <a:pt x="323349" y="164261"/>
                  <a:pt x="73723" y="129339"/>
                </a:cubicBezTo>
                <a:cubicBezTo>
                  <a:pt x="31041" y="122872"/>
                  <a:pt x="0" y="86657"/>
                  <a:pt x="0" y="45269"/>
                </a:cubicBezTo>
                <a:lnTo>
                  <a:pt x="0" y="1293"/>
                </a:lnTo>
                <a:lnTo>
                  <a:pt x="657044" y="1293"/>
                </a:lnTo>
                <a:close/>
              </a:path>
            </a:pathLst>
          </a:custGeom>
          <a:solidFill>
            <a:srgbClr val="0070C0"/>
          </a:solidFill>
          <a:ln w="12930" cap="flat">
            <a:solidFill>
              <a:srgbClr val="0070C0"/>
            </a:solid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2D7763D2-F5DC-B596-8142-AF41101D9D8F}"/>
              </a:ext>
            </a:extLst>
          </p:cNvPr>
          <p:cNvSpPr/>
          <p:nvPr userDrawn="1"/>
        </p:nvSpPr>
        <p:spPr>
          <a:xfrm>
            <a:off x="5898540" y="736240"/>
            <a:ext cx="2726564" cy="5453937"/>
          </a:xfrm>
          <a:custGeom>
            <a:avLst/>
            <a:gdLst>
              <a:gd name="connsiteX0" fmla="*/ 64670 w 513477"/>
              <a:gd name="connsiteY0" fmla="*/ 513553 h 1027106"/>
              <a:gd name="connsiteX1" fmla="*/ 483730 w 513477"/>
              <a:gd name="connsiteY1" fmla="*/ 962361 h 1027106"/>
              <a:gd name="connsiteX2" fmla="*/ 513478 w 513477"/>
              <a:gd name="connsiteY2" fmla="*/ 994696 h 1027106"/>
              <a:gd name="connsiteX3" fmla="*/ 513478 w 513477"/>
              <a:gd name="connsiteY3" fmla="*/ 994696 h 1027106"/>
              <a:gd name="connsiteX4" fmla="*/ 479849 w 513477"/>
              <a:gd name="connsiteY4" fmla="*/ 1027031 h 1027106"/>
              <a:gd name="connsiteX5" fmla="*/ 0 w 513477"/>
              <a:gd name="connsiteY5" fmla="*/ 513553 h 1027106"/>
              <a:gd name="connsiteX6" fmla="*/ 479849 w 513477"/>
              <a:gd name="connsiteY6" fmla="*/ 75 h 1027106"/>
              <a:gd name="connsiteX7" fmla="*/ 513478 w 513477"/>
              <a:gd name="connsiteY7" fmla="*/ 32410 h 1027106"/>
              <a:gd name="connsiteX8" fmla="*/ 513478 w 513477"/>
              <a:gd name="connsiteY8" fmla="*/ 32410 h 1027106"/>
              <a:gd name="connsiteX9" fmla="*/ 483730 w 513477"/>
              <a:gd name="connsiteY9" fmla="*/ 64745 h 1027106"/>
              <a:gd name="connsiteX10" fmla="*/ 64670 w 513477"/>
              <a:gd name="connsiteY10" fmla="*/ 513553 h 1027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3477" h="1027106">
                <a:moveTo>
                  <a:pt x="64670" y="513553"/>
                </a:moveTo>
                <a:cubicBezTo>
                  <a:pt x="64670" y="751538"/>
                  <a:pt x="249625" y="946840"/>
                  <a:pt x="483730" y="962361"/>
                </a:cubicBezTo>
                <a:cubicBezTo>
                  <a:pt x="500544" y="963654"/>
                  <a:pt x="513478" y="977882"/>
                  <a:pt x="513478" y="994696"/>
                </a:cubicBezTo>
                <a:lnTo>
                  <a:pt x="513478" y="994696"/>
                </a:lnTo>
                <a:cubicBezTo>
                  <a:pt x="513478" y="1012803"/>
                  <a:pt x="497957" y="1028324"/>
                  <a:pt x="479849" y="1027031"/>
                </a:cubicBezTo>
                <a:cubicBezTo>
                  <a:pt x="212117" y="1008923"/>
                  <a:pt x="0" y="786459"/>
                  <a:pt x="0" y="513553"/>
                </a:cubicBezTo>
                <a:cubicBezTo>
                  <a:pt x="0" y="240647"/>
                  <a:pt x="212117" y="18183"/>
                  <a:pt x="479849" y="75"/>
                </a:cubicBezTo>
                <a:cubicBezTo>
                  <a:pt x="497957" y="-1218"/>
                  <a:pt x="513478" y="14303"/>
                  <a:pt x="513478" y="32410"/>
                </a:cubicBezTo>
                <a:lnTo>
                  <a:pt x="513478" y="32410"/>
                </a:lnTo>
                <a:cubicBezTo>
                  <a:pt x="513478" y="49224"/>
                  <a:pt x="500544" y="63452"/>
                  <a:pt x="483730" y="64745"/>
                </a:cubicBezTo>
                <a:cubicBezTo>
                  <a:pt x="249625" y="80266"/>
                  <a:pt x="64670" y="275568"/>
                  <a:pt x="64670" y="513553"/>
                </a:cubicBezTo>
                <a:close/>
              </a:path>
            </a:pathLst>
          </a:custGeom>
          <a:solidFill>
            <a:srgbClr val="EE7D31"/>
          </a:solidFill>
          <a:ln w="12930" cap="flat">
            <a:solidFill>
              <a:srgbClr val="EE7D31"/>
            </a:solidFill>
            <a:prstDash val="solid"/>
            <a:miter/>
          </a:ln>
        </p:spPr>
        <p:txBody>
          <a:bodyPr rtlCol="0" anchor="ctr"/>
          <a:lstStyle/>
          <a:p>
            <a:endParaRPr lang="en-IN"/>
          </a:p>
        </p:txBody>
      </p:sp>
      <p:pic>
        <p:nvPicPr>
          <p:cNvPr id="12" name="Picture 11" descr="Shape, icon&#10;&#10;Description automatically generated">
            <a:extLst>
              <a:ext uri="{FF2B5EF4-FFF2-40B4-BE49-F238E27FC236}">
                <a16:creationId xmlns:a16="http://schemas.microsoft.com/office/drawing/2014/main" id="{84CA512C-0DC4-B4C6-BC50-B62F38962919}"/>
              </a:ext>
            </a:extLst>
          </p:cNvPr>
          <p:cNvPicPr>
            <a:picLocks noChangeAspect="1"/>
          </p:cNvPicPr>
          <p:nvPr userDrawn="1"/>
        </p:nvPicPr>
        <p:blipFill>
          <a:blip r:embed="rId3"/>
          <a:stretch>
            <a:fillRect/>
          </a:stretch>
        </p:blipFill>
        <p:spPr>
          <a:xfrm>
            <a:off x="207909" y="680197"/>
            <a:ext cx="923925" cy="689750"/>
          </a:xfrm>
          <a:prstGeom prst="rect">
            <a:avLst/>
          </a:prstGeom>
        </p:spPr>
      </p:pic>
      <p:grpSp>
        <p:nvGrpSpPr>
          <p:cNvPr id="7" name="Graphic 2">
            <a:extLst>
              <a:ext uri="{FF2B5EF4-FFF2-40B4-BE49-F238E27FC236}">
                <a16:creationId xmlns:a16="http://schemas.microsoft.com/office/drawing/2014/main" id="{06255014-108A-5207-3868-4BDD50BA4D5E}"/>
              </a:ext>
            </a:extLst>
          </p:cNvPr>
          <p:cNvGrpSpPr/>
          <p:nvPr/>
        </p:nvGrpSpPr>
        <p:grpSpPr>
          <a:xfrm>
            <a:off x="6464589" y="1869876"/>
            <a:ext cx="4622252" cy="2559884"/>
            <a:chOff x="750341" y="500632"/>
            <a:chExt cx="10612687" cy="5877492"/>
          </a:xfrm>
        </p:grpSpPr>
        <p:sp>
          <p:nvSpPr>
            <p:cNvPr id="10" name="Freeform: Shape 9">
              <a:extLst>
                <a:ext uri="{FF2B5EF4-FFF2-40B4-BE49-F238E27FC236}">
                  <a16:creationId xmlns:a16="http://schemas.microsoft.com/office/drawing/2014/main" id="{83BF2578-7935-A1E2-078A-A9AE9483E95C}"/>
                </a:ext>
              </a:extLst>
            </p:cNvPr>
            <p:cNvSpPr/>
            <p:nvPr/>
          </p:nvSpPr>
          <p:spPr>
            <a:xfrm>
              <a:off x="750341" y="500632"/>
              <a:ext cx="9755397" cy="5850781"/>
            </a:xfrm>
            <a:custGeom>
              <a:avLst/>
              <a:gdLst>
                <a:gd name="connsiteX0" fmla="*/ 2754843 w 9755397"/>
                <a:gd name="connsiteY0" fmla="*/ 10656 h 5850781"/>
                <a:gd name="connsiteX1" fmla="*/ 5595296 w 9755397"/>
                <a:gd name="connsiteY1" fmla="*/ 1030372 h 5850781"/>
                <a:gd name="connsiteX2" fmla="*/ 7415996 w 9755397"/>
                <a:gd name="connsiteY2" fmla="*/ 1033873 h 5850781"/>
                <a:gd name="connsiteX3" fmla="*/ 7867675 w 9755397"/>
                <a:gd name="connsiteY3" fmla="*/ 1919714 h 5850781"/>
                <a:gd name="connsiteX4" fmla="*/ 9390761 w 9755397"/>
                <a:gd name="connsiteY4" fmla="*/ 2154306 h 5850781"/>
                <a:gd name="connsiteX5" fmla="*/ 9494882 w 9755397"/>
                <a:gd name="connsiteY5" fmla="*/ 5850781 h 5850781"/>
                <a:gd name="connsiteX6" fmla="*/ 423809 w 9755397"/>
                <a:gd name="connsiteY6" fmla="*/ 5834219 h 5850781"/>
                <a:gd name="connsiteX7" fmla="*/ 315267 w 9755397"/>
                <a:gd name="connsiteY7" fmla="*/ 5837720 h 5850781"/>
                <a:gd name="connsiteX8" fmla="*/ 252242 w 9755397"/>
                <a:gd name="connsiteY8" fmla="*/ 4318135 h 5850781"/>
                <a:gd name="connsiteX9" fmla="*/ 367786 w 9755397"/>
                <a:gd name="connsiteY9" fmla="*/ 3285238 h 5850781"/>
                <a:gd name="connsiteX10" fmla="*/ 942006 w 9755397"/>
                <a:gd name="connsiteY10" fmla="*/ 2283853 h 5850781"/>
                <a:gd name="connsiteX11" fmla="*/ 1554741 w 9755397"/>
                <a:gd name="connsiteY11" fmla="*/ 1128407 h 5850781"/>
                <a:gd name="connsiteX12" fmla="*/ 2754843 w 9755397"/>
                <a:gd name="connsiteY12" fmla="*/ 10656 h 5850781"/>
                <a:gd name="connsiteX13" fmla="*/ 2754843 w 9755397"/>
                <a:gd name="connsiteY13" fmla="*/ 10656 h 5850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55397" h="5850781">
                  <a:moveTo>
                    <a:pt x="2754843" y="10656"/>
                  </a:moveTo>
                  <a:cubicBezTo>
                    <a:pt x="4254283" y="-76053"/>
                    <a:pt x="5826387" y="375621"/>
                    <a:pt x="5595296" y="1030372"/>
                  </a:cubicBezTo>
                  <a:cubicBezTo>
                    <a:pt x="5364206" y="1685122"/>
                    <a:pt x="6830748" y="797807"/>
                    <a:pt x="7415996" y="1033873"/>
                  </a:cubicBezTo>
                  <a:cubicBezTo>
                    <a:pt x="7832660" y="1201938"/>
                    <a:pt x="7666100" y="1713559"/>
                    <a:pt x="7867675" y="1919714"/>
                  </a:cubicBezTo>
                  <a:cubicBezTo>
                    <a:pt x="8329852" y="2392395"/>
                    <a:pt x="8802532" y="1797165"/>
                    <a:pt x="9390761" y="2154306"/>
                  </a:cubicBezTo>
                  <a:cubicBezTo>
                    <a:pt x="9978988" y="2511443"/>
                    <a:pt x="9734391" y="5851262"/>
                    <a:pt x="9494882" y="5850781"/>
                  </a:cubicBezTo>
                  <a:lnTo>
                    <a:pt x="423809" y="5834219"/>
                  </a:lnTo>
                  <a:lnTo>
                    <a:pt x="315267" y="5837720"/>
                  </a:lnTo>
                  <a:cubicBezTo>
                    <a:pt x="315267" y="5837720"/>
                    <a:pt x="-349990" y="4878351"/>
                    <a:pt x="252242" y="4318135"/>
                  </a:cubicBezTo>
                  <a:cubicBezTo>
                    <a:pt x="854474" y="3757922"/>
                    <a:pt x="440978" y="3501759"/>
                    <a:pt x="367786" y="3285238"/>
                  </a:cubicBezTo>
                  <a:cubicBezTo>
                    <a:pt x="283755" y="3036642"/>
                    <a:pt x="87678" y="2602476"/>
                    <a:pt x="942006" y="2283853"/>
                  </a:cubicBezTo>
                  <a:cubicBezTo>
                    <a:pt x="1796335" y="1965230"/>
                    <a:pt x="1575750" y="1271962"/>
                    <a:pt x="1554741" y="1128407"/>
                  </a:cubicBezTo>
                  <a:cubicBezTo>
                    <a:pt x="1533738" y="984855"/>
                    <a:pt x="1255406" y="97368"/>
                    <a:pt x="2754843" y="10656"/>
                  </a:cubicBezTo>
                  <a:lnTo>
                    <a:pt x="2754843" y="10656"/>
                  </a:lnTo>
                  <a:close/>
                </a:path>
              </a:pathLst>
            </a:custGeom>
            <a:solidFill>
              <a:srgbClr val="EAFCFC"/>
            </a:solidFill>
            <a:ln w="3428" cap="flat">
              <a:noFill/>
              <a:prstDash val="solid"/>
              <a:miter/>
            </a:ln>
          </p:spPr>
          <p:txBody>
            <a:bodyPr rtlCol="0" anchor="ctr"/>
            <a:lstStyle/>
            <a:p>
              <a:endParaRPr lang="en-IN"/>
            </a:p>
          </p:txBody>
        </p:sp>
        <p:sp>
          <p:nvSpPr>
            <p:cNvPr id="13" name="Freeform: Shape 12">
              <a:extLst>
                <a:ext uri="{FF2B5EF4-FFF2-40B4-BE49-F238E27FC236}">
                  <a16:creationId xmlns:a16="http://schemas.microsoft.com/office/drawing/2014/main" id="{0D4A1326-694E-34DF-CED5-399C0796DB75}"/>
                </a:ext>
              </a:extLst>
            </p:cNvPr>
            <p:cNvSpPr/>
            <p:nvPr/>
          </p:nvSpPr>
          <p:spPr>
            <a:xfrm>
              <a:off x="8127133" y="1016965"/>
              <a:ext cx="687157" cy="5318790"/>
            </a:xfrm>
            <a:custGeom>
              <a:avLst/>
              <a:gdLst>
                <a:gd name="connsiteX0" fmla="*/ 0 w 687157"/>
                <a:gd name="connsiteY0" fmla="*/ 0 h 5318790"/>
                <a:gd name="connsiteX1" fmla="*/ 687158 w 687157"/>
                <a:gd name="connsiteY1" fmla="*/ 0 h 5318790"/>
                <a:gd name="connsiteX2" fmla="*/ 687158 w 687157"/>
                <a:gd name="connsiteY2" fmla="*/ 5318791 h 5318790"/>
                <a:gd name="connsiteX3" fmla="*/ 0 w 687157"/>
                <a:gd name="connsiteY3" fmla="*/ 5318791 h 5318790"/>
              </a:gdLst>
              <a:ahLst/>
              <a:cxnLst>
                <a:cxn ang="0">
                  <a:pos x="connsiteX0" y="connsiteY0"/>
                </a:cxn>
                <a:cxn ang="0">
                  <a:pos x="connsiteX1" y="connsiteY1"/>
                </a:cxn>
                <a:cxn ang="0">
                  <a:pos x="connsiteX2" y="connsiteY2"/>
                </a:cxn>
                <a:cxn ang="0">
                  <a:pos x="connsiteX3" y="connsiteY3"/>
                </a:cxn>
              </a:cxnLst>
              <a:rect l="l" t="t" r="r" b="b"/>
              <a:pathLst>
                <a:path w="687157" h="5318790">
                  <a:moveTo>
                    <a:pt x="0" y="0"/>
                  </a:moveTo>
                  <a:lnTo>
                    <a:pt x="687158" y="0"/>
                  </a:lnTo>
                  <a:lnTo>
                    <a:pt x="687158" y="5318791"/>
                  </a:lnTo>
                  <a:lnTo>
                    <a:pt x="0" y="5318791"/>
                  </a:lnTo>
                  <a:close/>
                </a:path>
              </a:pathLst>
            </a:custGeom>
            <a:solidFill>
              <a:srgbClr val="9BC1F9">
                <a:alpha val="60000"/>
              </a:srgbClr>
            </a:solidFill>
            <a:ln w="3428"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E23426AA-EFD1-7899-EF1C-6BF40847ACFF}"/>
                </a:ext>
              </a:extLst>
            </p:cNvPr>
            <p:cNvSpPr/>
            <p:nvPr/>
          </p:nvSpPr>
          <p:spPr>
            <a:xfrm>
              <a:off x="7167486" y="2639321"/>
              <a:ext cx="687154" cy="3696434"/>
            </a:xfrm>
            <a:custGeom>
              <a:avLst/>
              <a:gdLst>
                <a:gd name="connsiteX0" fmla="*/ 0 w 687154"/>
                <a:gd name="connsiteY0" fmla="*/ 0 h 3696434"/>
                <a:gd name="connsiteX1" fmla="*/ 687155 w 687154"/>
                <a:gd name="connsiteY1" fmla="*/ 0 h 3696434"/>
                <a:gd name="connsiteX2" fmla="*/ 687155 w 687154"/>
                <a:gd name="connsiteY2" fmla="*/ 3696435 h 3696434"/>
                <a:gd name="connsiteX3" fmla="*/ 0 w 687154"/>
                <a:gd name="connsiteY3" fmla="*/ 3696435 h 3696434"/>
              </a:gdLst>
              <a:ahLst/>
              <a:cxnLst>
                <a:cxn ang="0">
                  <a:pos x="connsiteX0" y="connsiteY0"/>
                </a:cxn>
                <a:cxn ang="0">
                  <a:pos x="connsiteX1" y="connsiteY1"/>
                </a:cxn>
                <a:cxn ang="0">
                  <a:pos x="connsiteX2" y="connsiteY2"/>
                </a:cxn>
                <a:cxn ang="0">
                  <a:pos x="connsiteX3" y="connsiteY3"/>
                </a:cxn>
              </a:cxnLst>
              <a:rect l="l" t="t" r="r" b="b"/>
              <a:pathLst>
                <a:path w="687154" h="3696434">
                  <a:moveTo>
                    <a:pt x="0" y="0"/>
                  </a:moveTo>
                  <a:lnTo>
                    <a:pt x="687155" y="0"/>
                  </a:lnTo>
                  <a:lnTo>
                    <a:pt x="687155" y="3696435"/>
                  </a:lnTo>
                  <a:lnTo>
                    <a:pt x="0" y="3696435"/>
                  </a:lnTo>
                  <a:close/>
                </a:path>
              </a:pathLst>
            </a:custGeom>
            <a:solidFill>
              <a:srgbClr val="9BC1F9">
                <a:alpha val="60000"/>
              </a:srgbClr>
            </a:solidFill>
            <a:ln w="3428"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02A97CB4-F566-3169-1A17-8E285DBCA18A}"/>
                </a:ext>
              </a:extLst>
            </p:cNvPr>
            <p:cNvSpPr/>
            <p:nvPr/>
          </p:nvSpPr>
          <p:spPr>
            <a:xfrm>
              <a:off x="9100592" y="2169332"/>
              <a:ext cx="687154" cy="4166427"/>
            </a:xfrm>
            <a:custGeom>
              <a:avLst/>
              <a:gdLst>
                <a:gd name="connsiteX0" fmla="*/ 0 w 687154"/>
                <a:gd name="connsiteY0" fmla="*/ 0 h 4166427"/>
                <a:gd name="connsiteX1" fmla="*/ 687154 w 687154"/>
                <a:gd name="connsiteY1" fmla="*/ 0 h 4166427"/>
                <a:gd name="connsiteX2" fmla="*/ 687154 w 687154"/>
                <a:gd name="connsiteY2" fmla="*/ 4166427 h 4166427"/>
                <a:gd name="connsiteX3" fmla="*/ 0 w 687154"/>
                <a:gd name="connsiteY3" fmla="*/ 4166427 h 4166427"/>
              </a:gdLst>
              <a:ahLst/>
              <a:cxnLst>
                <a:cxn ang="0">
                  <a:pos x="connsiteX0" y="connsiteY0"/>
                </a:cxn>
                <a:cxn ang="0">
                  <a:pos x="connsiteX1" y="connsiteY1"/>
                </a:cxn>
                <a:cxn ang="0">
                  <a:pos x="connsiteX2" y="connsiteY2"/>
                </a:cxn>
                <a:cxn ang="0">
                  <a:pos x="connsiteX3" y="connsiteY3"/>
                </a:cxn>
              </a:cxnLst>
              <a:rect l="l" t="t" r="r" b="b"/>
              <a:pathLst>
                <a:path w="687154" h="4166427">
                  <a:moveTo>
                    <a:pt x="0" y="0"/>
                  </a:moveTo>
                  <a:lnTo>
                    <a:pt x="687154" y="0"/>
                  </a:lnTo>
                  <a:lnTo>
                    <a:pt x="687154" y="4166427"/>
                  </a:lnTo>
                  <a:lnTo>
                    <a:pt x="0" y="4166427"/>
                  </a:lnTo>
                  <a:close/>
                </a:path>
              </a:pathLst>
            </a:custGeom>
            <a:solidFill>
              <a:srgbClr val="9BC1F9">
                <a:alpha val="60000"/>
              </a:srgbClr>
            </a:solidFill>
            <a:ln w="3428"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C7E33257-5F6F-8FD5-B2C6-A5731D8498BF}"/>
                </a:ext>
              </a:extLst>
            </p:cNvPr>
            <p:cNvSpPr/>
            <p:nvPr/>
          </p:nvSpPr>
          <p:spPr>
            <a:xfrm>
              <a:off x="6207829" y="2005478"/>
              <a:ext cx="687157" cy="4330278"/>
            </a:xfrm>
            <a:custGeom>
              <a:avLst/>
              <a:gdLst>
                <a:gd name="connsiteX0" fmla="*/ 0 w 687157"/>
                <a:gd name="connsiteY0" fmla="*/ 0 h 4330278"/>
                <a:gd name="connsiteX1" fmla="*/ 687158 w 687157"/>
                <a:gd name="connsiteY1" fmla="*/ 0 h 4330278"/>
                <a:gd name="connsiteX2" fmla="*/ 687158 w 687157"/>
                <a:gd name="connsiteY2" fmla="*/ 4330279 h 4330278"/>
                <a:gd name="connsiteX3" fmla="*/ 0 w 687157"/>
                <a:gd name="connsiteY3" fmla="*/ 4330279 h 4330278"/>
              </a:gdLst>
              <a:ahLst/>
              <a:cxnLst>
                <a:cxn ang="0">
                  <a:pos x="connsiteX0" y="connsiteY0"/>
                </a:cxn>
                <a:cxn ang="0">
                  <a:pos x="connsiteX1" y="connsiteY1"/>
                </a:cxn>
                <a:cxn ang="0">
                  <a:pos x="connsiteX2" y="connsiteY2"/>
                </a:cxn>
                <a:cxn ang="0">
                  <a:pos x="connsiteX3" y="connsiteY3"/>
                </a:cxn>
              </a:cxnLst>
              <a:rect l="l" t="t" r="r" b="b"/>
              <a:pathLst>
                <a:path w="687157" h="4330278">
                  <a:moveTo>
                    <a:pt x="0" y="0"/>
                  </a:moveTo>
                  <a:lnTo>
                    <a:pt x="687158" y="0"/>
                  </a:lnTo>
                  <a:lnTo>
                    <a:pt x="687158" y="4330279"/>
                  </a:lnTo>
                  <a:lnTo>
                    <a:pt x="0" y="4330279"/>
                  </a:lnTo>
                  <a:close/>
                </a:path>
              </a:pathLst>
            </a:custGeom>
            <a:solidFill>
              <a:srgbClr val="9BC1F9">
                <a:alpha val="60000"/>
              </a:srgbClr>
            </a:solidFill>
            <a:ln w="3428"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32FC152F-ECBD-890D-BAC0-72F3ABEB8528}"/>
                </a:ext>
              </a:extLst>
            </p:cNvPr>
            <p:cNvSpPr/>
            <p:nvPr/>
          </p:nvSpPr>
          <p:spPr>
            <a:xfrm>
              <a:off x="5248179" y="3289384"/>
              <a:ext cx="687157" cy="3046371"/>
            </a:xfrm>
            <a:custGeom>
              <a:avLst/>
              <a:gdLst>
                <a:gd name="connsiteX0" fmla="*/ 0 w 687157"/>
                <a:gd name="connsiteY0" fmla="*/ 0 h 3046371"/>
                <a:gd name="connsiteX1" fmla="*/ 687158 w 687157"/>
                <a:gd name="connsiteY1" fmla="*/ 0 h 3046371"/>
                <a:gd name="connsiteX2" fmla="*/ 687158 w 687157"/>
                <a:gd name="connsiteY2" fmla="*/ 3046372 h 3046371"/>
                <a:gd name="connsiteX3" fmla="*/ 0 w 687157"/>
                <a:gd name="connsiteY3" fmla="*/ 3046372 h 3046371"/>
              </a:gdLst>
              <a:ahLst/>
              <a:cxnLst>
                <a:cxn ang="0">
                  <a:pos x="connsiteX0" y="connsiteY0"/>
                </a:cxn>
                <a:cxn ang="0">
                  <a:pos x="connsiteX1" y="connsiteY1"/>
                </a:cxn>
                <a:cxn ang="0">
                  <a:pos x="connsiteX2" y="connsiteY2"/>
                </a:cxn>
                <a:cxn ang="0">
                  <a:pos x="connsiteX3" y="connsiteY3"/>
                </a:cxn>
              </a:cxnLst>
              <a:rect l="l" t="t" r="r" b="b"/>
              <a:pathLst>
                <a:path w="687157" h="3046371">
                  <a:moveTo>
                    <a:pt x="0" y="0"/>
                  </a:moveTo>
                  <a:lnTo>
                    <a:pt x="687158" y="0"/>
                  </a:lnTo>
                  <a:lnTo>
                    <a:pt x="687158" y="3046372"/>
                  </a:lnTo>
                  <a:lnTo>
                    <a:pt x="0" y="3046372"/>
                  </a:lnTo>
                  <a:close/>
                </a:path>
              </a:pathLst>
            </a:custGeom>
            <a:solidFill>
              <a:srgbClr val="9BC1F9">
                <a:alpha val="60000"/>
              </a:srgbClr>
            </a:solidFill>
            <a:ln w="3428" cap="flat">
              <a:noFill/>
              <a:prstDash val="solid"/>
              <a:miter/>
            </a:ln>
          </p:spPr>
          <p:txBody>
            <a:bodyPr rtlCol="0" anchor="ctr"/>
            <a:lstStyle/>
            <a:p>
              <a:endParaRPr lang="en-IN"/>
            </a:p>
          </p:txBody>
        </p:sp>
        <p:grpSp>
          <p:nvGrpSpPr>
            <p:cNvPr id="18" name="Graphic 2">
              <a:extLst>
                <a:ext uri="{FF2B5EF4-FFF2-40B4-BE49-F238E27FC236}">
                  <a16:creationId xmlns:a16="http://schemas.microsoft.com/office/drawing/2014/main" id="{92532D2F-E879-6937-396B-DE0F35772412}"/>
                </a:ext>
              </a:extLst>
            </p:cNvPr>
            <p:cNvGrpSpPr/>
            <p:nvPr/>
          </p:nvGrpSpPr>
          <p:grpSpPr>
            <a:xfrm>
              <a:off x="5248179" y="2242799"/>
              <a:ext cx="4539567" cy="4092957"/>
              <a:chOff x="5248179" y="2242799"/>
              <a:chExt cx="4539567" cy="4092957"/>
            </a:xfrm>
            <a:solidFill>
              <a:srgbClr val="9BC1F9">
                <a:alpha val="30000"/>
              </a:srgbClr>
            </a:solidFill>
          </p:grpSpPr>
          <p:sp>
            <p:nvSpPr>
              <p:cNvPr id="19" name="Freeform: Shape 18">
                <a:extLst>
                  <a:ext uri="{FF2B5EF4-FFF2-40B4-BE49-F238E27FC236}">
                    <a16:creationId xmlns:a16="http://schemas.microsoft.com/office/drawing/2014/main" id="{F94BDEF6-118A-1409-AEB7-EE1EC4583ACB}"/>
                  </a:ext>
                </a:extLst>
              </p:cNvPr>
              <p:cNvSpPr/>
              <p:nvPr/>
            </p:nvSpPr>
            <p:spPr>
              <a:xfrm>
                <a:off x="8127133" y="2242799"/>
                <a:ext cx="687157" cy="4092957"/>
              </a:xfrm>
              <a:custGeom>
                <a:avLst/>
                <a:gdLst>
                  <a:gd name="connsiteX0" fmla="*/ 0 w 687157"/>
                  <a:gd name="connsiteY0" fmla="*/ 0 h 4092957"/>
                  <a:gd name="connsiteX1" fmla="*/ 687158 w 687157"/>
                  <a:gd name="connsiteY1" fmla="*/ 0 h 4092957"/>
                  <a:gd name="connsiteX2" fmla="*/ 687158 w 687157"/>
                  <a:gd name="connsiteY2" fmla="*/ 4092957 h 4092957"/>
                  <a:gd name="connsiteX3" fmla="*/ 0 w 687157"/>
                  <a:gd name="connsiteY3" fmla="*/ 4092957 h 4092957"/>
                </a:gdLst>
                <a:ahLst/>
                <a:cxnLst>
                  <a:cxn ang="0">
                    <a:pos x="connsiteX0" y="connsiteY0"/>
                  </a:cxn>
                  <a:cxn ang="0">
                    <a:pos x="connsiteX1" y="connsiteY1"/>
                  </a:cxn>
                  <a:cxn ang="0">
                    <a:pos x="connsiteX2" y="connsiteY2"/>
                  </a:cxn>
                  <a:cxn ang="0">
                    <a:pos x="connsiteX3" y="connsiteY3"/>
                  </a:cxn>
                </a:cxnLst>
                <a:rect l="l" t="t" r="r" b="b"/>
                <a:pathLst>
                  <a:path w="687157" h="4092957">
                    <a:moveTo>
                      <a:pt x="0" y="0"/>
                    </a:moveTo>
                    <a:lnTo>
                      <a:pt x="687158" y="0"/>
                    </a:lnTo>
                    <a:lnTo>
                      <a:pt x="687158" y="4092957"/>
                    </a:lnTo>
                    <a:lnTo>
                      <a:pt x="0" y="4092957"/>
                    </a:lnTo>
                    <a:close/>
                  </a:path>
                </a:pathLst>
              </a:custGeom>
              <a:solidFill>
                <a:srgbClr val="9BC1F9">
                  <a:alpha val="30000"/>
                </a:srgbClr>
              </a:solidFill>
              <a:ln w="3428"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F646E893-F4B9-188A-1B4D-D92B972B391E}"/>
                  </a:ext>
                </a:extLst>
              </p:cNvPr>
              <p:cNvSpPr/>
              <p:nvPr/>
            </p:nvSpPr>
            <p:spPr>
              <a:xfrm>
                <a:off x="7167486" y="3491246"/>
                <a:ext cx="687154" cy="2844509"/>
              </a:xfrm>
              <a:custGeom>
                <a:avLst/>
                <a:gdLst>
                  <a:gd name="connsiteX0" fmla="*/ 0 w 687154"/>
                  <a:gd name="connsiteY0" fmla="*/ 0 h 2844509"/>
                  <a:gd name="connsiteX1" fmla="*/ 687155 w 687154"/>
                  <a:gd name="connsiteY1" fmla="*/ 0 h 2844509"/>
                  <a:gd name="connsiteX2" fmla="*/ 687155 w 687154"/>
                  <a:gd name="connsiteY2" fmla="*/ 2844510 h 2844509"/>
                  <a:gd name="connsiteX3" fmla="*/ 0 w 687154"/>
                  <a:gd name="connsiteY3" fmla="*/ 2844510 h 2844509"/>
                </a:gdLst>
                <a:ahLst/>
                <a:cxnLst>
                  <a:cxn ang="0">
                    <a:pos x="connsiteX0" y="connsiteY0"/>
                  </a:cxn>
                  <a:cxn ang="0">
                    <a:pos x="connsiteX1" y="connsiteY1"/>
                  </a:cxn>
                  <a:cxn ang="0">
                    <a:pos x="connsiteX2" y="connsiteY2"/>
                  </a:cxn>
                  <a:cxn ang="0">
                    <a:pos x="connsiteX3" y="connsiteY3"/>
                  </a:cxn>
                </a:cxnLst>
                <a:rect l="l" t="t" r="r" b="b"/>
                <a:pathLst>
                  <a:path w="687154" h="2844509">
                    <a:moveTo>
                      <a:pt x="0" y="0"/>
                    </a:moveTo>
                    <a:lnTo>
                      <a:pt x="687155" y="0"/>
                    </a:lnTo>
                    <a:lnTo>
                      <a:pt x="687155" y="2844510"/>
                    </a:lnTo>
                    <a:lnTo>
                      <a:pt x="0" y="2844510"/>
                    </a:lnTo>
                    <a:close/>
                  </a:path>
                </a:pathLst>
              </a:custGeom>
              <a:solidFill>
                <a:srgbClr val="9BC1F9">
                  <a:alpha val="30000"/>
                </a:srgbClr>
              </a:solidFill>
              <a:ln w="3428"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EC201E8E-8AD7-7801-3F57-47DD839C8902}"/>
                  </a:ext>
                </a:extLst>
              </p:cNvPr>
              <p:cNvSpPr/>
              <p:nvPr/>
            </p:nvSpPr>
            <p:spPr>
              <a:xfrm>
                <a:off x="9100592" y="3129576"/>
                <a:ext cx="687154" cy="3206180"/>
              </a:xfrm>
              <a:custGeom>
                <a:avLst/>
                <a:gdLst>
                  <a:gd name="connsiteX0" fmla="*/ 0 w 687154"/>
                  <a:gd name="connsiteY0" fmla="*/ 0 h 3206180"/>
                  <a:gd name="connsiteX1" fmla="*/ 687154 w 687154"/>
                  <a:gd name="connsiteY1" fmla="*/ 0 h 3206180"/>
                  <a:gd name="connsiteX2" fmla="*/ 687154 w 687154"/>
                  <a:gd name="connsiteY2" fmla="*/ 3206180 h 3206180"/>
                  <a:gd name="connsiteX3" fmla="*/ 0 w 687154"/>
                  <a:gd name="connsiteY3" fmla="*/ 3206180 h 3206180"/>
                </a:gdLst>
                <a:ahLst/>
                <a:cxnLst>
                  <a:cxn ang="0">
                    <a:pos x="connsiteX0" y="connsiteY0"/>
                  </a:cxn>
                  <a:cxn ang="0">
                    <a:pos x="connsiteX1" y="connsiteY1"/>
                  </a:cxn>
                  <a:cxn ang="0">
                    <a:pos x="connsiteX2" y="connsiteY2"/>
                  </a:cxn>
                  <a:cxn ang="0">
                    <a:pos x="connsiteX3" y="connsiteY3"/>
                  </a:cxn>
                </a:cxnLst>
                <a:rect l="l" t="t" r="r" b="b"/>
                <a:pathLst>
                  <a:path w="687154" h="3206180">
                    <a:moveTo>
                      <a:pt x="0" y="0"/>
                    </a:moveTo>
                    <a:lnTo>
                      <a:pt x="687154" y="0"/>
                    </a:lnTo>
                    <a:lnTo>
                      <a:pt x="687154" y="3206180"/>
                    </a:lnTo>
                    <a:lnTo>
                      <a:pt x="0" y="3206180"/>
                    </a:lnTo>
                    <a:close/>
                  </a:path>
                </a:pathLst>
              </a:custGeom>
              <a:solidFill>
                <a:srgbClr val="9BC1F9">
                  <a:alpha val="30000"/>
                </a:srgbClr>
              </a:solidFill>
              <a:ln w="3428"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67016376-1D8A-B0CA-0071-A2DAD48A82CC}"/>
                  </a:ext>
                </a:extLst>
              </p:cNvPr>
              <p:cNvSpPr/>
              <p:nvPr/>
            </p:nvSpPr>
            <p:spPr>
              <a:xfrm>
                <a:off x="6207829" y="3003485"/>
                <a:ext cx="687157" cy="3332271"/>
              </a:xfrm>
              <a:custGeom>
                <a:avLst/>
                <a:gdLst>
                  <a:gd name="connsiteX0" fmla="*/ 0 w 687157"/>
                  <a:gd name="connsiteY0" fmla="*/ 0 h 3332271"/>
                  <a:gd name="connsiteX1" fmla="*/ 687158 w 687157"/>
                  <a:gd name="connsiteY1" fmla="*/ 0 h 3332271"/>
                  <a:gd name="connsiteX2" fmla="*/ 687158 w 687157"/>
                  <a:gd name="connsiteY2" fmla="*/ 3332271 h 3332271"/>
                  <a:gd name="connsiteX3" fmla="*/ 0 w 687157"/>
                  <a:gd name="connsiteY3" fmla="*/ 3332271 h 3332271"/>
                </a:gdLst>
                <a:ahLst/>
                <a:cxnLst>
                  <a:cxn ang="0">
                    <a:pos x="connsiteX0" y="connsiteY0"/>
                  </a:cxn>
                  <a:cxn ang="0">
                    <a:pos x="connsiteX1" y="connsiteY1"/>
                  </a:cxn>
                  <a:cxn ang="0">
                    <a:pos x="connsiteX2" y="connsiteY2"/>
                  </a:cxn>
                  <a:cxn ang="0">
                    <a:pos x="connsiteX3" y="connsiteY3"/>
                  </a:cxn>
                </a:cxnLst>
                <a:rect l="l" t="t" r="r" b="b"/>
                <a:pathLst>
                  <a:path w="687157" h="3332271">
                    <a:moveTo>
                      <a:pt x="0" y="0"/>
                    </a:moveTo>
                    <a:lnTo>
                      <a:pt x="687158" y="0"/>
                    </a:lnTo>
                    <a:lnTo>
                      <a:pt x="687158" y="3332271"/>
                    </a:lnTo>
                    <a:lnTo>
                      <a:pt x="0" y="3332271"/>
                    </a:lnTo>
                    <a:close/>
                  </a:path>
                </a:pathLst>
              </a:custGeom>
              <a:solidFill>
                <a:srgbClr val="9BC1F9">
                  <a:alpha val="30000"/>
                </a:srgbClr>
              </a:solidFill>
              <a:ln w="3428"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6F7CE633-27C8-9207-D2E9-CDD69AE76E82}"/>
                  </a:ext>
                </a:extLst>
              </p:cNvPr>
              <p:cNvSpPr/>
              <p:nvPr/>
            </p:nvSpPr>
            <p:spPr>
              <a:xfrm>
                <a:off x="5248179" y="3991486"/>
                <a:ext cx="687157" cy="2344270"/>
              </a:xfrm>
              <a:custGeom>
                <a:avLst/>
                <a:gdLst>
                  <a:gd name="connsiteX0" fmla="*/ 0 w 687157"/>
                  <a:gd name="connsiteY0" fmla="*/ 0 h 2344270"/>
                  <a:gd name="connsiteX1" fmla="*/ 687158 w 687157"/>
                  <a:gd name="connsiteY1" fmla="*/ 0 h 2344270"/>
                  <a:gd name="connsiteX2" fmla="*/ 687158 w 687157"/>
                  <a:gd name="connsiteY2" fmla="*/ 2344270 h 2344270"/>
                  <a:gd name="connsiteX3" fmla="*/ 0 w 687157"/>
                  <a:gd name="connsiteY3" fmla="*/ 2344270 h 2344270"/>
                </a:gdLst>
                <a:ahLst/>
                <a:cxnLst>
                  <a:cxn ang="0">
                    <a:pos x="connsiteX0" y="connsiteY0"/>
                  </a:cxn>
                  <a:cxn ang="0">
                    <a:pos x="connsiteX1" y="connsiteY1"/>
                  </a:cxn>
                  <a:cxn ang="0">
                    <a:pos x="connsiteX2" y="connsiteY2"/>
                  </a:cxn>
                  <a:cxn ang="0">
                    <a:pos x="connsiteX3" y="connsiteY3"/>
                  </a:cxn>
                </a:cxnLst>
                <a:rect l="l" t="t" r="r" b="b"/>
                <a:pathLst>
                  <a:path w="687157" h="2344270">
                    <a:moveTo>
                      <a:pt x="0" y="0"/>
                    </a:moveTo>
                    <a:lnTo>
                      <a:pt x="687158" y="0"/>
                    </a:lnTo>
                    <a:lnTo>
                      <a:pt x="687158" y="2344270"/>
                    </a:lnTo>
                    <a:lnTo>
                      <a:pt x="0" y="2344270"/>
                    </a:lnTo>
                    <a:close/>
                  </a:path>
                </a:pathLst>
              </a:custGeom>
              <a:solidFill>
                <a:srgbClr val="9BC1F9">
                  <a:alpha val="30000"/>
                </a:srgbClr>
              </a:solidFill>
              <a:ln w="3428" cap="flat">
                <a:noFill/>
                <a:prstDash val="solid"/>
                <a:miter/>
              </a:ln>
            </p:spPr>
            <p:txBody>
              <a:bodyPr rtlCol="0" anchor="ctr"/>
              <a:lstStyle/>
              <a:p>
                <a:endParaRPr lang="en-IN"/>
              </a:p>
            </p:txBody>
          </p:sp>
        </p:grpSp>
        <p:sp>
          <p:nvSpPr>
            <p:cNvPr id="24" name="Freeform: Shape 23">
              <a:extLst>
                <a:ext uri="{FF2B5EF4-FFF2-40B4-BE49-F238E27FC236}">
                  <a16:creationId xmlns:a16="http://schemas.microsoft.com/office/drawing/2014/main" id="{7373B483-DF4A-CEE3-A127-836EBA7C4104}"/>
                </a:ext>
              </a:extLst>
            </p:cNvPr>
            <p:cNvSpPr/>
            <p:nvPr/>
          </p:nvSpPr>
          <p:spPr>
            <a:xfrm>
              <a:off x="5249235" y="1057664"/>
              <a:ext cx="4872513" cy="4463368"/>
            </a:xfrm>
            <a:custGeom>
              <a:avLst/>
              <a:gdLst>
                <a:gd name="connsiteX0" fmla="*/ 4872513 w 4872513"/>
                <a:gd name="connsiteY0" fmla="*/ 0 h 4463368"/>
                <a:gd name="connsiteX1" fmla="*/ 4324963 w 4872513"/>
                <a:gd name="connsiteY1" fmla="*/ 414110 h 4463368"/>
                <a:gd name="connsiteX2" fmla="*/ 4533831 w 4872513"/>
                <a:gd name="connsiteY2" fmla="*/ 427428 h 4463368"/>
                <a:gd name="connsiteX3" fmla="*/ 3226757 w 4872513"/>
                <a:gd name="connsiteY3" fmla="*/ 2727866 h 4463368"/>
                <a:gd name="connsiteX4" fmla="*/ 2503043 w 4872513"/>
                <a:gd name="connsiteY4" fmla="*/ 1642834 h 4463368"/>
                <a:gd name="connsiteX5" fmla="*/ 1479267 w 4872513"/>
                <a:gd name="connsiteY5" fmla="*/ 4030841 h 4463368"/>
                <a:gd name="connsiteX6" fmla="*/ 820755 w 4872513"/>
                <a:gd name="connsiteY6" fmla="*/ 3095520 h 4463368"/>
                <a:gd name="connsiteX7" fmla="*/ 0 w 4872513"/>
                <a:gd name="connsiteY7" fmla="*/ 4255718 h 4463368"/>
                <a:gd name="connsiteX8" fmla="*/ 51644 w 4872513"/>
                <a:gd name="connsiteY8" fmla="*/ 4463368 h 4463368"/>
                <a:gd name="connsiteX9" fmla="*/ 820405 w 4872513"/>
                <a:gd name="connsiteY9" fmla="*/ 3381930 h 4463368"/>
                <a:gd name="connsiteX10" fmla="*/ 1516492 w 4872513"/>
                <a:gd name="connsiteY10" fmla="*/ 4370610 h 4463368"/>
                <a:gd name="connsiteX11" fmla="*/ 2536510 w 4872513"/>
                <a:gd name="connsiteY11" fmla="*/ 1991371 h 4463368"/>
                <a:gd name="connsiteX12" fmla="*/ 3238701 w 4872513"/>
                <a:gd name="connsiteY12" fmla="*/ 3044122 h 4463368"/>
                <a:gd name="connsiteX13" fmla="*/ 4685780 w 4872513"/>
                <a:gd name="connsiteY13" fmla="*/ 497287 h 4463368"/>
                <a:gd name="connsiteX14" fmla="*/ 4820125 w 4872513"/>
                <a:gd name="connsiteY14" fmla="*/ 641768 h 4463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72513" h="4463368">
                  <a:moveTo>
                    <a:pt x="4872513" y="0"/>
                  </a:moveTo>
                  <a:lnTo>
                    <a:pt x="4324963" y="414110"/>
                  </a:lnTo>
                  <a:lnTo>
                    <a:pt x="4533831" y="427428"/>
                  </a:lnTo>
                  <a:lnTo>
                    <a:pt x="3226757" y="2727866"/>
                  </a:lnTo>
                  <a:lnTo>
                    <a:pt x="2503043" y="1642834"/>
                  </a:lnTo>
                  <a:lnTo>
                    <a:pt x="1479267" y="4030841"/>
                  </a:lnTo>
                  <a:lnTo>
                    <a:pt x="820755" y="3095520"/>
                  </a:lnTo>
                  <a:lnTo>
                    <a:pt x="0" y="4255718"/>
                  </a:lnTo>
                  <a:lnTo>
                    <a:pt x="51644" y="4463368"/>
                  </a:lnTo>
                  <a:lnTo>
                    <a:pt x="820405" y="3381930"/>
                  </a:lnTo>
                  <a:lnTo>
                    <a:pt x="1516492" y="4370610"/>
                  </a:lnTo>
                  <a:lnTo>
                    <a:pt x="2536510" y="1991371"/>
                  </a:lnTo>
                  <a:lnTo>
                    <a:pt x="3238701" y="3044122"/>
                  </a:lnTo>
                  <a:lnTo>
                    <a:pt x="4685780" y="497287"/>
                  </a:lnTo>
                  <a:lnTo>
                    <a:pt x="4820125" y="641768"/>
                  </a:lnTo>
                  <a:close/>
                </a:path>
              </a:pathLst>
            </a:custGeom>
            <a:solidFill>
              <a:srgbClr val="5183BF"/>
            </a:solidFill>
            <a:ln w="3428" cap="flat">
              <a:noFill/>
              <a:prstDash val="solid"/>
              <a:miter/>
            </a:ln>
          </p:spPr>
          <p:txBody>
            <a:bodyPr rtlCol="0" anchor="ctr"/>
            <a:lstStyle/>
            <a:p>
              <a:endParaRPr lang="en-IN"/>
            </a:p>
          </p:txBody>
        </p:sp>
        <p:grpSp>
          <p:nvGrpSpPr>
            <p:cNvPr id="25" name="Graphic 2">
              <a:extLst>
                <a:ext uri="{FF2B5EF4-FFF2-40B4-BE49-F238E27FC236}">
                  <a16:creationId xmlns:a16="http://schemas.microsoft.com/office/drawing/2014/main" id="{E873E822-2CE4-875D-CC93-EBE275A72609}"/>
                </a:ext>
              </a:extLst>
            </p:cNvPr>
            <p:cNvGrpSpPr/>
            <p:nvPr/>
          </p:nvGrpSpPr>
          <p:grpSpPr>
            <a:xfrm>
              <a:off x="1596616" y="2412521"/>
              <a:ext cx="3026589" cy="3626102"/>
              <a:chOff x="1596616" y="2412521"/>
              <a:chExt cx="3026589" cy="3626102"/>
            </a:xfrm>
          </p:grpSpPr>
          <p:sp>
            <p:nvSpPr>
              <p:cNvPr id="26" name="Freeform: Shape 25">
                <a:extLst>
                  <a:ext uri="{FF2B5EF4-FFF2-40B4-BE49-F238E27FC236}">
                    <a16:creationId xmlns:a16="http://schemas.microsoft.com/office/drawing/2014/main" id="{9E265D6C-C0BE-DB94-130D-A09F773253E3}"/>
                  </a:ext>
                </a:extLst>
              </p:cNvPr>
              <p:cNvSpPr/>
              <p:nvPr/>
            </p:nvSpPr>
            <p:spPr>
              <a:xfrm>
                <a:off x="1596616" y="2412521"/>
                <a:ext cx="3026589" cy="3626102"/>
              </a:xfrm>
              <a:custGeom>
                <a:avLst/>
                <a:gdLst>
                  <a:gd name="connsiteX0" fmla="*/ 3026590 w 3026589"/>
                  <a:gd name="connsiteY0" fmla="*/ 2385295 h 3626102"/>
                  <a:gd name="connsiteX1" fmla="*/ 1080739 w 3026589"/>
                  <a:gd name="connsiteY1" fmla="*/ 0 h 3626102"/>
                  <a:gd name="connsiteX2" fmla="*/ 0 w 3026589"/>
                  <a:gd name="connsiteY2" fmla="*/ 868164 h 3626102"/>
                  <a:gd name="connsiteX3" fmla="*/ 2249839 w 3026589"/>
                  <a:gd name="connsiteY3" fmla="*/ 3626103 h 3626102"/>
                  <a:gd name="connsiteX4" fmla="*/ 3026590 w 3026589"/>
                  <a:gd name="connsiteY4" fmla="*/ 2385295 h 3626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26589" h="3626102">
                    <a:moveTo>
                      <a:pt x="3026590" y="2385295"/>
                    </a:moveTo>
                    <a:cubicBezTo>
                      <a:pt x="2240834" y="1759585"/>
                      <a:pt x="1580625" y="950275"/>
                      <a:pt x="1080739" y="0"/>
                    </a:cubicBezTo>
                    <a:cubicBezTo>
                      <a:pt x="720491" y="289390"/>
                      <a:pt x="360244" y="578778"/>
                      <a:pt x="0" y="868164"/>
                    </a:cubicBezTo>
                    <a:cubicBezTo>
                      <a:pt x="577982" y="1966902"/>
                      <a:pt x="1341329" y="2902642"/>
                      <a:pt x="2249839" y="3626103"/>
                    </a:cubicBezTo>
                    <a:cubicBezTo>
                      <a:pt x="2508756" y="3212497"/>
                      <a:pt x="2767673" y="2798897"/>
                      <a:pt x="3026590" y="2385295"/>
                    </a:cubicBezTo>
                    <a:close/>
                  </a:path>
                </a:pathLst>
              </a:custGeom>
              <a:solidFill>
                <a:srgbClr val="3C8F7C"/>
              </a:solidFill>
              <a:ln w="3428"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1ACB11B1-5879-2B56-7C80-95E65E843D40}"/>
                  </a:ext>
                </a:extLst>
              </p:cNvPr>
              <p:cNvSpPr/>
              <p:nvPr/>
            </p:nvSpPr>
            <p:spPr>
              <a:xfrm>
                <a:off x="1791366" y="2639421"/>
                <a:ext cx="2633166" cy="3161644"/>
              </a:xfrm>
              <a:custGeom>
                <a:avLst/>
                <a:gdLst>
                  <a:gd name="connsiteX0" fmla="*/ 716767 w 2633166"/>
                  <a:gd name="connsiteY0" fmla="*/ 0 h 3161644"/>
                  <a:gd name="connsiteX1" fmla="*/ 45438 w 2633166"/>
                  <a:gd name="connsiteY1" fmla="*/ 547899 h 3161644"/>
                  <a:gd name="connsiteX2" fmla="*/ 0 w 2633166"/>
                  <a:gd name="connsiteY2" fmla="*/ 849274 h 3161644"/>
                  <a:gd name="connsiteX3" fmla="*/ 1886361 w 2633166"/>
                  <a:gd name="connsiteY3" fmla="*/ 3161644 h 3161644"/>
                  <a:gd name="connsiteX4" fmla="*/ 2143372 w 2633166"/>
                  <a:gd name="connsiteY4" fmla="*/ 3119625 h 3161644"/>
                  <a:gd name="connsiteX5" fmla="*/ 2633167 w 2633166"/>
                  <a:gd name="connsiteY5" fmla="*/ 2349195 h 3161644"/>
                  <a:gd name="connsiteX6" fmla="*/ 2607401 w 2633166"/>
                  <a:gd name="connsiteY6" fmla="*/ 2071624 h 3161644"/>
                  <a:gd name="connsiteX7" fmla="*/ 950893 w 2633166"/>
                  <a:gd name="connsiteY7" fmla="*/ 41007 h 3161644"/>
                  <a:gd name="connsiteX8" fmla="*/ 716767 w 2633166"/>
                  <a:gd name="connsiteY8" fmla="*/ 0 h 3161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33166" h="3161644">
                    <a:moveTo>
                      <a:pt x="716767" y="0"/>
                    </a:moveTo>
                    <a:cubicBezTo>
                      <a:pt x="492991" y="182632"/>
                      <a:pt x="269214" y="365264"/>
                      <a:pt x="45438" y="547899"/>
                    </a:cubicBezTo>
                    <a:cubicBezTo>
                      <a:pt x="98731" y="647255"/>
                      <a:pt x="79392" y="781281"/>
                      <a:pt x="0" y="849274"/>
                    </a:cubicBezTo>
                    <a:cubicBezTo>
                      <a:pt x="508096" y="1747676"/>
                      <a:pt x="1144861" y="2528253"/>
                      <a:pt x="1886361" y="3161644"/>
                    </a:cubicBezTo>
                    <a:cubicBezTo>
                      <a:pt x="1946993" y="3070660"/>
                      <a:pt x="2061258" y="3052997"/>
                      <a:pt x="2143372" y="3119625"/>
                    </a:cubicBezTo>
                    <a:cubicBezTo>
                      <a:pt x="2306637" y="2862814"/>
                      <a:pt x="2469905" y="2606006"/>
                      <a:pt x="2633167" y="2349195"/>
                    </a:cubicBezTo>
                    <a:cubicBezTo>
                      <a:pt x="2557609" y="2287867"/>
                      <a:pt x="2546808" y="2162537"/>
                      <a:pt x="2607401" y="2071624"/>
                    </a:cubicBezTo>
                    <a:cubicBezTo>
                      <a:pt x="1956251" y="1515405"/>
                      <a:pt x="1397074" y="829945"/>
                      <a:pt x="950893" y="41007"/>
                    </a:cubicBezTo>
                    <a:cubicBezTo>
                      <a:pt x="871556" y="108953"/>
                      <a:pt x="765816" y="91421"/>
                      <a:pt x="716767" y="0"/>
                    </a:cubicBezTo>
                    <a:close/>
                  </a:path>
                </a:pathLst>
              </a:custGeom>
              <a:solidFill>
                <a:srgbClr val="96D9C9"/>
              </a:solidFill>
              <a:ln w="3428" cap="flat">
                <a:noFill/>
                <a:prstDash val="solid"/>
                <a:miter/>
              </a:ln>
            </p:spPr>
            <p:txBody>
              <a:bodyPr rtlCol="0" anchor="ctr"/>
              <a:lstStyle/>
              <a:p>
                <a:endParaRPr lang="en-IN"/>
              </a:p>
            </p:txBody>
          </p:sp>
          <p:grpSp>
            <p:nvGrpSpPr>
              <p:cNvPr id="28" name="Graphic 2">
                <a:extLst>
                  <a:ext uri="{FF2B5EF4-FFF2-40B4-BE49-F238E27FC236}">
                    <a16:creationId xmlns:a16="http://schemas.microsoft.com/office/drawing/2014/main" id="{44B65C98-EF2C-E489-7BBD-8F1C55FEAEBE}"/>
                  </a:ext>
                </a:extLst>
              </p:cNvPr>
              <p:cNvGrpSpPr/>
              <p:nvPr/>
            </p:nvGrpSpPr>
            <p:grpSpPr>
              <a:xfrm>
                <a:off x="2652027" y="3818940"/>
                <a:ext cx="1379497" cy="1548915"/>
                <a:chOff x="2652027" y="3818940"/>
                <a:chExt cx="1379497" cy="1548915"/>
              </a:xfrm>
            </p:grpSpPr>
            <p:sp>
              <p:nvSpPr>
                <p:cNvPr id="29" name="Freeform: Shape 28">
                  <a:extLst>
                    <a:ext uri="{FF2B5EF4-FFF2-40B4-BE49-F238E27FC236}">
                      <a16:creationId xmlns:a16="http://schemas.microsoft.com/office/drawing/2014/main" id="{5A97955D-761B-F8FF-A4E7-A20DB54880C9}"/>
                    </a:ext>
                  </a:extLst>
                </p:cNvPr>
                <p:cNvSpPr/>
                <p:nvPr/>
              </p:nvSpPr>
              <p:spPr>
                <a:xfrm>
                  <a:off x="2652027" y="3818940"/>
                  <a:ext cx="886677" cy="1043388"/>
                </a:xfrm>
                <a:custGeom>
                  <a:avLst/>
                  <a:gdLst>
                    <a:gd name="connsiteX0" fmla="*/ 760454 w 886677"/>
                    <a:gd name="connsiteY0" fmla="*/ 874226 h 1043388"/>
                    <a:gd name="connsiteX1" fmla="*/ 768361 w 886677"/>
                    <a:gd name="connsiteY1" fmla="*/ 147227 h 1043388"/>
                    <a:gd name="connsiteX2" fmla="*/ 151007 w 886677"/>
                    <a:gd name="connsiteY2" fmla="*/ 140341 h 1043388"/>
                    <a:gd name="connsiteX3" fmla="*/ 124247 w 886677"/>
                    <a:gd name="connsiteY3" fmla="*/ 888971 h 1043388"/>
                    <a:gd name="connsiteX4" fmla="*/ 760454 w 886677"/>
                    <a:gd name="connsiteY4" fmla="*/ 874226 h 1043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677" h="1043388">
                      <a:moveTo>
                        <a:pt x="760454" y="874226"/>
                      </a:moveTo>
                      <a:cubicBezTo>
                        <a:pt x="928221" y="657719"/>
                        <a:pt x="926616" y="338300"/>
                        <a:pt x="768361" y="147227"/>
                      </a:cubicBezTo>
                      <a:cubicBezTo>
                        <a:pt x="609677" y="-43357"/>
                        <a:pt x="338563" y="-52334"/>
                        <a:pt x="151007" y="140341"/>
                      </a:cubicBezTo>
                      <a:cubicBezTo>
                        <a:pt x="-36247" y="332615"/>
                        <a:pt x="-54143" y="674397"/>
                        <a:pt x="124247" y="888971"/>
                      </a:cubicBezTo>
                      <a:cubicBezTo>
                        <a:pt x="302435" y="1103790"/>
                        <a:pt x="593033" y="1090387"/>
                        <a:pt x="760454" y="874226"/>
                      </a:cubicBezTo>
                      <a:close/>
                    </a:path>
                  </a:pathLst>
                </a:custGeom>
                <a:solidFill>
                  <a:srgbClr val="50BFA5"/>
                </a:solidFill>
                <a:ln w="3428"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C2C0714A-6B8F-9361-F908-859FC8CA2AAA}"/>
                    </a:ext>
                  </a:extLst>
                </p:cNvPr>
                <p:cNvSpPr/>
                <p:nvPr/>
              </p:nvSpPr>
              <p:spPr>
                <a:xfrm>
                  <a:off x="2840510" y="4000841"/>
                  <a:ext cx="560860" cy="646972"/>
                </a:xfrm>
                <a:custGeom>
                  <a:avLst/>
                  <a:gdLst>
                    <a:gd name="connsiteX0" fmla="*/ 560861 w 560860"/>
                    <a:gd name="connsiteY0" fmla="*/ 77916 h 646972"/>
                    <a:gd name="connsiteX1" fmla="*/ 497610 w 560860"/>
                    <a:gd name="connsiteY1" fmla="*/ 148125 h 646972"/>
                    <a:gd name="connsiteX2" fmla="*/ 482992 w 560860"/>
                    <a:gd name="connsiteY2" fmla="*/ 398517 h 646972"/>
                    <a:gd name="connsiteX3" fmla="*/ 272924 w 560860"/>
                    <a:gd name="connsiteY3" fmla="*/ 411667 h 646972"/>
                    <a:gd name="connsiteX4" fmla="*/ 151428 w 560860"/>
                    <a:gd name="connsiteY4" fmla="*/ 384345 h 646972"/>
                    <a:gd name="connsiteX5" fmla="*/ 165254 w 560860"/>
                    <a:gd name="connsiteY5" fmla="*/ 484750 h 646972"/>
                    <a:gd name="connsiteX6" fmla="*/ 223509 w 560860"/>
                    <a:gd name="connsiteY6" fmla="*/ 539291 h 646972"/>
                    <a:gd name="connsiteX7" fmla="*/ 240174 w 560860"/>
                    <a:gd name="connsiteY7" fmla="*/ 619304 h 646972"/>
                    <a:gd name="connsiteX8" fmla="*/ 240174 w 560860"/>
                    <a:gd name="connsiteY8" fmla="*/ 619304 h 646972"/>
                    <a:gd name="connsiteX9" fmla="*/ 173051 w 560860"/>
                    <a:gd name="connsiteY9" fmla="*/ 638767 h 646972"/>
                    <a:gd name="connsiteX10" fmla="*/ 111689 w 560860"/>
                    <a:gd name="connsiteY10" fmla="*/ 581824 h 646972"/>
                    <a:gd name="connsiteX11" fmla="*/ 56966 w 560860"/>
                    <a:gd name="connsiteY11" fmla="*/ 642199 h 646972"/>
                    <a:gd name="connsiteX12" fmla="*/ 0 w 560860"/>
                    <a:gd name="connsiteY12" fmla="*/ 569964 h 646972"/>
                    <a:gd name="connsiteX13" fmla="*/ 59562 w 560860"/>
                    <a:gd name="connsiteY13" fmla="*/ 505406 h 646972"/>
                    <a:gd name="connsiteX14" fmla="*/ 76878 w 560860"/>
                    <a:gd name="connsiteY14" fmla="*/ 261213 h 646972"/>
                    <a:gd name="connsiteX15" fmla="*/ 291767 w 560860"/>
                    <a:gd name="connsiteY15" fmla="*/ 267615 h 646972"/>
                    <a:gd name="connsiteX16" fmla="*/ 404872 w 560860"/>
                    <a:gd name="connsiteY16" fmla="*/ 282452 h 646972"/>
                    <a:gd name="connsiteX17" fmla="*/ 390374 w 560860"/>
                    <a:gd name="connsiteY17" fmla="*/ 172988 h 646972"/>
                    <a:gd name="connsiteX18" fmla="*/ 319600 w 560860"/>
                    <a:gd name="connsiteY18" fmla="*/ 109415 h 646972"/>
                    <a:gd name="connsiteX19" fmla="*/ 305171 w 560860"/>
                    <a:gd name="connsiteY19" fmla="*/ 29450 h 646972"/>
                    <a:gd name="connsiteX20" fmla="*/ 306940 w 560860"/>
                    <a:gd name="connsiteY20" fmla="*/ 26412 h 646972"/>
                    <a:gd name="connsiteX21" fmla="*/ 371086 w 560860"/>
                    <a:gd name="connsiteY21" fmla="*/ 6692 h 646972"/>
                    <a:gd name="connsiteX22" fmla="*/ 448719 w 560860"/>
                    <a:gd name="connsiteY22" fmla="*/ 75766 h 646972"/>
                    <a:gd name="connsiteX23" fmla="*/ 508116 w 560860"/>
                    <a:gd name="connsiteY23" fmla="*/ 10999 h 646972"/>
                    <a:gd name="connsiteX24" fmla="*/ 560861 w 560860"/>
                    <a:gd name="connsiteY24" fmla="*/ 77916 h 64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60860" h="646972">
                      <a:moveTo>
                        <a:pt x="560861" y="77916"/>
                      </a:moveTo>
                      <a:cubicBezTo>
                        <a:pt x="539783" y="101326"/>
                        <a:pt x="518698" y="124725"/>
                        <a:pt x="497610" y="148125"/>
                      </a:cubicBezTo>
                      <a:cubicBezTo>
                        <a:pt x="548043" y="240574"/>
                        <a:pt x="537369" y="336095"/>
                        <a:pt x="482992" y="398517"/>
                      </a:cubicBezTo>
                      <a:cubicBezTo>
                        <a:pt x="428097" y="461364"/>
                        <a:pt x="366625" y="467183"/>
                        <a:pt x="272924" y="411667"/>
                      </a:cubicBezTo>
                      <a:cubicBezTo>
                        <a:pt x="204873" y="373221"/>
                        <a:pt x="172163" y="361871"/>
                        <a:pt x="151428" y="384345"/>
                      </a:cubicBezTo>
                      <a:cubicBezTo>
                        <a:pt x="133882" y="403308"/>
                        <a:pt x="128066" y="437738"/>
                        <a:pt x="165254" y="484750"/>
                      </a:cubicBezTo>
                      <a:cubicBezTo>
                        <a:pt x="185461" y="510241"/>
                        <a:pt x="205641" y="527279"/>
                        <a:pt x="223509" y="539291"/>
                      </a:cubicBezTo>
                      <a:cubicBezTo>
                        <a:pt x="247324" y="555308"/>
                        <a:pt x="254850" y="591477"/>
                        <a:pt x="240174" y="619304"/>
                      </a:cubicBezTo>
                      <a:lnTo>
                        <a:pt x="240174" y="619304"/>
                      </a:lnTo>
                      <a:cubicBezTo>
                        <a:pt x="225978" y="646201"/>
                        <a:pt x="196005" y="655126"/>
                        <a:pt x="173051" y="638767"/>
                      </a:cubicBezTo>
                      <a:cubicBezTo>
                        <a:pt x="154291" y="625397"/>
                        <a:pt x="133799" y="607155"/>
                        <a:pt x="111689" y="581824"/>
                      </a:cubicBezTo>
                      <a:cubicBezTo>
                        <a:pt x="93451" y="601956"/>
                        <a:pt x="75212" y="622081"/>
                        <a:pt x="56966" y="642199"/>
                      </a:cubicBezTo>
                      <a:cubicBezTo>
                        <a:pt x="37863" y="618247"/>
                        <a:pt x="18873" y="594162"/>
                        <a:pt x="0" y="569964"/>
                      </a:cubicBezTo>
                      <a:cubicBezTo>
                        <a:pt x="19857" y="548454"/>
                        <a:pt x="39711" y="526930"/>
                        <a:pt x="59562" y="505406"/>
                      </a:cubicBezTo>
                      <a:cubicBezTo>
                        <a:pt x="11391" y="412367"/>
                        <a:pt x="20965" y="319883"/>
                        <a:pt x="76878" y="261213"/>
                      </a:cubicBezTo>
                      <a:cubicBezTo>
                        <a:pt x="138593" y="196391"/>
                        <a:pt x="209958" y="216300"/>
                        <a:pt x="291767" y="267615"/>
                      </a:cubicBezTo>
                      <a:cubicBezTo>
                        <a:pt x="348493" y="303013"/>
                        <a:pt x="381373" y="308598"/>
                        <a:pt x="404872" y="282452"/>
                      </a:cubicBezTo>
                      <a:cubicBezTo>
                        <a:pt x="429637" y="254845"/>
                        <a:pt x="421575" y="212772"/>
                        <a:pt x="390374" y="172988"/>
                      </a:cubicBezTo>
                      <a:cubicBezTo>
                        <a:pt x="368947" y="145659"/>
                        <a:pt x="344100" y="124849"/>
                        <a:pt x="319600" y="109415"/>
                      </a:cubicBezTo>
                      <a:cubicBezTo>
                        <a:pt x="295525" y="94255"/>
                        <a:pt x="288982" y="57170"/>
                        <a:pt x="305171" y="29450"/>
                      </a:cubicBezTo>
                      <a:cubicBezTo>
                        <a:pt x="305761" y="28435"/>
                        <a:pt x="306350" y="27424"/>
                        <a:pt x="306940" y="26412"/>
                      </a:cubicBezTo>
                      <a:cubicBezTo>
                        <a:pt x="321630" y="1247"/>
                        <a:pt x="349686" y="-7274"/>
                        <a:pt x="371086" y="6692"/>
                      </a:cubicBezTo>
                      <a:cubicBezTo>
                        <a:pt x="396742" y="23446"/>
                        <a:pt x="424342" y="47350"/>
                        <a:pt x="448719" y="75766"/>
                      </a:cubicBezTo>
                      <a:cubicBezTo>
                        <a:pt x="468521" y="54180"/>
                        <a:pt x="488324" y="32591"/>
                        <a:pt x="508116" y="10999"/>
                      </a:cubicBezTo>
                      <a:cubicBezTo>
                        <a:pt x="525583" y="33418"/>
                        <a:pt x="543171" y="55727"/>
                        <a:pt x="560861" y="77916"/>
                      </a:cubicBezTo>
                      <a:close/>
                    </a:path>
                  </a:pathLst>
                </a:custGeom>
                <a:solidFill>
                  <a:srgbClr val="3C8F7C"/>
                </a:solidFill>
                <a:ln w="3428"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92F74B8D-DE27-BB38-4A64-D08F73CAC821}"/>
                    </a:ext>
                  </a:extLst>
                </p:cNvPr>
                <p:cNvSpPr/>
                <p:nvPr/>
              </p:nvSpPr>
              <p:spPr>
                <a:xfrm>
                  <a:off x="3429132" y="4763347"/>
                  <a:ext cx="602393" cy="604508"/>
                </a:xfrm>
                <a:custGeom>
                  <a:avLst/>
                  <a:gdLst>
                    <a:gd name="connsiteX0" fmla="*/ 602393 w 602393"/>
                    <a:gd name="connsiteY0" fmla="*/ 486956 h 604508"/>
                    <a:gd name="connsiteX1" fmla="*/ 85152 w 602393"/>
                    <a:gd name="connsiteY1" fmla="*/ 0 h 604508"/>
                    <a:gd name="connsiteX2" fmla="*/ 0 w 602393"/>
                    <a:gd name="connsiteY2" fmla="*/ 110736 h 604508"/>
                    <a:gd name="connsiteX3" fmla="*/ 524483 w 602393"/>
                    <a:gd name="connsiteY3" fmla="*/ 604509 h 604508"/>
                    <a:gd name="connsiteX4" fmla="*/ 602393 w 602393"/>
                    <a:gd name="connsiteY4" fmla="*/ 486956 h 604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393" h="604508">
                      <a:moveTo>
                        <a:pt x="602393" y="486956"/>
                      </a:moveTo>
                      <a:cubicBezTo>
                        <a:pt x="423331" y="333631"/>
                        <a:pt x="250790" y="171155"/>
                        <a:pt x="85152" y="0"/>
                      </a:cubicBezTo>
                      <a:cubicBezTo>
                        <a:pt x="56767" y="36917"/>
                        <a:pt x="28385" y="73823"/>
                        <a:pt x="0" y="110736"/>
                      </a:cubicBezTo>
                      <a:cubicBezTo>
                        <a:pt x="167956" y="284288"/>
                        <a:pt x="342914" y="449038"/>
                        <a:pt x="524483" y="604509"/>
                      </a:cubicBezTo>
                      <a:cubicBezTo>
                        <a:pt x="550454" y="565329"/>
                        <a:pt x="576422" y="526139"/>
                        <a:pt x="602393" y="486956"/>
                      </a:cubicBezTo>
                      <a:close/>
                    </a:path>
                  </a:pathLst>
                </a:custGeom>
                <a:solidFill>
                  <a:srgbClr val="50BFA5"/>
                </a:solidFill>
                <a:ln w="3428" cap="flat">
                  <a:noFill/>
                  <a:prstDash val="solid"/>
                  <a:miter/>
                </a:ln>
              </p:spPr>
              <p:txBody>
                <a:bodyPr rtlCol="0" anchor="ctr"/>
                <a:lstStyle/>
                <a:p>
                  <a:endParaRPr lang="en-IN"/>
                </a:p>
              </p:txBody>
            </p:sp>
          </p:grpSp>
        </p:grpSp>
        <p:grpSp>
          <p:nvGrpSpPr>
            <p:cNvPr id="32" name="Graphic 2">
              <a:extLst>
                <a:ext uri="{FF2B5EF4-FFF2-40B4-BE49-F238E27FC236}">
                  <a16:creationId xmlns:a16="http://schemas.microsoft.com/office/drawing/2014/main" id="{AFA1E811-EF2A-D338-F89B-34957B6A49AD}"/>
                </a:ext>
              </a:extLst>
            </p:cNvPr>
            <p:cNvGrpSpPr/>
            <p:nvPr/>
          </p:nvGrpSpPr>
          <p:grpSpPr>
            <a:xfrm>
              <a:off x="1098115" y="3572290"/>
              <a:ext cx="3364877" cy="2325116"/>
              <a:chOff x="1098115" y="3572290"/>
              <a:chExt cx="3364877" cy="2325116"/>
            </a:xfrm>
          </p:grpSpPr>
          <p:sp>
            <p:nvSpPr>
              <p:cNvPr id="33" name="Freeform: Shape 32">
                <a:extLst>
                  <a:ext uri="{FF2B5EF4-FFF2-40B4-BE49-F238E27FC236}">
                    <a16:creationId xmlns:a16="http://schemas.microsoft.com/office/drawing/2014/main" id="{89238311-28B1-D37D-4C97-6F7AB8E6DDB8}"/>
                  </a:ext>
                </a:extLst>
              </p:cNvPr>
              <p:cNvSpPr/>
              <p:nvPr/>
            </p:nvSpPr>
            <p:spPr>
              <a:xfrm>
                <a:off x="1098115" y="3572290"/>
                <a:ext cx="3364877" cy="2325116"/>
              </a:xfrm>
              <a:custGeom>
                <a:avLst/>
                <a:gdLst>
                  <a:gd name="connsiteX0" fmla="*/ 3364878 w 3364877"/>
                  <a:gd name="connsiteY0" fmla="*/ 973243 h 2325116"/>
                  <a:gd name="connsiteX1" fmla="*/ 512097 w 3364877"/>
                  <a:gd name="connsiteY1" fmla="*/ 0 h 2325116"/>
                  <a:gd name="connsiteX2" fmla="*/ 0 w 3364877"/>
                  <a:gd name="connsiteY2" fmla="*/ 1199824 h 2325116"/>
                  <a:gd name="connsiteX3" fmla="*/ 3298455 w 3364877"/>
                  <a:gd name="connsiteY3" fmla="*/ 2325116 h 2325116"/>
                  <a:gd name="connsiteX4" fmla="*/ 3364878 w 3364877"/>
                  <a:gd name="connsiteY4" fmla="*/ 973243 h 2325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877" h="2325116">
                    <a:moveTo>
                      <a:pt x="3364878" y="973243"/>
                    </a:moveTo>
                    <a:cubicBezTo>
                      <a:pt x="2377933" y="848078"/>
                      <a:pt x="1410008" y="517865"/>
                      <a:pt x="512097" y="0"/>
                    </a:cubicBezTo>
                    <a:cubicBezTo>
                      <a:pt x="341398" y="399941"/>
                      <a:pt x="170702" y="799886"/>
                      <a:pt x="0" y="1199824"/>
                    </a:cubicBezTo>
                    <a:cubicBezTo>
                      <a:pt x="1038188" y="1798596"/>
                      <a:pt x="2157325" y="2180398"/>
                      <a:pt x="3298455" y="2325116"/>
                    </a:cubicBezTo>
                    <a:cubicBezTo>
                      <a:pt x="3320596" y="1874494"/>
                      <a:pt x="3342737" y="1423868"/>
                      <a:pt x="3364878" y="973243"/>
                    </a:cubicBezTo>
                    <a:close/>
                  </a:path>
                </a:pathLst>
              </a:custGeom>
              <a:solidFill>
                <a:srgbClr val="3C8F7C"/>
              </a:solidFill>
              <a:ln w="3428"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7AC42973-6231-FA6B-8339-036EDAF22CA8}"/>
                  </a:ext>
                </a:extLst>
              </p:cNvPr>
              <p:cNvSpPr/>
              <p:nvPr/>
            </p:nvSpPr>
            <p:spPr>
              <a:xfrm>
                <a:off x="1260619" y="3754237"/>
                <a:ext cx="3123493" cy="2034398"/>
              </a:xfrm>
              <a:custGeom>
                <a:avLst/>
                <a:gdLst>
                  <a:gd name="connsiteX0" fmla="*/ 313891 w 3123493"/>
                  <a:gd name="connsiteY0" fmla="*/ 78113 h 2034398"/>
                  <a:gd name="connsiteX1" fmla="*/ 0 w 3123493"/>
                  <a:gd name="connsiteY1" fmla="*/ 830257 h 2034398"/>
                  <a:gd name="connsiteX2" fmla="*/ 107993 w 3123493"/>
                  <a:gd name="connsiteY2" fmla="*/ 1090909 h 2034398"/>
                  <a:gd name="connsiteX3" fmla="*/ 2873557 w 3123493"/>
                  <a:gd name="connsiteY3" fmla="*/ 2034398 h 2034398"/>
                  <a:gd name="connsiteX4" fmla="*/ 3075748 w 3123493"/>
                  <a:gd name="connsiteY4" fmla="*/ 1879569 h 2034398"/>
                  <a:gd name="connsiteX5" fmla="*/ 3123493 w 3123493"/>
                  <a:gd name="connsiteY5" fmla="*/ 1036631 h 2034398"/>
                  <a:gd name="connsiteX6" fmla="*/ 2965430 w 3123493"/>
                  <a:gd name="connsiteY6" fmla="*/ 828525 h 2034398"/>
                  <a:gd name="connsiteX7" fmla="*/ 536844 w 3123493"/>
                  <a:gd name="connsiteY7" fmla="*/ 0 h 2034398"/>
                  <a:gd name="connsiteX8" fmla="*/ 313891 w 3123493"/>
                  <a:gd name="connsiteY8" fmla="*/ 78113 h 2034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3493" h="2034398">
                    <a:moveTo>
                      <a:pt x="313891" y="78113"/>
                    </a:moveTo>
                    <a:cubicBezTo>
                      <a:pt x="209258" y="328827"/>
                      <a:pt x="104633" y="579539"/>
                      <a:pt x="0" y="830257"/>
                    </a:cubicBezTo>
                    <a:cubicBezTo>
                      <a:pt x="94767" y="883914"/>
                      <a:pt x="143552" y="999423"/>
                      <a:pt x="107993" y="1090909"/>
                    </a:cubicBezTo>
                    <a:cubicBezTo>
                      <a:pt x="987651" y="1563730"/>
                      <a:pt x="1921207" y="1882219"/>
                      <a:pt x="2873557" y="2034398"/>
                    </a:cubicBezTo>
                    <a:cubicBezTo>
                      <a:pt x="2881612" y="1933531"/>
                      <a:pt x="2972004" y="1865503"/>
                      <a:pt x="3075748" y="1879569"/>
                    </a:cubicBezTo>
                    <a:cubicBezTo>
                      <a:pt x="3091665" y="1598590"/>
                      <a:pt x="3107579" y="1317610"/>
                      <a:pt x="3123493" y="1036631"/>
                    </a:cubicBezTo>
                    <a:cubicBezTo>
                      <a:pt x="3028023" y="1023677"/>
                      <a:pt x="2957379" y="929317"/>
                      <a:pt x="2965430" y="828525"/>
                    </a:cubicBezTo>
                    <a:cubicBezTo>
                      <a:pt x="2129121" y="694887"/>
                      <a:pt x="1309316" y="415207"/>
                      <a:pt x="536844" y="0"/>
                    </a:cubicBezTo>
                    <a:cubicBezTo>
                      <a:pt x="501316" y="91414"/>
                      <a:pt x="401104" y="127483"/>
                      <a:pt x="313891" y="78113"/>
                    </a:cubicBezTo>
                    <a:close/>
                  </a:path>
                </a:pathLst>
              </a:custGeom>
              <a:solidFill>
                <a:srgbClr val="96D9C9"/>
              </a:solidFill>
              <a:ln w="3428" cap="flat">
                <a:noFill/>
                <a:prstDash val="solid"/>
                <a:miter/>
              </a:ln>
            </p:spPr>
            <p:txBody>
              <a:bodyPr rtlCol="0" anchor="ctr"/>
              <a:lstStyle/>
              <a:p>
                <a:endParaRPr lang="en-IN"/>
              </a:p>
            </p:txBody>
          </p:sp>
          <p:grpSp>
            <p:nvGrpSpPr>
              <p:cNvPr id="35" name="Graphic 2">
                <a:extLst>
                  <a:ext uri="{FF2B5EF4-FFF2-40B4-BE49-F238E27FC236}">
                    <a16:creationId xmlns:a16="http://schemas.microsoft.com/office/drawing/2014/main" id="{D7637F4D-AF61-8DAF-5CC7-7C317D437F25}"/>
                  </a:ext>
                </a:extLst>
              </p:cNvPr>
              <p:cNvGrpSpPr/>
              <p:nvPr/>
            </p:nvGrpSpPr>
            <p:grpSpPr>
              <a:xfrm>
                <a:off x="2459154" y="4431383"/>
                <a:ext cx="909463" cy="940516"/>
                <a:chOff x="2459154" y="4431383"/>
                <a:chExt cx="909463" cy="940516"/>
              </a:xfrm>
            </p:grpSpPr>
            <p:sp>
              <p:nvSpPr>
                <p:cNvPr id="36" name="Freeform: Shape 35">
                  <a:extLst>
                    <a:ext uri="{FF2B5EF4-FFF2-40B4-BE49-F238E27FC236}">
                      <a16:creationId xmlns:a16="http://schemas.microsoft.com/office/drawing/2014/main" id="{E4E3F905-471A-DDDC-FC4B-D8E43CD314A5}"/>
                    </a:ext>
                  </a:extLst>
                </p:cNvPr>
                <p:cNvSpPr/>
                <p:nvPr/>
              </p:nvSpPr>
              <p:spPr>
                <a:xfrm>
                  <a:off x="2459154" y="4431383"/>
                  <a:ext cx="909463" cy="940516"/>
                </a:xfrm>
                <a:custGeom>
                  <a:avLst/>
                  <a:gdLst>
                    <a:gd name="connsiteX0" fmla="*/ 903387 w 909463"/>
                    <a:gd name="connsiteY0" fmla="*/ 603383 h 940516"/>
                    <a:gd name="connsiteX1" fmla="*/ 554740 w 909463"/>
                    <a:gd name="connsiteY1" fmla="*/ 22688 h 940516"/>
                    <a:gd name="connsiteX2" fmla="*/ 16339 w 909463"/>
                    <a:gd name="connsiteY2" fmla="*/ 309034 h 940516"/>
                    <a:gd name="connsiteX3" fmla="*/ 359229 w 909463"/>
                    <a:gd name="connsiteY3" fmla="*/ 915802 h 940516"/>
                    <a:gd name="connsiteX4" fmla="*/ 903387 w 909463"/>
                    <a:gd name="connsiteY4" fmla="*/ 603383 h 940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9463" h="940516">
                      <a:moveTo>
                        <a:pt x="903387" y="603383"/>
                      </a:moveTo>
                      <a:cubicBezTo>
                        <a:pt x="942913" y="352263"/>
                        <a:pt x="785327" y="99522"/>
                        <a:pt x="554740" y="22688"/>
                      </a:cubicBezTo>
                      <a:cubicBezTo>
                        <a:pt x="324020" y="-53555"/>
                        <a:pt x="84669" y="67471"/>
                        <a:pt x="16339" y="309034"/>
                      </a:cubicBezTo>
                      <a:cubicBezTo>
                        <a:pt x="-51922" y="550137"/>
                        <a:pt x="99698" y="829841"/>
                        <a:pt x="359229" y="915802"/>
                      </a:cubicBezTo>
                      <a:cubicBezTo>
                        <a:pt x="618698" y="1002062"/>
                        <a:pt x="863995" y="854063"/>
                        <a:pt x="903387" y="603383"/>
                      </a:cubicBezTo>
                      <a:close/>
                    </a:path>
                  </a:pathLst>
                </a:custGeom>
                <a:solidFill>
                  <a:srgbClr val="50BFA5"/>
                </a:solidFill>
                <a:ln w="3428"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1EF235FA-31ED-61F5-7F08-2A284D5311AD}"/>
                    </a:ext>
                  </a:extLst>
                </p:cNvPr>
                <p:cNvSpPr/>
                <p:nvPr/>
              </p:nvSpPr>
              <p:spPr>
                <a:xfrm>
                  <a:off x="2717456" y="4524249"/>
                  <a:ext cx="428133" cy="714175"/>
                </a:xfrm>
                <a:custGeom>
                  <a:avLst/>
                  <a:gdLst>
                    <a:gd name="connsiteX0" fmla="*/ 335014 w 428133"/>
                    <a:gd name="connsiteY0" fmla="*/ 28170 h 714175"/>
                    <a:gd name="connsiteX1" fmla="*/ 314529 w 428133"/>
                    <a:gd name="connsiteY1" fmla="*/ 113781 h 714175"/>
                    <a:gd name="connsiteX2" fmla="*/ 424301 w 428133"/>
                    <a:gd name="connsiteY2" fmla="*/ 319408 h 714175"/>
                    <a:gd name="connsiteX3" fmla="*/ 248675 w 428133"/>
                    <a:gd name="connsiteY3" fmla="*/ 429136 h 714175"/>
                    <a:gd name="connsiteX4" fmla="*/ 130021 w 428133"/>
                    <a:gd name="connsiteY4" fmla="*/ 464884 h 714175"/>
                    <a:gd name="connsiteX5" fmla="*/ 191102 w 428133"/>
                    <a:gd name="connsiteY5" fmla="*/ 538034 h 714175"/>
                    <a:gd name="connsiteX6" fmla="*/ 268261 w 428133"/>
                    <a:gd name="connsiteY6" fmla="*/ 553780 h 714175"/>
                    <a:gd name="connsiteX7" fmla="*/ 321829 w 428133"/>
                    <a:gd name="connsiteY7" fmla="*/ 609402 h 714175"/>
                    <a:gd name="connsiteX8" fmla="*/ 321829 w 428133"/>
                    <a:gd name="connsiteY8" fmla="*/ 609402 h 714175"/>
                    <a:gd name="connsiteX9" fmla="*/ 273175 w 428133"/>
                    <a:gd name="connsiteY9" fmla="*/ 656578 h 714175"/>
                    <a:gd name="connsiteX10" fmla="*/ 192151 w 428133"/>
                    <a:gd name="connsiteY10" fmla="*/ 640390 h 714175"/>
                    <a:gd name="connsiteX11" fmla="*/ 174249 w 428133"/>
                    <a:gd name="connsiteY11" fmla="*/ 714175 h 714175"/>
                    <a:gd name="connsiteX12" fmla="*/ 89556 w 428133"/>
                    <a:gd name="connsiteY12" fmla="*/ 683774 h 714175"/>
                    <a:gd name="connsiteX13" fmla="*/ 109608 w 428133"/>
                    <a:gd name="connsiteY13" fmla="*/ 604386 h 714175"/>
                    <a:gd name="connsiteX14" fmla="*/ 5202 w 428133"/>
                    <a:gd name="connsiteY14" fmla="*/ 402410 h 714175"/>
                    <a:gd name="connsiteX15" fmla="*/ 194569 w 428133"/>
                    <a:gd name="connsiteY15" fmla="*/ 305915 h 714175"/>
                    <a:gd name="connsiteX16" fmla="*/ 299849 w 428133"/>
                    <a:gd name="connsiteY16" fmla="*/ 264228 h 714175"/>
                    <a:gd name="connsiteX17" fmla="*/ 233759 w 428133"/>
                    <a:gd name="connsiteY17" fmla="*/ 184210 h 714175"/>
                    <a:gd name="connsiteX18" fmla="*/ 141334 w 428133"/>
                    <a:gd name="connsiteY18" fmla="*/ 167212 h 714175"/>
                    <a:gd name="connsiteX19" fmla="*/ 89724 w 428133"/>
                    <a:gd name="connsiteY19" fmla="*/ 110568 h 714175"/>
                    <a:gd name="connsiteX20" fmla="*/ 89772 w 428133"/>
                    <a:gd name="connsiteY20" fmla="*/ 107325 h 714175"/>
                    <a:gd name="connsiteX21" fmla="*/ 135720 w 428133"/>
                    <a:gd name="connsiteY21" fmla="*/ 61355 h 714175"/>
                    <a:gd name="connsiteX22" fmla="*/ 236776 w 428133"/>
                    <a:gd name="connsiteY22" fmla="*/ 79474 h 714175"/>
                    <a:gd name="connsiteX23" fmla="*/ 256586 w 428133"/>
                    <a:gd name="connsiteY23" fmla="*/ 0 h 714175"/>
                    <a:gd name="connsiteX24" fmla="*/ 335014 w 428133"/>
                    <a:gd name="connsiteY24" fmla="*/ 28170 h 714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8133" h="714175">
                      <a:moveTo>
                        <a:pt x="335014" y="28170"/>
                      </a:moveTo>
                      <a:cubicBezTo>
                        <a:pt x="328194" y="56705"/>
                        <a:pt x="321363" y="85245"/>
                        <a:pt x="314529" y="113781"/>
                      </a:cubicBezTo>
                      <a:cubicBezTo>
                        <a:pt x="403443" y="163310"/>
                        <a:pt x="440901" y="244162"/>
                        <a:pt x="424301" y="319408"/>
                      </a:cubicBezTo>
                      <a:cubicBezTo>
                        <a:pt x="407458" y="395230"/>
                        <a:pt x="357031" y="428906"/>
                        <a:pt x="248675" y="429136"/>
                      </a:cubicBezTo>
                      <a:cubicBezTo>
                        <a:pt x="170898" y="430789"/>
                        <a:pt x="136999" y="437242"/>
                        <a:pt x="130021" y="464884"/>
                      </a:cubicBezTo>
                      <a:cubicBezTo>
                        <a:pt x="124089" y="488228"/>
                        <a:pt x="135885" y="518297"/>
                        <a:pt x="191102" y="538034"/>
                      </a:cubicBezTo>
                      <a:cubicBezTo>
                        <a:pt x="221078" y="548709"/>
                        <a:pt x="246902" y="552693"/>
                        <a:pt x="268261" y="553780"/>
                      </a:cubicBezTo>
                      <a:cubicBezTo>
                        <a:pt x="296732" y="555234"/>
                        <a:pt x="320941" y="580386"/>
                        <a:pt x="321829" y="609402"/>
                      </a:cubicBezTo>
                      <a:lnTo>
                        <a:pt x="321829" y="609402"/>
                      </a:lnTo>
                      <a:cubicBezTo>
                        <a:pt x="322680" y="637462"/>
                        <a:pt x="301070" y="658711"/>
                        <a:pt x="273175" y="656578"/>
                      </a:cubicBezTo>
                      <a:cubicBezTo>
                        <a:pt x="250379" y="654836"/>
                        <a:pt x="223698" y="650046"/>
                        <a:pt x="192151" y="640390"/>
                      </a:cubicBezTo>
                      <a:cubicBezTo>
                        <a:pt x="186188" y="664990"/>
                        <a:pt x="180222" y="689582"/>
                        <a:pt x="174249" y="714175"/>
                      </a:cubicBezTo>
                      <a:cubicBezTo>
                        <a:pt x="145977" y="704193"/>
                        <a:pt x="117745" y="694057"/>
                        <a:pt x="89556" y="683774"/>
                      </a:cubicBezTo>
                      <a:cubicBezTo>
                        <a:pt x="96246" y="657312"/>
                        <a:pt x="102929" y="630847"/>
                        <a:pt x="109608" y="604386"/>
                      </a:cubicBezTo>
                      <a:cubicBezTo>
                        <a:pt x="22364" y="553317"/>
                        <a:pt x="-14562" y="475400"/>
                        <a:pt x="5202" y="402410"/>
                      </a:cubicBezTo>
                      <a:cubicBezTo>
                        <a:pt x="26990" y="321795"/>
                        <a:pt x="98574" y="303861"/>
                        <a:pt x="194569" y="305915"/>
                      </a:cubicBezTo>
                      <a:cubicBezTo>
                        <a:pt x="261040" y="307194"/>
                        <a:pt x="292268" y="296087"/>
                        <a:pt x="299849" y="264228"/>
                      </a:cubicBezTo>
                      <a:cubicBezTo>
                        <a:pt x="307812" y="230614"/>
                        <a:pt x="280249" y="201036"/>
                        <a:pt x="233759" y="184210"/>
                      </a:cubicBezTo>
                      <a:cubicBezTo>
                        <a:pt x="201821" y="172650"/>
                        <a:pt x="170117" y="167877"/>
                        <a:pt x="141334" y="167212"/>
                      </a:cubicBezTo>
                      <a:cubicBezTo>
                        <a:pt x="113058" y="166561"/>
                        <a:pt x="89250" y="140222"/>
                        <a:pt x="89724" y="110568"/>
                      </a:cubicBezTo>
                      <a:cubicBezTo>
                        <a:pt x="89737" y="109488"/>
                        <a:pt x="89755" y="108404"/>
                        <a:pt x="89772" y="107325"/>
                      </a:cubicBezTo>
                      <a:cubicBezTo>
                        <a:pt x="90200" y="80410"/>
                        <a:pt x="110346" y="60385"/>
                        <a:pt x="135720" y="61355"/>
                      </a:cubicBezTo>
                      <a:cubicBezTo>
                        <a:pt x="166142" y="62524"/>
                        <a:pt x="201756" y="68446"/>
                        <a:pt x="236776" y="79474"/>
                      </a:cubicBezTo>
                      <a:cubicBezTo>
                        <a:pt x="243384" y="52985"/>
                        <a:pt x="249988" y="26496"/>
                        <a:pt x="256586" y="0"/>
                      </a:cubicBezTo>
                      <a:cubicBezTo>
                        <a:pt x="282680" y="9526"/>
                        <a:pt x="308830" y="18918"/>
                        <a:pt x="335014" y="28170"/>
                      </a:cubicBezTo>
                      <a:close/>
                    </a:path>
                  </a:pathLst>
                </a:custGeom>
                <a:solidFill>
                  <a:srgbClr val="3C8F7C"/>
                </a:solidFill>
                <a:ln w="3428" cap="flat">
                  <a:noFill/>
                  <a:prstDash val="solid"/>
                  <a:miter/>
                </a:ln>
              </p:spPr>
              <p:txBody>
                <a:bodyPr rtlCol="0" anchor="ctr"/>
                <a:lstStyle/>
                <a:p>
                  <a:endParaRPr lang="en-IN"/>
                </a:p>
              </p:txBody>
            </p:sp>
          </p:grpSp>
        </p:grpSp>
        <p:sp>
          <p:nvSpPr>
            <p:cNvPr id="38" name="Freeform: Shape 37">
              <a:extLst>
                <a:ext uri="{FF2B5EF4-FFF2-40B4-BE49-F238E27FC236}">
                  <a16:creationId xmlns:a16="http://schemas.microsoft.com/office/drawing/2014/main" id="{A4E4AB07-CA0D-D2D0-6955-C74CA6628370}"/>
                </a:ext>
              </a:extLst>
            </p:cNvPr>
            <p:cNvSpPr/>
            <p:nvPr/>
          </p:nvSpPr>
          <p:spPr>
            <a:xfrm>
              <a:off x="3567745" y="2493141"/>
              <a:ext cx="569155" cy="649751"/>
            </a:xfrm>
            <a:custGeom>
              <a:avLst/>
              <a:gdLst>
                <a:gd name="connsiteX0" fmla="*/ 442047 w 569155"/>
                <a:gd name="connsiteY0" fmla="*/ 60657 h 649751"/>
                <a:gd name="connsiteX1" fmla="*/ 371794 w 569155"/>
                <a:gd name="connsiteY1" fmla="*/ 32618 h 649751"/>
                <a:gd name="connsiteX2" fmla="*/ 291686 w 569155"/>
                <a:gd name="connsiteY2" fmla="*/ 2543 h 649751"/>
                <a:gd name="connsiteX3" fmla="*/ 129172 w 569155"/>
                <a:gd name="connsiteY3" fmla="*/ 45727 h 649751"/>
                <a:gd name="connsiteX4" fmla="*/ 2456 w 569155"/>
                <a:gd name="connsiteY4" fmla="*/ 352568 h 649751"/>
                <a:gd name="connsiteX5" fmla="*/ 215541 w 569155"/>
                <a:gd name="connsiteY5" fmla="*/ 645775 h 649751"/>
                <a:gd name="connsiteX6" fmla="*/ 382602 w 569155"/>
                <a:gd name="connsiteY6" fmla="*/ 430982 h 649751"/>
                <a:gd name="connsiteX7" fmla="*/ 439424 w 569155"/>
                <a:gd name="connsiteY7" fmla="*/ 550312 h 649751"/>
                <a:gd name="connsiteX8" fmla="*/ 442047 w 569155"/>
                <a:gd name="connsiteY8" fmla="*/ 60657 h 64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9155" h="649751">
                  <a:moveTo>
                    <a:pt x="442047" y="60657"/>
                  </a:moveTo>
                  <a:cubicBezTo>
                    <a:pt x="418116" y="52626"/>
                    <a:pt x="394545" y="43557"/>
                    <a:pt x="371794" y="32618"/>
                  </a:cubicBezTo>
                  <a:cubicBezTo>
                    <a:pt x="346073" y="20257"/>
                    <a:pt x="312740" y="5780"/>
                    <a:pt x="291686" y="2543"/>
                  </a:cubicBezTo>
                  <a:cubicBezTo>
                    <a:pt x="247366" y="-4278"/>
                    <a:pt x="171221" y="269"/>
                    <a:pt x="129172" y="45727"/>
                  </a:cubicBezTo>
                  <a:cubicBezTo>
                    <a:pt x="76787" y="102361"/>
                    <a:pt x="-16293" y="55956"/>
                    <a:pt x="2456" y="352568"/>
                  </a:cubicBezTo>
                  <a:cubicBezTo>
                    <a:pt x="23682" y="688305"/>
                    <a:pt x="210994" y="651457"/>
                    <a:pt x="215541" y="645775"/>
                  </a:cubicBezTo>
                  <a:cubicBezTo>
                    <a:pt x="220088" y="640093"/>
                    <a:pt x="382602" y="430982"/>
                    <a:pt x="382602" y="430982"/>
                  </a:cubicBezTo>
                  <a:cubicBezTo>
                    <a:pt x="382602" y="430982"/>
                    <a:pt x="439424" y="554858"/>
                    <a:pt x="439424" y="550312"/>
                  </a:cubicBezTo>
                  <a:cubicBezTo>
                    <a:pt x="439424" y="545926"/>
                    <a:pt x="729562" y="157156"/>
                    <a:pt x="442047" y="60657"/>
                  </a:cubicBezTo>
                  <a:close/>
                </a:path>
              </a:pathLst>
            </a:custGeom>
            <a:solidFill>
              <a:srgbClr val="0E2E35"/>
            </a:solidFill>
            <a:ln w="3428" cap="flat">
              <a:noFill/>
              <a:prstDash val="solid"/>
              <a:miter/>
            </a:ln>
          </p:spPr>
          <p:txBody>
            <a:bodyPr rtlCol="0" anchor="ctr"/>
            <a:lstStyle/>
            <a:p>
              <a:endParaRPr lang="en-IN"/>
            </a:p>
          </p:txBody>
        </p:sp>
        <p:grpSp>
          <p:nvGrpSpPr>
            <p:cNvPr id="39" name="Graphic 2">
              <a:extLst>
                <a:ext uri="{FF2B5EF4-FFF2-40B4-BE49-F238E27FC236}">
                  <a16:creationId xmlns:a16="http://schemas.microsoft.com/office/drawing/2014/main" id="{42BCBABE-71DE-61A0-BDFA-2E34665648E6}"/>
                </a:ext>
              </a:extLst>
            </p:cNvPr>
            <p:cNvGrpSpPr/>
            <p:nvPr/>
          </p:nvGrpSpPr>
          <p:grpSpPr>
            <a:xfrm>
              <a:off x="1682087" y="4767132"/>
              <a:ext cx="3097199" cy="1557531"/>
              <a:chOff x="1682087" y="4767132"/>
              <a:chExt cx="3097199" cy="1557531"/>
            </a:xfrm>
          </p:grpSpPr>
          <p:sp>
            <p:nvSpPr>
              <p:cNvPr id="40" name="Freeform: Shape 39">
                <a:extLst>
                  <a:ext uri="{FF2B5EF4-FFF2-40B4-BE49-F238E27FC236}">
                    <a16:creationId xmlns:a16="http://schemas.microsoft.com/office/drawing/2014/main" id="{9AB33CD8-3ED0-4A35-C2C8-088B85746A0E}"/>
                  </a:ext>
                </a:extLst>
              </p:cNvPr>
              <p:cNvSpPr/>
              <p:nvPr/>
            </p:nvSpPr>
            <p:spPr>
              <a:xfrm>
                <a:off x="1682087" y="4767132"/>
                <a:ext cx="3097199" cy="1557531"/>
              </a:xfrm>
              <a:custGeom>
                <a:avLst/>
                <a:gdLst>
                  <a:gd name="connsiteX0" fmla="*/ 2525136 w 3097199"/>
                  <a:gd name="connsiteY0" fmla="*/ 0 h 1557531"/>
                  <a:gd name="connsiteX1" fmla="*/ 0 w 3097199"/>
                  <a:gd name="connsiteY1" fmla="*/ 413349 h 1557531"/>
                  <a:gd name="connsiteX2" fmla="*/ 177574 w 3097199"/>
                  <a:gd name="connsiteY2" fmla="*/ 1551863 h 1557531"/>
                  <a:gd name="connsiteX3" fmla="*/ 3097200 w 3097199"/>
                  <a:gd name="connsiteY3" fmla="*/ 1073939 h 1557531"/>
                  <a:gd name="connsiteX4" fmla="*/ 2525136 w 3097199"/>
                  <a:gd name="connsiteY4" fmla="*/ 0 h 15575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7199" h="1557531">
                    <a:moveTo>
                      <a:pt x="2525136" y="0"/>
                    </a:moveTo>
                    <a:cubicBezTo>
                      <a:pt x="1748629" y="306800"/>
                      <a:pt x="891873" y="447042"/>
                      <a:pt x="0" y="413349"/>
                    </a:cubicBezTo>
                    <a:cubicBezTo>
                      <a:pt x="59191" y="792853"/>
                      <a:pt x="118383" y="1172361"/>
                      <a:pt x="177574" y="1551863"/>
                    </a:cubicBezTo>
                    <a:cubicBezTo>
                      <a:pt x="1208781" y="1590823"/>
                      <a:pt x="2199385" y="1428669"/>
                      <a:pt x="3097200" y="1073939"/>
                    </a:cubicBezTo>
                    <a:cubicBezTo>
                      <a:pt x="2906510" y="715962"/>
                      <a:pt x="2715823" y="357981"/>
                      <a:pt x="2525136" y="0"/>
                    </a:cubicBezTo>
                    <a:close/>
                  </a:path>
                </a:pathLst>
              </a:custGeom>
              <a:solidFill>
                <a:srgbClr val="3C8F7C"/>
              </a:solidFill>
              <a:ln w="3428"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CCC0DCBA-D745-E073-36F2-D186F26D4EAE}"/>
                  </a:ext>
                </a:extLst>
              </p:cNvPr>
              <p:cNvSpPr/>
              <p:nvPr/>
            </p:nvSpPr>
            <p:spPr>
              <a:xfrm>
                <a:off x="1775432" y="4892881"/>
                <a:ext cx="2839006" cy="1372223"/>
              </a:xfrm>
              <a:custGeom>
                <a:avLst/>
                <a:gdLst>
                  <a:gd name="connsiteX0" fmla="*/ 0 w 2839006"/>
                  <a:gd name="connsiteY0" fmla="*/ 503573 h 1372223"/>
                  <a:gd name="connsiteX1" fmla="*/ 116514 w 2839006"/>
                  <a:gd name="connsiteY1" fmla="*/ 1214363 h 1372223"/>
                  <a:gd name="connsiteX2" fmla="*/ 314820 w 2839006"/>
                  <a:gd name="connsiteY2" fmla="*/ 1372015 h 1372223"/>
                  <a:gd name="connsiteX3" fmla="*/ 2762759 w 2839006"/>
                  <a:gd name="connsiteY3" fmla="*/ 971305 h 1372223"/>
                  <a:gd name="connsiteX4" fmla="*/ 2839006 w 2839006"/>
                  <a:gd name="connsiteY4" fmla="*/ 768710 h 1372223"/>
                  <a:gd name="connsiteX5" fmla="*/ 2486916 w 2839006"/>
                  <a:gd name="connsiteY5" fmla="*/ 96482 h 1372223"/>
                  <a:gd name="connsiteX6" fmla="*/ 2276246 w 2839006"/>
                  <a:gd name="connsiteY6" fmla="*/ 0 h 1372223"/>
                  <a:gd name="connsiteX7" fmla="*/ 126585 w 2839006"/>
                  <a:gd name="connsiteY7" fmla="*/ 351884 h 1372223"/>
                  <a:gd name="connsiteX8" fmla="*/ 0 w 2839006"/>
                  <a:gd name="connsiteY8" fmla="*/ 503573 h 1372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9006" h="1372223">
                    <a:moveTo>
                      <a:pt x="0" y="503573"/>
                    </a:moveTo>
                    <a:cubicBezTo>
                      <a:pt x="38837" y="740506"/>
                      <a:pt x="77677" y="977433"/>
                      <a:pt x="116514" y="1214363"/>
                    </a:cubicBezTo>
                    <a:cubicBezTo>
                      <a:pt x="210187" y="1217148"/>
                      <a:pt x="298741" y="1286633"/>
                      <a:pt x="314820" y="1372015"/>
                    </a:cubicBezTo>
                    <a:cubicBezTo>
                      <a:pt x="1172721" y="1378297"/>
                      <a:pt x="1999059" y="1243033"/>
                      <a:pt x="2762759" y="971305"/>
                    </a:cubicBezTo>
                    <a:cubicBezTo>
                      <a:pt x="2722331" y="889911"/>
                      <a:pt x="2756971" y="800257"/>
                      <a:pt x="2839006" y="768710"/>
                    </a:cubicBezTo>
                    <a:cubicBezTo>
                      <a:pt x="2721642" y="544635"/>
                      <a:pt x="2604281" y="320560"/>
                      <a:pt x="2486916" y="96482"/>
                    </a:cubicBezTo>
                    <a:cubicBezTo>
                      <a:pt x="2411414" y="125505"/>
                      <a:pt x="2316636" y="81340"/>
                      <a:pt x="2276246" y="0"/>
                    </a:cubicBezTo>
                    <a:cubicBezTo>
                      <a:pt x="1605598" y="238617"/>
                      <a:pt x="879950" y="357401"/>
                      <a:pt x="126585" y="351884"/>
                    </a:cubicBezTo>
                    <a:cubicBezTo>
                      <a:pt x="142657" y="437204"/>
                      <a:pt x="86198" y="506124"/>
                      <a:pt x="0" y="503573"/>
                    </a:cubicBezTo>
                    <a:close/>
                  </a:path>
                </a:pathLst>
              </a:custGeom>
              <a:solidFill>
                <a:srgbClr val="96D9C9"/>
              </a:solidFill>
              <a:ln w="3428" cap="flat">
                <a:noFill/>
                <a:prstDash val="solid"/>
                <a:miter/>
              </a:ln>
            </p:spPr>
            <p:txBody>
              <a:bodyPr rtlCol="0" anchor="ctr"/>
              <a:lstStyle/>
              <a:p>
                <a:endParaRPr lang="en-IN"/>
              </a:p>
            </p:txBody>
          </p:sp>
          <p:grpSp>
            <p:nvGrpSpPr>
              <p:cNvPr id="42" name="Graphic 2">
                <a:extLst>
                  <a:ext uri="{FF2B5EF4-FFF2-40B4-BE49-F238E27FC236}">
                    <a16:creationId xmlns:a16="http://schemas.microsoft.com/office/drawing/2014/main" id="{33C150C3-4F4F-9205-EA66-49DC244C6C65}"/>
                  </a:ext>
                </a:extLst>
              </p:cNvPr>
              <p:cNvGrpSpPr/>
              <p:nvPr/>
            </p:nvGrpSpPr>
            <p:grpSpPr>
              <a:xfrm>
                <a:off x="2832575" y="5283491"/>
                <a:ext cx="1507837" cy="783313"/>
                <a:chOff x="2832575" y="5283491"/>
                <a:chExt cx="1507837" cy="783313"/>
              </a:xfrm>
            </p:grpSpPr>
            <p:sp>
              <p:nvSpPr>
                <p:cNvPr id="43" name="Freeform: Shape 42">
                  <a:extLst>
                    <a:ext uri="{FF2B5EF4-FFF2-40B4-BE49-F238E27FC236}">
                      <a16:creationId xmlns:a16="http://schemas.microsoft.com/office/drawing/2014/main" id="{814ED61F-A7D8-AD93-41FA-61C03317236B}"/>
                    </a:ext>
                  </a:extLst>
                </p:cNvPr>
                <p:cNvSpPr/>
                <p:nvPr/>
              </p:nvSpPr>
              <p:spPr>
                <a:xfrm>
                  <a:off x="2832575" y="5283491"/>
                  <a:ext cx="826689" cy="783313"/>
                </a:xfrm>
                <a:custGeom>
                  <a:avLst/>
                  <a:gdLst>
                    <a:gd name="connsiteX0" fmla="*/ 797428 w 826689"/>
                    <a:gd name="connsiteY0" fmla="*/ 312603 h 783313"/>
                    <a:gd name="connsiteX1" fmla="*/ 276899 w 826689"/>
                    <a:gd name="connsiteY1" fmla="*/ 5584 h 783313"/>
                    <a:gd name="connsiteX2" fmla="*/ 16058 w 826689"/>
                    <a:gd name="connsiteY2" fmla="*/ 447537 h 783313"/>
                    <a:gd name="connsiteX3" fmla="*/ 544361 w 826689"/>
                    <a:gd name="connsiteY3" fmla="*/ 777105 h 783313"/>
                    <a:gd name="connsiteX4" fmla="*/ 797428 w 826689"/>
                    <a:gd name="connsiteY4" fmla="*/ 312603 h 7833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6689" h="783313">
                      <a:moveTo>
                        <a:pt x="797428" y="312603"/>
                      </a:moveTo>
                      <a:cubicBezTo>
                        <a:pt x="710972" y="101990"/>
                        <a:pt x="480163" y="-29248"/>
                        <a:pt x="276899" y="5584"/>
                      </a:cubicBezTo>
                      <a:cubicBezTo>
                        <a:pt x="73809" y="40923"/>
                        <a:pt x="-45029" y="232542"/>
                        <a:pt x="16058" y="447537"/>
                      </a:cubicBezTo>
                      <a:cubicBezTo>
                        <a:pt x="76984" y="662148"/>
                        <a:pt x="315821" y="816707"/>
                        <a:pt x="544361" y="777105"/>
                      </a:cubicBezTo>
                      <a:cubicBezTo>
                        <a:pt x="772993" y="737761"/>
                        <a:pt x="883780" y="522824"/>
                        <a:pt x="797428" y="312603"/>
                      </a:cubicBezTo>
                      <a:close/>
                    </a:path>
                  </a:pathLst>
                </a:custGeom>
                <a:solidFill>
                  <a:srgbClr val="50BFA5"/>
                </a:solidFill>
                <a:ln w="3428"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77B3E307-0782-FE06-0ED3-7594E64F7898}"/>
                    </a:ext>
                  </a:extLst>
                </p:cNvPr>
                <p:cNvSpPr/>
                <p:nvPr/>
              </p:nvSpPr>
              <p:spPr>
                <a:xfrm>
                  <a:off x="3033984" y="5349442"/>
                  <a:ext cx="413082" cy="608047"/>
                </a:xfrm>
                <a:custGeom>
                  <a:avLst/>
                  <a:gdLst>
                    <a:gd name="connsiteX0" fmla="*/ 148729 w 413082"/>
                    <a:gd name="connsiteY0" fmla="*/ 0 h 608047"/>
                    <a:gd name="connsiteX1" fmla="*/ 173099 w 413082"/>
                    <a:gd name="connsiteY1" fmla="*/ 74674 h 608047"/>
                    <a:gd name="connsiteX2" fmla="*/ 347450 w 413082"/>
                    <a:gd name="connsiteY2" fmla="*/ 188986 h 608047"/>
                    <a:gd name="connsiteX3" fmla="*/ 269859 w 413082"/>
                    <a:gd name="connsiteY3" fmla="*/ 345791 h 608047"/>
                    <a:gd name="connsiteX4" fmla="*/ 199818 w 413082"/>
                    <a:gd name="connsiteY4" fmla="*/ 422007 h 608047"/>
                    <a:gd name="connsiteX5" fmla="*/ 277893 w 413082"/>
                    <a:gd name="connsiteY5" fmla="*/ 453660 h 608047"/>
                    <a:gd name="connsiteX6" fmla="*/ 341333 w 413082"/>
                    <a:gd name="connsiteY6" fmla="*/ 434297 h 608047"/>
                    <a:gd name="connsiteX7" fmla="*/ 405891 w 413082"/>
                    <a:gd name="connsiteY7" fmla="*/ 455450 h 608047"/>
                    <a:gd name="connsiteX8" fmla="*/ 405891 w 413082"/>
                    <a:gd name="connsiteY8" fmla="*/ 455450 h 608047"/>
                    <a:gd name="connsiteX9" fmla="*/ 392096 w 413082"/>
                    <a:gd name="connsiteY9" fmla="*/ 511881 h 608047"/>
                    <a:gd name="connsiteX10" fmla="*/ 325635 w 413082"/>
                    <a:gd name="connsiteY10" fmla="*/ 532493 h 608047"/>
                    <a:gd name="connsiteX11" fmla="*/ 346456 w 413082"/>
                    <a:gd name="connsiteY11" fmla="*/ 596944 h 608047"/>
                    <a:gd name="connsiteX12" fmla="*/ 270795 w 413082"/>
                    <a:gd name="connsiteY12" fmla="*/ 608048 h 608047"/>
                    <a:gd name="connsiteX13" fmla="*/ 248969 w 413082"/>
                    <a:gd name="connsiteY13" fmla="*/ 538377 h 608047"/>
                    <a:gd name="connsiteX14" fmla="*/ 80204 w 413082"/>
                    <a:gd name="connsiteY14" fmla="*/ 424689 h 608047"/>
                    <a:gd name="connsiteX15" fmla="*/ 173881 w 413082"/>
                    <a:gd name="connsiteY15" fmla="*/ 272513 h 608047"/>
                    <a:gd name="connsiteX16" fmla="*/ 231450 w 413082"/>
                    <a:gd name="connsiteY16" fmla="*/ 197168 h 608047"/>
                    <a:gd name="connsiteX17" fmla="*/ 146572 w 413082"/>
                    <a:gd name="connsiteY17" fmla="*/ 162243 h 608047"/>
                    <a:gd name="connsiteX18" fmla="*/ 71433 w 413082"/>
                    <a:gd name="connsiteY18" fmla="*/ 186891 h 608047"/>
                    <a:gd name="connsiteX19" fmla="*/ 7835 w 413082"/>
                    <a:gd name="connsiteY19" fmla="*/ 164143 h 608047"/>
                    <a:gd name="connsiteX20" fmla="*/ 6381 w 413082"/>
                    <a:gd name="connsiteY20" fmla="*/ 161609 h 608047"/>
                    <a:gd name="connsiteX21" fmla="*/ 18760 w 413082"/>
                    <a:gd name="connsiteY21" fmla="*/ 107222 h 608047"/>
                    <a:gd name="connsiteX22" fmla="*/ 100703 w 413082"/>
                    <a:gd name="connsiteY22" fmla="*/ 79913 h 608047"/>
                    <a:gd name="connsiteX23" fmla="*/ 78658 w 413082"/>
                    <a:gd name="connsiteY23" fmla="*/ 10274 h 608047"/>
                    <a:gd name="connsiteX24" fmla="*/ 148729 w 413082"/>
                    <a:gd name="connsiteY24" fmla="*/ 0 h 608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3082" h="608047">
                      <a:moveTo>
                        <a:pt x="148729" y="0"/>
                      </a:moveTo>
                      <a:cubicBezTo>
                        <a:pt x="156859" y="24891"/>
                        <a:pt x="164979" y="49782"/>
                        <a:pt x="173099" y="74674"/>
                      </a:cubicBezTo>
                      <a:cubicBezTo>
                        <a:pt x="260614" y="76652"/>
                        <a:pt x="325014" y="123935"/>
                        <a:pt x="347450" y="188986"/>
                      </a:cubicBezTo>
                      <a:cubicBezTo>
                        <a:pt x="369979" y="254586"/>
                        <a:pt x="348695" y="301289"/>
                        <a:pt x="269859" y="345791"/>
                      </a:cubicBezTo>
                      <a:cubicBezTo>
                        <a:pt x="213952" y="378887"/>
                        <a:pt x="192216" y="397747"/>
                        <a:pt x="199818" y="422007"/>
                      </a:cubicBezTo>
                      <a:cubicBezTo>
                        <a:pt x="206206" y="442509"/>
                        <a:pt x="228605" y="460967"/>
                        <a:pt x="277893" y="453660"/>
                      </a:cubicBezTo>
                      <a:cubicBezTo>
                        <a:pt x="304632" y="449669"/>
                        <a:pt x="325275" y="442187"/>
                        <a:pt x="341333" y="434297"/>
                      </a:cubicBezTo>
                      <a:cubicBezTo>
                        <a:pt x="362743" y="423777"/>
                        <a:pt x="391921" y="433347"/>
                        <a:pt x="405891" y="455450"/>
                      </a:cubicBezTo>
                      <a:lnTo>
                        <a:pt x="405891" y="455450"/>
                      </a:lnTo>
                      <a:cubicBezTo>
                        <a:pt x="419384" y="476826"/>
                        <a:pt x="413393" y="502122"/>
                        <a:pt x="392096" y="511881"/>
                      </a:cubicBezTo>
                      <a:cubicBezTo>
                        <a:pt x="374683" y="519857"/>
                        <a:pt x="353050" y="527061"/>
                        <a:pt x="325635" y="532493"/>
                      </a:cubicBezTo>
                      <a:cubicBezTo>
                        <a:pt x="332579" y="553979"/>
                        <a:pt x="339519" y="575458"/>
                        <a:pt x="346456" y="596944"/>
                      </a:cubicBezTo>
                      <a:cubicBezTo>
                        <a:pt x="321277" y="600782"/>
                        <a:pt x="296056" y="604481"/>
                        <a:pt x="270795" y="608048"/>
                      </a:cubicBezTo>
                      <a:cubicBezTo>
                        <a:pt x="263525" y="584827"/>
                        <a:pt x="256249" y="561598"/>
                        <a:pt x="248969" y="538377"/>
                      </a:cubicBezTo>
                      <a:cubicBezTo>
                        <a:pt x="161969" y="534523"/>
                        <a:pt x="99300" y="489294"/>
                        <a:pt x="80204" y="424689"/>
                      </a:cubicBezTo>
                      <a:cubicBezTo>
                        <a:pt x="59078" y="353355"/>
                        <a:pt x="103000" y="310188"/>
                        <a:pt x="173881" y="272513"/>
                      </a:cubicBezTo>
                      <a:cubicBezTo>
                        <a:pt x="222895" y="246312"/>
                        <a:pt x="240551" y="224939"/>
                        <a:pt x="231450" y="197168"/>
                      </a:cubicBezTo>
                      <a:cubicBezTo>
                        <a:pt x="221822" y="167887"/>
                        <a:pt x="188166" y="156253"/>
                        <a:pt x="146572" y="162243"/>
                      </a:cubicBezTo>
                      <a:cubicBezTo>
                        <a:pt x="117999" y="166355"/>
                        <a:pt x="92710" y="175630"/>
                        <a:pt x="71433" y="186891"/>
                      </a:cubicBezTo>
                      <a:cubicBezTo>
                        <a:pt x="50530" y="197953"/>
                        <a:pt x="21099" y="187296"/>
                        <a:pt x="7835" y="164143"/>
                      </a:cubicBezTo>
                      <a:cubicBezTo>
                        <a:pt x="7352" y="163299"/>
                        <a:pt x="6865" y="162456"/>
                        <a:pt x="6381" y="161609"/>
                      </a:cubicBezTo>
                      <a:cubicBezTo>
                        <a:pt x="-5661" y="140596"/>
                        <a:pt x="-175" y="116847"/>
                        <a:pt x="18760" y="107222"/>
                      </a:cubicBezTo>
                      <a:cubicBezTo>
                        <a:pt x="41463" y="95680"/>
                        <a:pt x="70126" y="85701"/>
                        <a:pt x="100703" y="79913"/>
                      </a:cubicBezTo>
                      <a:cubicBezTo>
                        <a:pt x="93358" y="56699"/>
                        <a:pt x="86013" y="33484"/>
                        <a:pt x="78658" y="10274"/>
                      </a:cubicBezTo>
                      <a:cubicBezTo>
                        <a:pt x="102047" y="6971"/>
                        <a:pt x="125409" y="3549"/>
                        <a:pt x="148729" y="0"/>
                      </a:cubicBezTo>
                      <a:close/>
                    </a:path>
                  </a:pathLst>
                </a:custGeom>
                <a:solidFill>
                  <a:srgbClr val="3C8F7C"/>
                </a:solidFill>
                <a:ln w="3428"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B5366E0A-DD75-EC13-800B-AE899DED1966}"/>
                    </a:ext>
                  </a:extLst>
                </p:cNvPr>
                <p:cNvSpPr/>
                <p:nvPr/>
              </p:nvSpPr>
              <p:spPr>
                <a:xfrm>
                  <a:off x="3722764" y="5380992"/>
                  <a:ext cx="617648" cy="278091"/>
                </a:xfrm>
                <a:custGeom>
                  <a:avLst/>
                  <a:gdLst>
                    <a:gd name="connsiteX0" fmla="*/ 565240 w 617648"/>
                    <a:gd name="connsiteY0" fmla="*/ 0 h 278091"/>
                    <a:gd name="connsiteX1" fmla="*/ 0 w 617648"/>
                    <a:gd name="connsiteY1" fmla="*/ 170843 h 278091"/>
                    <a:gd name="connsiteX2" fmla="*/ 44495 w 617648"/>
                    <a:gd name="connsiteY2" fmla="*/ 278092 h 278091"/>
                    <a:gd name="connsiteX3" fmla="*/ 617648 w 617648"/>
                    <a:gd name="connsiteY3" fmla="*/ 104855 h 278091"/>
                    <a:gd name="connsiteX4" fmla="*/ 565240 w 617648"/>
                    <a:gd name="connsiteY4" fmla="*/ 0 h 278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7648" h="278091">
                      <a:moveTo>
                        <a:pt x="565240" y="0"/>
                      </a:moveTo>
                      <a:cubicBezTo>
                        <a:pt x="380554" y="65467"/>
                        <a:pt x="191973" y="122439"/>
                        <a:pt x="0" y="170843"/>
                      </a:cubicBezTo>
                      <a:cubicBezTo>
                        <a:pt x="14834" y="206594"/>
                        <a:pt x="29661" y="242345"/>
                        <a:pt x="44495" y="278092"/>
                      </a:cubicBezTo>
                      <a:cubicBezTo>
                        <a:pt x="239155" y="229013"/>
                        <a:pt x="430374" y="171237"/>
                        <a:pt x="617648" y="104855"/>
                      </a:cubicBezTo>
                      <a:cubicBezTo>
                        <a:pt x="600181" y="69904"/>
                        <a:pt x="582710" y="34952"/>
                        <a:pt x="565240" y="0"/>
                      </a:cubicBezTo>
                      <a:close/>
                    </a:path>
                  </a:pathLst>
                </a:custGeom>
                <a:solidFill>
                  <a:srgbClr val="50BFA5"/>
                </a:solidFill>
                <a:ln w="3428" cap="flat">
                  <a:noFill/>
                  <a:prstDash val="solid"/>
                  <a:miter/>
                </a:ln>
              </p:spPr>
              <p:txBody>
                <a:bodyPr rtlCol="0" anchor="ctr"/>
                <a:lstStyle/>
                <a:p>
                  <a:endParaRPr lang="en-IN"/>
                </a:p>
              </p:txBody>
            </p:sp>
          </p:grpSp>
        </p:grpSp>
        <p:grpSp>
          <p:nvGrpSpPr>
            <p:cNvPr id="46" name="Graphic 2">
              <a:extLst>
                <a:ext uri="{FF2B5EF4-FFF2-40B4-BE49-F238E27FC236}">
                  <a16:creationId xmlns:a16="http://schemas.microsoft.com/office/drawing/2014/main" id="{CABB3780-65A1-1A15-E0B7-B330BFFC2E83}"/>
                </a:ext>
              </a:extLst>
            </p:cNvPr>
            <p:cNvGrpSpPr/>
            <p:nvPr/>
          </p:nvGrpSpPr>
          <p:grpSpPr>
            <a:xfrm>
              <a:off x="2926070" y="5934402"/>
              <a:ext cx="2239778" cy="443722"/>
              <a:chOff x="2926070" y="5934402"/>
              <a:chExt cx="2239778" cy="443722"/>
            </a:xfrm>
          </p:grpSpPr>
          <p:sp>
            <p:nvSpPr>
              <p:cNvPr id="47" name="Freeform: Shape 46">
                <a:extLst>
                  <a:ext uri="{FF2B5EF4-FFF2-40B4-BE49-F238E27FC236}">
                    <a16:creationId xmlns:a16="http://schemas.microsoft.com/office/drawing/2014/main" id="{C6E95D5C-913E-E216-0B74-9BA3FBCF6119}"/>
                  </a:ext>
                </a:extLst>
              </p:cNvPr>
              <p:cNvSpPr/>
              <p:nvPr/>
            </p:nvSpPr>
            <p:spPr>
              <a:xfrm>
                <a:off x="2926070" y="6018731"/>
                <a:ext cx="2239778" cy="359389"/>
              </a:xfrm>
              <a:custGeom>
                <a:avLst/>
                <a:gdLst>
                  <a:gd name="connsiteX0" fmla="*/ 0 w 2239778"/>
                  <a:gd name="connsiteY0" fmla="*/ 0 h 359389"/>
                  <a:gd name="connsiteX1" fmla="*/ 0 w 2239778"/>
                  <a:gd name="connsiteY1" fmla="*/ 278009 h 359389"/>
                  <a:gd name="connsiteX2" fmla="*/ 1119888 w 2239778"/>
                  <a:gd name="connsiteY2" fmla="*/ 359390 h 359389"/>
                  <a:gd name="connsiteX3" fmla="*/ 2239778 w 2239778"/>
                  <a:gd name="connsiteY3" fmla="*/ 278009 h 359389"/>
                  <a:gd name="connsiteX4" fmla="*/ 2239778 w 2239778"/>
                  <a:gd name="connsiteY4" fmla="*/ 0 h 359389"/>
                  <a:gd name="connsiteX5" fmla="*/ 0 w 2239778"/>
                  <a:gd name="connsiteY5" fmla="*/ 0 h 359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9778" h="359389">
                    <a:moveTo>
                      <a:pt x="0" y="0"/>
                    </a:moveTo>
                    <a:lnTo>
                      <a:pt x="0" y="278009"/>
                    </a:lnTo>
                    <a:cubicBezTo>
                      <a:pt x="0" y="322953"/>
                      <a:pt x="501392" y="359390"/>
                      <a:pt x="1119888" y="359390"/>
                    </a:cubicBezTo>
                    <a:cubicBezTo>
                      <a:pt x="1738387" y="359390"/>
                      <a:pt x="2239778" y="322953"/>
                      <a:pt x="2239778" y="278009"/>
                    </a:cubicBezTo>
                    <a:lnTo>
                      <a:pt x="2239778" y="0"/>
                    </a:lnTo>
                    <a:lnTo>
                      <a:pt x="0" y="0"/>
                    </a:lnTo>
                    <a:close/>
                  </a:path>
                </a:pathLst>
              </a:custGeom>
              <a:solidFill>
                <a:srgbClr val="E59F39"/>
              </a:solidFill>
              <a:ln w="3428" cap="flat">
                <a:noFill/>
                <a:prstDash val="solid"/>
                <a:miter/>
              </a:ln>
            </p:spPr>
            <p:txBody>
              <a:bodyPr rtlCol="0" anchor="ctr"/>
              <a:lstStyle/>
              <a:p>
                <a:endParaRPr lang="en-IN"/>
              </a:p>
            </p:txBody>
          </p:sp>
          <p:grpSp>
            <p:nvGrpSpPr>
              <p:cNvPr id="48" name="Graphic 2">
                <a:extLst>
                  <a:ext uri="{FF2B5EF4-FFF2-40B4-BE49-F238E27FC236}">
                    <a16:creationId xmlns:a16="http://schemas.microsoft.com/office/drawing/2014/main" id="{EE8B71CF-104F-FDE2-629A-2C7FBAB54CCF}"/>
                  </a:ext>
                </a:extLst>
              </p:cNvPr>
              <p:cNvGrpSpPr/>
              <p:nvPr/>
            </p:nvGrpSpPr>
            <p:grpSpPr>
              <a:xfrm>
                <a:off x="2926070" y="6018731"/>
                <a:ext cx="2239778" cy="359393"/>
                <a:chOff x="2926070" y="6018731"/>
                <a:chExt cx="2239778" cy="359393"/>
              </a:xfrm>
              <a:solidFill>
                <a:srgbClr val="EAB054"/>
              </a:solidFill>
            </p:grpSpPr>
            <p:sp>
              <p:nvSpPr>
                <p:cNvPr id="49" name="Freeform: Shape 48">
                  <a:extLst>
                    <a:ext uri="{FF2B5EF4-FFF2-40B4-BE49-F238E27FC236}">
                      <a16:creationId xmlns:a16="http://schemas.microsoft.com/office/drawing/2014/main" id="{38418125-1364-7B00-9289-6457251AADBF}"/>
                    </a:ext>
                  </a:extLst>
                </p:cNvPr>
                <p:cNvSpPr/>
                <p:nvPr/>
              </p:nvSpPr>
              <p:spPr>
                <a:xfrm>
                  <a:off x="2926070" y="6018731"/>
                  <a:ext cx="810444" cy="356245"/>
                </a:xfrm>
                <a:custGeom>
                  <a:avLst/>
                  <a:gdLst>
                    <a:gd name="connsiteX0" fmla="*/ 810444 w 810444"/>
                    <a:gd name="connsiteY0" fmla="*/ 356246 h 356245"/>
                    <a:gd name="connsiteX1" fmla="*/ 810444 w 810444"/>
                    <a:gd name="connsiteY1" fmla="*/ 0 h 356245"/>
                    <a:gd name="connsiteX2" fmla="*/ 0 w 810444"/>
                    <a:gd name="connsiteY2" fmla="*/ 0 h 356245"/>
                    <a:gd name="connsiteX3" fmla="*/ 0 w 810444"/>
                    <a:gd name="connsiteY3" fmla="*/ 278009 h 356245"/>
                    <a:gd name="connsiteX4" fmla="*/ 810444 w 810444"/>
                    <a:gd name="connsiteY4" fmla="*/ 356246 h 356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0444" h="356245">
                      <a:moveTo>
                        <a:pt x="810444" y="356246"/>
                      </a:moveTo>
                      <a:lnTo>
                        <a:pt x="810444" y="0"/>
                      </a:lnTo>
                      <a:lnTo>
                        <a:pt x="0" y="0"/>
                      </a:lnTo>
                      <a:lnTo>
                        <a:pt x="0" y="278009"/>
                      </a:lnTo>
                      <a:cubicBezTo>
                        <a:pt x="0" y="315156"/>
                        <a:pt x="342454" y="346487"/>
                        <a:pt x="810444" y="356246"/>
                      </a:cubicBezTo>
                      <a:close/>
                    </a:path>
                  </a:pathLst>
                </a:custGeom>
                <a:solidFill>
                  <a:srgbClr val="EAB054"/>
                </a:solidFill>
                <a:ln w="3428" cap="flat">
                  <a:noFill/>
                  <a:prstDash val="solid"/>
                  <a:miter/>
                </a:ln>
              </p:spPr>
              <p:txBody>
                <a:bodyPr rtlCol="0" anchor="ctr"/>
                <a:lstStyle/>
                <a:p>
                  <a:endParaRPr lang="en-IN"/>
                </a:p>
              </p:txBody>
            </p:sp>
            <p:sp>
              <p:nvSpPr>
                <p:cNvPr id="50" name="Freeform: Shape 49">
                  <a:extLst>
                    <a:ext uri="{FF2B5EF4-FFF2-40B4-BE49-F238E27FC236}">
                      <a16:creationId xmlns:a16="http://schemas.microsoft.com/office/drawing/2014/main" id="{A641B613-10B3-8CAE-24FA-26AD2B65A0C6}"/>
                    </a:ext>
                  </a:extLst>
                </p:cNvPr>
                <p:cNvSpPr/>
                <p:nvPr/>
              </p:nvSpPr>
              <p:spPr>
                <a:xfrm>
                  <a:off x="3774233" y="6018735"/>
                  <a:ext cx="668298" cy="359389"/>
                </a:xfrm>
                <a:custGeom>
                  <a:avLst/>
                  <a:gdLst>
                    <a:gd name="connsiteX0" fmla="*/ 0 w 668298"/>
                    <a:gd name="connsiteY0" fmla="*/ 356976 h 359389"/>
                    <a:gd name="connsiteX1" fmla="*/ 271724 w 668298"/>
                    <a:gd name="connsiteY1" fmla="*/ 359390 h 359389"/>
                    <a:gd name="connsiteX2" fmla="*/ 668298 w 668298"/>
                    <a:gd name="connsiteY2" fmla="*/ 354140 h 359389"/>
                    <a:gd name="connsiteX3" fmla="*/ 668298 w 668298"/>
                    <a:gd name="connsiteY3" fmla="*/ 0 h 359389"/>
                    <a:gd name="connsiteX4" fmla="*/ 0 w 668298"/>
                    <a:gd name="connsiteY4" fmla="*/ 0 h 359389"/>
                    <a:gd name="connsiteX5" fmla="*/ 0 w 668298"/>
                    <a:gd name="connsiteY5" fmla="*/ 356976 h 359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8298" h="359389">
                      <a:moveTo>
                        <a:pt x="0" y="356976"/>
                      </a:moveTo>
                      <a:cubicBezTo>
                        <a:pt x="86997" y="358554"/>
                        <a:pt x="178016" y="359390"/>
                        <a:pt x="271724" y="359390"/>
                      </a:cubicBezTo>
                      <a:cubicBezTo>
                        <a:pt x="411360" y="359390"/>
                        <a:pt x="545022" y="357531"/>
                        <a:pt x="668298" y="354140"/>
                      </a:cubicBezTo>
                      <a:lnTo>
                        <a:pt x="668298" y="0"/>
                      </a:lnTo>
                      <a:lnTo>
                        <a:pt x="0" y="0"/>
                      </a:lnTo>
                      <a:lnTo>
                        <a:pt x="0" y="356976"/>
                      </a:lnTo>
                      <a:close/>
                    </a:path>
                  </a:pathLst>
                </a:custGeom>
                <a:solidFill>
                  <a:srgbClr val="EAB054"/>
                </a:solidFill>
                <a:ln w="3428" cap="flat">
                  <a:noFill/>
                  <a:prstDash val="solid"/>
                  <a:miter/>
                </a:ln>
              </p:spPr>
              <p:txBody>
                <a:bodyPr rtlCol="0" anchor="ctr"/>
                <a:lstStyle/>
                <a:p>
                  <a:endParaRPr lang="en-IN"/>
                </a:p>
              </p:txBody>
            </p:sp>
            <p:sp>
              <p:nvSpPr>
                <p:cNvPr id="51" name="Freeform: Shape 50">
                  <a:extLst>
                    <a:ext uri="{FF2B5EF4-FFF2-40B4-BE49-F238E27FC236}">
                      <a16:creationId xmlns:a16="http://schemas.microsoft.com/office/drawing/2014/main" id="{10DDF34F-5C52-C61A-2CB7-8D4EAAFE8B35}"/>
                    </a:ext>
                  </a:extLst>
                </p:cNvPr>
                <p:cNvSpPr/>
                <p:nvPr/>
              </p:nvSpPr>
              <p:spPr>
                <a:xfrm>
                  <a:off x="4487404" y="6018735"/>
                  <a:ext cx="678444" cy="352823"/>
                </a:xfrm>
                <a:custGeom>
                  <a:avLst/>
                  <a:gdLst>
                    <a:gd name="connsiteX0" fmla="*/ 0 w 678444"/>
                    <a:gd name="connsiteY0" fmla="*/ 352824 h 352823"/>
                    <a:gd name="connsiteX1" fmla="*/ 678445 w 678444"/>
                    <a:gd name="connsiteY1" fmla="*/ 278010 h 352823"/>
                    <a:gd name="connsiteX2" fmla="*/ 678445 w 678444"/>
                    <a:gd name="connsiteY2" fmla="*/ 0 h 352823"/>
                    <a:gd name="connsiteX3" fmla="*/ 0 w 678444"/>
                    <a:gd name="connsiteY3" fmla="*/ 0 h 352823"/>
                    <a:gd name="connsiteX4" fmla="*/ 0 w 678444"/>
                    <a:gd name="connsiteY4" fmla="*/ 352824 h 352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444" h="352823">
                      <a:moveTo>
                        <a:pt x="0" y="352824"/>
                      </a:moveTo>
                      <a:cubicBezTo>
                        <a:pt x="398998" y="340373"/>
                        <a:pt x="678445" y="311562"/>
                        <a:pt x="678445" y="278010"/>
                      </a:cubicBezTo>
                      <a:lnTo>
                        <a:pt x="678445" y="0"/>
                      </a:lnTo>
                      <a:lnTo>
                        <a:pt x="0" y="0"/>
                      </a:lnTo>
                      <a:lnTo>
                        <a:pt x="0" y="352824"/>
                      </a:lnTo>
                      <a:close/>
                    </a:path>
                  </a:pathLst>
                </a:custGeom>
                <a:solidFill>
                  <a:srgbClr val="EAB054"/>
                </a:solidFill>
                <a:ln w="3428" cap="flat">
                  <a:noFill/>
                  <a:prstDash val="solid"/>
                  <a:miter/>
                </a:ln>
              </p:spPr>
              <p:txBody>
                <a:bodyPr rtlCol="0" anchor="ctr"/>
                <a:lstStyle/>
                <a:p>
                  <a:endParaRPr lang="en-IN"/>
                </a:p>
              </p:txBody>
            </p:sp>
          </p:grpSp>
          <p:sp>
            <p:nvSpPr>
              <p:cNvPr id="52" name="Freeform: Shape 51">
                <a:extLst>
                  <a:ext uri="{FF2B5EF4-FFF2-40B4-BE49-F238E27FC236}">
                    <a16:creationId xmlns:a16="http://schemas.microsoft.com/office/drawing/2014/main" id="{50BD4684-FDCF-5D45-B216-1B0BB1C253D3}"/>
                  </a:ext>
                </a:extLst>
              </p:cNvPr>
              <p:cNvSpPr/>
              <p:nvPr/>
            </p:nvSpPr>
            <p:spPr>
              <a:xfrm>
                <a:off x="2926074" y="5934402"/>
                <a:ext cx="2239774" cy="162754"/>
              </a:xfrm>
              <a:custGeom>
                <a:avLst/>
                <a:gdLst>
                  <a:gd name="connsiteX0" fmla="*/ 2239775 w 2239774"/>
                  <a:gd name="connsiteY0" fmla="*/ 81377 h 162754"/>
                  <a:gd name="connsiteX1" fmla="*/ 1119887 w 2239774"/>
                  <a:gd name="connsiteY1" fmla="*/ 162754 h 162754"/>
                  <a:gd name="connsiteX2" fmla="*/ 0 w 2239774"/>
                  <a:gd name="connsiteY2" fmla="*/ 81377 h 162754"/>
                  <a:gd name="connsiteX3" fmla="*/ 1119887 w 2239774"/>
                  <a:gd name="connsiteY3" fmla="*/ 0 h 162754"/>
                  <a:gd name="connsiteX4" fmla="*/ 2239775 w 2239774"/>
                  <a:gd name="connsiteY4" fmla="*/ 81377 h 1627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9774" h="162754">
                    <a:moveTo>
                      <a:pt x="2239775" y="81377"/>
                    </a:moveTo>
                    <a:cubicBezTo>
                      <a:pt x="2239775" y="126320"/>
                      <a:pt x="1738384" y="162754"/>
                      <a:pt x="1119887" y="162754"/>
                    </a:cubicBezTo>
                    <a:cubicBezTo>
                      <a:pt x="501391" y="162754"/>
                      <a:pt x="0" y="126321"/>
                      <a:pt x="0" y="81377"/>
                    </a:cubicBezTo>
                    <a:cubicBezTo>
                      <a:pt x="0" y="36434"/>
                      <a:pt x="501390" y="0"/>
                      <a:pt x="1119887" y="0"/>
                    </a:cubicBezTo>
                    <a:cubicBezTo>
                      <a:pt x="1738384" y="0"/>
                      <a:pt x="2239775" y="36434"/>
                      <a:pt x="2239775" y="81377"/>
                    </a:cubicBezTo>
                    <a:close/>
                  </a:path>
                </a:pathLst>
              </a:custGeom>
              <a:solidFill>
                <a:srgbClr val="E59F39"/>
              </a:solidFill>
              <a:ln w="3428" cap="flat">
                <a:noFill/>
                <a:prstDash val="solid"/>
                <a:miter/>
              </a:ln>
            </p:spPr>
            <p:txBody>
              <a:bodyPr rtlCol="0" anchor="ctr"/>
              <a:lstStyle/>
              <a:p>
                <a:endParaRPr lang="en-IN"/>
              </a:p>
            </p:txBody>
          </p:sp>
          <p:sp>
            <p:nvSpPr>
              <p:cNvPr id="53" name="Freeform: Shape 52">
                <a:extLst>
                  <a:ext uri="{FF2B5EF4-FFF2-40B4-BE49-F238E27FC236}">
                    <a16:creationId xmlns:a16="http://schemas.microsoft.com/office/drawing/2014/main" id="{A8DE94F1-90A0-1CA8-13BB-6D057DBED319}"/>
                  </a:ext>
                </a:extLst>
              </p:cNvPr>
              <p:cNvSpPr/>
              <p:nvPr/>
            </p:nvSpPr>
            <p:spPr>
              <a:xfrm>
                <a:off x="3123755" y="5959358"/>
                <a:ext cx="1844407" cy="112845"/>
              </a:xfrm>
              <a:custGeom>
                <a:avLst/>
                <a:gdLst>
                  <a:gd name="connsiteX0" fmla="*/ 1844408 w 1844407"/>
                  <a:gd name="connsiteY0" fmla="*/ 56421 h 112845"/>
                  <a:gd name="connsiteX1" fmla="*/ 922202 w 1844407"/>
                  <a:gd name="connsiteY1" fmla="*/ 112845 h 112845"/>
                  <a:gd name="connsiteX2" fmla="*/ 0 w 1844407"/>
                  <a:gd name="connsiteY2" fmla="*/ 56421 h 112845"/>
                  <a:gd name="connsiteX3" fmla="*/ 922202 w 1844407"/>
                  <a:gd name="connsiteY3" fmla="*/ 0 h 112845"/>
                  <a:gd name="connsiteX4" fmla="*/ 1844408 w 1844407"/>
                  <a:gd name="connsiteY4" fmla="*/ 56421 h 112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4407" h="112845">
                    <a:moveTo>
                      <a:pt x="1844408" y="56421"/>
                    </a:moveTo>
                    <a:cubicBezTo>
                      <a:pt x="1844408" y="87583"/>
                      <a:pt x="1431522" y="112845"/>
                      <a:pt x="922202" y="112845"/>
                    </a:cubicBezTo>
                    <a:cubicBezTo>
                      <a:pt x="412882" y="112845"/>
                      <a:pt x="0" y="87583"/>
                      <a:pt x="0" y="56421"/>
                    </a:cubicBezTo>
                    <a:cubicBezTo>
                      <a:pt x="0" y="25262"/>
                      <a:pt x="412886" y="0"/>
                      <a:pt x="922202" y="0"/>
                    </a:cubicBezTo>
                    <a:cubicBezTo>
                      <a:pt x="1431518" y="0"/>
                      <a:pt x="1844408" y="25262"/>
                      <a:pt x="1844408" y="56421"/>
                    </a:cubicBezTo>
                    <a:close/>
                  </a:path>
                </a:pathLst>
              </a:custGeom>
              <a:solidFill>
                <a:srgbClr val="F7CC7F"/>
              </a:solidFill>
              <a:ln w="3428" cap="flat">
                <a:noFill/>
                <a:prstDash val="solid"/>
                <a:miter/>
              </a:ln>
            </p:spPr>
            <p:txBody>
              <a:bodyPr rtlCol="0" anchor="ctr"/>
              <a:lstStyle/>
              <a:p>
                <a:endParaRPr lang="en-IN"/>
              </a:p>
            </p:txBody>
          </p:sp>
        </p:grpSp>
        <p:grpSp>
          <p:nvGrpSpPr>
            <p:cNvPr id="54" name="Graphic 2">
              <a:extLst>
                <a:ext uri="{FF2B5EF4-FFF2-40B4-BE49-F238E27FC236}">
                  <a16:creationId xmlns:a16="http://schemas.microsoft.com/office/drawing/2014/main" id="{92AE90F4-A3E9-7AA4-14A1-F94DC5DBFD98}"/>
                </a:ext>
              </a:extLst>
            </p:cNvPr>
            <p:cNvGrpSpPr/>
            <p:nvPr/>
          </p:nvGrpSpPr>
          <p:grpSpPr>
            <a:xfrm>
              <a:off x="2734468" y="5640214"/>
              <a:ext cx="2239778" cy="443719"/>
              <a:chOff x="2734468" y="5640214"/>
              <a:chExt cx="2239778" cy="443719"/>
            </a:xfrm>
          </p:grpSpPr>
          <p:sp>
            <p:nvSpPr>
              <p:cNvPr id="55" name="Freeform: Shape 54">
                <a:extLst>
                  <a:ext uri="{FF2B5EF4-FFF2-40B4-BE49-F238E27FC236}">
                    <a16:creationId xmlns:a16="http://schemas.microsoft.com/office/drawing/2014/main" id="{B0F61E1D-3DA4-07BC-A3D8-1D431AC65D17}"/>
                  </a:ext>
                </a:extLst>
              </p:cNvPr>
              <p:cNvSpPr/>
              <p:nvPr/>
            </p:nvSpPr>
            <p:spPr>
              <a:xfrm>
                <a:off x="2734468" y="5724540"/>
                <a:ext cx="2239778" cy="359390"/>
              </a:xfrm>
              <a:custGeom>
                <a:avLst/>
                <a:gdLst>
                  <a:gd name="connsiteX0" fmla="*/ 0 w 2239778"/>
                  <a:gd name="connsiteY0" fmla="*/ 0 h 359390"/>
                  <a:gd name="connsiteX1" fmla="*/ 0 w 2239778"/>
                  <a:gd name="connsiteY1" fmla="*/ 278013 h 359390"/>
                  <a:gd name="connsiteX2" fmla="*/ 1119888 w 2239778"/>
                  <a:gd name="connsiteY2" fmla="*/ 359390 h 359390"/>
                  <a:gd name="connsiteX3" fmla="*/ 2239778 w 2239778"/>
                  <a:gd name="connsiteY3" fmla="*/ 278013 h 359390"/>
                  <a:gd name="connsiteX4" fmla="*/ 2239778 w 2239778"/>
                  <a:gd name="connsiteY4" fmla="*/ 0 h 359390"/>
                  <a:gd name="connsiteX5" fmla="*/ 0 w 2239778"/>
                  <a:gd name="connsiteY5" fmla="*/ 0 h 35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9778" h="359390">
                    <a:moveTo>
                      <a:pt x="0" y="0"/>
                    </a:moveTo>
                    <a:lnTo>
                      <a:pt x="0" y="278013"/>
                    </a:lnTo>
                    <a:cubicBezTo>
                      <a:pt x="0" y="322953"/>
                      <a:pt x="501392" y="359390"/>
                      <a:pt x="1119888" y="359390"/>
                    </a:cubicBezTo>
                    <a:cubicBezTo>
                      <a:pt x="1738383" y="359390"/>
                      <a:pt x="2239778" y="322953"/>
                      <a:pt x="2239778" y="278013"/>
                    </a:cubicBezTo>
                    <a:lnTo>
                      <a:pt x="2239778" y="0"/>
                    </a:lnTo>
                    <a:lnTo>
                      <a:pt x="0" y="0"/>
                    </a:lnTo>
                    <a:close/>
                  </a:path>
                </a:pathLst>
              </a:custGeom>
              <a:solidFill>
                <a:srgbClr val="E59F39"/>
              </a:solidFill>
              <a:ln w="3428" cap="flat">
                <a:noFill/>
                <a:prstDash val="solid"/>
                <a:miter/>
              </a:ln>
            </p:spPr>
            <p:txBody>
              <a:bodyPr rtlCol="0" anchor="ctr"/>
              <a:lstStyle/>
              <a:p>
                <a:endParaRPr lang="en-IN"/>
              </a:p>
            </p:txBody>
          </p:sp>
          <p:grpSp>
            <p:nvGrpSpPr>
              <p:cNvPr id="56" name="Graphic 2">
                <a:extLst>
                  <a:ext uri="{FF2B5EF4-FFF2-40B4-BE49-F238E27FC236}">
                    <a16:creationId xmlns:a16="http://schemas.microsoft.com/office/drawing/2014/main" id="{5F5C5DB7-E444-214E-0A5C-150EF98784BB}"/>
                  </a:ext>
                </a:extLst>
              </p:cNvPr>
              <p:cNvGrpSpPr/>
              <p:nvPr/>
            </p:nvGrpSpPr>
            <p:grpSpPr>
              <a:xfrm>
                <a:off x="2734468" y="5724540"/>
                <a:ext cx="2239778" cy="359393"/>
                <a:chOff x="2734468" y="5724540"/>
                <a:chExt cx="2239778" cy="359393"/>
              </a:xfrm>
              <a:solidFill>
                <a:srgbClr val="EAB054"/>
              </a:solidFill>
            </p:grpSpPr>
            <p:sp>
              <p:nvSpPr>
                <p:cNvPr id="57" name="Freeform: Shape 56">
                  <a:extLst>
                    <a:ext uri="{FF2B5EF4-FFF2-40B4-BE49-F238E27FC236}">
                      <a16:creationId xmlns:a16="http://schemas.microsoft.com/office/drawing/2014/main" id="{F8825D7C-F658-E119-A403-56D6D0C88900}"/>
                    </a:ext>
                  </a:extLst>
                </p:cNvPr>
                <p:cNvSpPr/>
                <p:nvPr/>
              </p:nvSpPr>
              <p:spPr>
                <a:xfrm>
                  <a:off x="2734468" y="5724540"/>
                  <a:ext cx="810444" cy="356245"/>
                </a:xfrm>
                <a:custGeom>
                  <a:avLst/>
                  <a:gdLst>
                    <a:gd name="connsiteX0" fmla="*/ 810444 w 810444"/>
                    <a:gd name="connsiteY0" fmla="*/ 356246 h 356245"/>
                    <a:gd name="connsiteX1" fmla="*/ 810444 w 810444"/>
                    <a:gd name="connsiteY1" fmla="*/ 0 h 356245"/>
                    <a:gd name="connsiteX2" fmla="*/ 0 w 810444"/>
                    <a:gd name="connsiteY2" fmla="*/ 0 h 356245"/>
                    <a:gd name="connsiteX3" fmla="*/ 0 w 810444"/>
                    <a:gd name="connsiteY3" fmla="*/ 278013 h 356245"/>
                    <a:gd name="connsiteX4" fmla="*/ 810444 w 810444"/>
                    <a:gd name="connsiteY4" fmla="*/ 356246 h 356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0444" h="356245">
                      <a:moveTo>
                        <a:pt x="810444" y="356246"/>
                      </a:moveTo>
                      <a:lnTo>
                        <a:pt x="810444" y="0"/>
                      </a:lnTo>
                      <a:lnTo>
                        <a:pt x="0" y="0"/>
                      </a:lnTo>
                      <a:lnTo>
                        <a:pt x="0" y="278013"/>
                      </a:lnTo>
                      <a:cubicBezTo>
                        <a:pt x="0" y="315156"/>
                        <a:pt x="342454" y="346490"/>
                        <a:pt x="810444" y="356246"/>
                      </a:cubicBezTo>
                      <a:close/>
                    </a:path>
                  </a:pathLst>
                </a:custGeom>
                <a:solidFill>
                  <a:srgbClr val="EAB054"/>
                </a:solidFill>
                <a:ln w="3428" cap="flat">
                  <a:noFill/>
                  <a:prstDash val="solid"/>
                  <a:miter/>
                </a:ln>
              </p:spPr>
              <p:txBody>
                <a:bodyPr rtlCol="0" anchor="ctr"/>
                <a:lstStyle/>
                <a:p>
                  <a:endParaRPr lang="en-IN"/>
                </a:p>
              </p:txBody>
            </p:sp>
            <p:sp>
              <p:nvSpPr>
                <p:cNvPr id="58" name="Freeform: Shape 57">
                  <a:extLst>
                    <a:ext uri="{FF2B5EF4-FFF2-40B4-BE49-F238E27FC236}">
                      <a16:creationId xmlns:a16="http://schemas.microsoft.com/office/drawing/2014/main" id="{7D996498-CCBE-DA5F-713D-2E67FE138A0D}"/>
                    </a:ext>
                  </a:extLst>
                </p:cNvPr>
                <p:cNvSpPr/>
                <p:nvPr/>
              </p:nvSpPr>
              <p:spPr>
                <a:xfrm>
                  <a:off x="3582631" y="5724543"/>
                  <a:ext cx="668298" cy="359390"/>
                </a:xfrm>
                <a:custGeom>
                  <a:avLst/>
                  <a:gdLst>
                    <a:gd name="connsiteX0" fmla="*/ 0 w 668298"/>
                    <a:gd name="connsiteY0" fmla="*/ 356980 h 359390"/>
                    <a:gd name="connsiteX1" fmla="*/ 271724 w 668298"/>
                    <a:gd name="connsiteY1" fmla="*/ 359390 h 359390"/>
                    <a:gd name="connsiteX2" fmla="*/ 668298 w 668298"/>
                    <a:gd name="connsiteY2" fmla="*/ 354141 h 359390"/>
                    <a:gd name="connsiteX3" fmla="*/ 668298 w 668298"/>
                    <a:gd name="connsiteY3" fmla="*/ 0 h 359390"/>
                    <a:gd name="connsiteX4" fmla="*/ 0 w 668298"/>
                    <a:gd name="connsiteY4" fmla="*/ 0 h 359390"/>
                    <a:gd name="connsiteX5" fmla="*/ 0 w 668298"/>
                    <a:gd name="connsiteY5" fmla="*/ 356980 h 35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8298" h="359390">
                      <a:moveTo>
                        <a:pt x="0" y="356980"/>
                      </a:moveTo>
                      <a:cubicBezTo>
                        <a:pt x="86997" y="358554"/>
                        <a:pt x="178016" y="359390"/>
                        <a:pt x="271724" y="359390"/>
                      </a:cubicBezTo>
                      <a:cubicBezTo>
                        <a:pt x="411360" y="359390"/>
                        <a:pt x="545022" y="357532"/>
                        <a:pt x="668298" y="354141"/>
                      </a:cubicBezTo>
                      <a:lnTo>
                        <a:pt x="668298" y="0"/>
                      </a:lnTo>
                      <a:lnTo>
                        <a:pt x="0" y="0"/>
                      </a:lnTo>
                      <a:lnTo>
                        <a:pt x="0" y="356980"/>
                      </a:lnTo>
                      <a:close/>
                    </a:path>
                  </a:pathLst>
                </a:custGeom>
                <a:solidFill>
                  <a:srgbClr val="EAB054"/>
                </a:solidFill>
                <a:ln w="3428"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CB528184-4968-F667-B2FC-9693C0BD18FE}"/>
                    </a:ext>
                  </a:extLst>
                </p:cNvPr>
                <p:cNvSpPr/>
                <p:nvPr/>
              </p:nvSpPr>
              <p:spPr>
                <a:xfrm>
                  <a:off x="4295802" y="5724543"/>
                  <a:ext cx="678444" cy="352823"/>
                </a:xfrm>
                <a:custGeom>
                  <a:avLst/>
                  <a:gdLst>
                    <a:gd name="connsiteX0" fmla="*/ 0 w 678444"/>
                    <a:gd name="connsiteY0" fmla="*/ 352824 h 352823"/>
                    <a:gd name="connsiteX1" fmla="*/ 678445 w 678444"/>
                    <a:gd name="connsiteY1" fmla="*/ 278013 h 352823"/>
                    <a:gd name="connsiteX2" fmla="*/ 678445 w 678444"/>
                    <a:gd name="connsiteY2" fmla="*/ 0 h 352823"/>
                    <a:gd name="connsiteX3" fmla="*/ 0 w 678444"/>
                    <a:gd name="connsiteY3" fmla="*/ 0 h 352823"/>
                    <a:gd name="connsiteX4" fmla="*/ 0 w 678444"/>
                    <a:gd name="connsiteY4" fmla="*/ 352824 h 352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444" h="352823">
                      <a:moveTo>
                        <a:pt x="0" y="352824"/>
                      </a:moveTo>
                      <a:cubicBezTo>
                        <a:pt x="398998" y="340373"/>
                        <a:pt x="678445" y="311566"/>
                        <a:pt x="678445" y="278013"/>
                      </a:cubicBezTo>
                      <a:lnTo>
                        <a:pt x="678445" y="0"/>
                      </a:lnTo>
                      <a:lnTo>
                        <a:pt x="0" y="0"/>
                      </a:lnTo>
                      <a:lnTo>
                        <a:pt x="0" y="352824"/>
                      </a:lnTo>
                      <a:close/>
                    </a:path>
                  </a:pathLst>
                </a:custGeom>
                <a:solidFill>
                  <a:srgbClr val="EAB054"/>
                </a:solidFill>
                <a:ln w="3428" cap="flat">
                  <a:noFill/>
                  <a:prstDash val="solid"/>
                  <a:miter/>
                </a:ln>
              </p:spPr>
              <p:txBody>
                <a:bodyPr rtlCol="0" anchor="ctr"/>
                <a:lstStyle/>
                <a:p>
                  <a:endParaRPr lang="en-IN"/>
                </a:p>
              </p:txBody>
            </p:sp>
          </p:grpSp>
          <p:sp>
            <p:nvSpPr>
              <p:cNvPr id="60" name="Freeform: Shape 59">
                <a:extLst>
                  <a:ext uri="{FF2B5EF4-FFF2-40B4-BE49-F238E27FC236}">
                    <a16:creationId xmlns:a16="http://schemas.microsoft.com/office/drawing/2014/main" id="{74339EAF-1C52-C83C-A956-77373D9E473F}"/>
                  </a:ext>
                </a:extLst>
              </p:cNvPr>
              <p:cNvSpPr/>
              <p:nvPr/>
            </p:nvSpPr>
            <p:spPr>
              <a:xfrm>
                <a:off x="2734471" y="5640214"/>
                <a:ext cx="2239774" cy="162754"/>
              </a:xfrm>
              <a:custGeom>
                <a:avLst/>
                <a:gdLst>
                  <a:gd name="connsiteX0" fmla="*/ 2239775 w 2239774"/>
                  <a:gd name="connsiteY0" fmla="*/ 81377 h 162754"/>
                  <a:gd name="connsiteX1" fmla="*/ 1119888 w 2239774"/>
                  <a:gd name="connsiteY1" fmla="*/ 162754 h 162754"/>
                  <a:gd name="connsiteX2" fmla="*/ 0 w 2239774"/>
                  <a:gd name="connsiteY2" fmla="*/ 81377 h 162754"/>
                  <a:gd name="connsiteX3" fmla="*/ 1119888 w 2239774"/>
                  <a:gd name="connsiteY3" fmla="*/ 0 h 162754"/>
                  <a:gd name="connsiteX4" fmla="*/ 2239775 w 2239774"/>
                  <a:gd name="connsiteY4" fmla="*/ 81377 h 1627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9774" h="162754">
                    <a:moveTo>
                      <a:pt x="2239775" y="81377"/>
                    </a:moveTo>
                    <a:cubicBezTo>
                      <a:pt x="2239775" y="126320"/>
                      <a:pt x="1738384" y="162754"/>
                      <a:pt x="1119888" y="162754"/>
                    </a:cubicBezTo>
                    <a:cubicBezTo>
                      <a:pt x="501391" y="162754"/>
                      <a:pt x="0" y="126321"/>
                      <a:pt x="0" y="81377"/>
                    </a:cubicBezTo>
                    <a:cubicBezTo>
                      <a:pt x="0" y="36434"/>
                      <a:pt x="501391" y="0"/>
                      <a:pt x="1119888" y="0"/>
                    </a:cubicBezTo>
                    <a:cubicBezTo>
                      <a:pt x="1738384" y="0"/>
                      <a:pt x="2239775" y="36433"/>
                      <a:pt x="2239775" y="81377"/>
                    </a:cubicBezTo>
                    <a:close/>
                  </a:path>
                </a:pathLst>
              </a:custGeom>
              <a:solidFill>
                <a:srgbClr val="E59F39"/>
              </a:solidFill>
              <a:ln w="3428" cap="flat">
                <a:noFill/>
                <a:prstDash val="solid"/>
                <a:miter/>
              </a:ln>
            </p:spPr>
            <p:txBody>
              <a:bodyPr rtlCol="0" anchor="ctr"/>
              <a:lstStyle/>
              <a:p>
                <a:endParaRPr lang="en-IN"/>
              </a:p>
            </p:txBody>
          </p:sp>
          <p:sp>
            <p:nvSpPr>
              <p:cNvPr id="61" name="Freeform: Shape 60">
                <a:extLst>
                  <a:ext uri="{FF2B5EF4-FFF2-40B4-BE49-F238E27FC236}">
                    <a16:creationId xmlns:a16="http://schemas.microsoft.com/office/drawing/2014/main" id="{0A9428DA-BEC1-A55E-6152-250D9B6892E0}"/>
                  </a:ext>
                </a:extLst>
              </p:cNvPr>
              <p:cNvSpPr/>
              <p:nvPr/>
            </p:nvSpPr>
            <p:spPr>
              <a:xfrm>
                <a:off x="2932157" y="5665167"/>
                <a:ext cx="1844404" cy="112844"/>
              </a:xfrm>
              <a:custGeom>
                <a:avLst/>
                <a:gdLst>
                  <a:gd name="connsiteX0" fmla="*/ 1844404 w 1844404"/>
                  <a:gd name="connsiteY0" fmla="*/ 56424 h 112844"/>
                  <a:gd name="connsiteX1" fmla="*/ 922202 w 1844404"/>
                  <a:gd name="connsiteY1" fmla="*/ 112845 h 112844"/>
                  <a:gd name="connsiteX2" fmla="*/ 0 w 1844404"/>
                  <a:gd name="connsiteY2" fmla="*/ 56424 h 112844"/>
                  <a:gd name="connsiteX3" fmla="*/ 922202 w 1844404"/>
                  <a:gd name="connsiteY3" fmla="*/ 0 h 112844"/>
                  <a:gd name="connsiteX4" fmla="*/ 1844404 w 1844404"/>
                  <a:gd name="connsiteY4" fmla="*/ 56424 h 1128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4404" h="112844">
                    <a:moveTo>
                      <a:pt x="1844404" y="56424"/>
                    </a:moveTo>
                    <a:cubicBezTo>
                      <a:pt x="1844404" y="87583"/>
                      <a:pt x="1431518" y="112845"/>
                      <a:pt x="922202" y="112845"/>
                    </a:cubicBezTo>
                    <a:cubicBezTo>
                      <a:pt x="412882" y="112845"/>
                      <a:pt x="0" y="87583"/>
                      <a:pt x="0" y="56424"/>
                    </a:cubicBezTo>
                    <a:cubicBezTo>
                      <a:pt x="0" y="25261"/>
                      <a:pt x="412882" y="0"/>
                      <a:pt x="922202" y="0"/>
                    </a:cubicBezTo>
                    <a:cubicBezTo>
                      <a:pt x="1431518" y="0"/>
                      <a:pt x="1844404" y="25261"/>
                      <a:pt x="1844404" y="56424"/>
                    </a:cubicBezTo>
                    <a:close/>
                  </a:path>
                </a:pathLst>
              </a:custGeom>
              <a:solidFill>
                <a:srgbClr val="F7CC7F"/>
              </a:solidFill>
              <a:ln w="3428" cap="flat">
                <a:noFill/>
                <a:prstDash val="solid"/>
                <a:miter/>
              </a:ln>
            </p:spPr>
            <p:txBody>
              <a:bodyPr rtlCol="0" anchor="ctr"/>
              <a:lstStyle/>
              <a:p>
                <a:endParaRPr lang="en-IN"/>
              </a:p>
            </p:txBody>
          </p:sp>
        </p:grpSp>
        <p:grpSp>
          <p:nvGrpSpPr>
            <p:cNvPr id="62" name="Graphic 2">
              <a:extLst>
                <a:ext uri="{FF2B5EF4-FFF2-40B4-BE49-F238E27FC236}">
                  <a16:creationId xmlns:a16="http://schemas.microsoft.com/office/drawing/2014/main" id="{C09C6751-6713-70D8-D30F-94EBA4CF9255}"/>
                </a:ext>
              </a:extLst>
            </p:cNvPr>
            <p:cNvGrpSpPr/>
            <p:nvPr/>
          </p:nvGrpSpPr>
          <p:grpSpPr>
            <a:xfrm>
              <a:off x="2862126" y="5338205"/>
              <a:ext cx="2239778" cy="443715"/>
              <a:chOff x="2862126" y="5338205"/>
              <a:chExt cx="2239778" cy="443715"/>
            </a:xfrm>
          </p:grpSpPr>
          <p:sp>
            <p:nvSpPr>
              <p:cNvPr id="63" name="Freeform: Shape 62">
                <a:extLst>
                  <a:ext uri="{FF2B5EF4-FFF2-40B4-BE49-F238E27FC236}">
                    <a16:creationId xmlns:a16="http://schemas.microsoft.com/office/drawing/2014/main" id="{81BE743B-FCB8-97B9-8C63-375A22AE74DE}"/>
                  </a:ext>
                </a:extLst>
              </p:cNvPr>
              <p:cNvSpPr/>
              <p:nvPr/>
            </p:nvSpPr>
            <p:spPr>
              <a:xfrm>
                <a:off x="2862126" y="5422534"/>
                <a:ext cx="2239774" cy="359386"/>
              </a:xfrm>
              <a:custGeom>
                <a:avLst/>
                <a:gdLst>
                  <a:gd name="connsiteX0" fmla="*/ 0 w 2239774"/>
                  <a:gd name="connsiteY0" fmla="*/ 0 h 359386"/>
                  <a:gd name="connsiteX1" fmla="*/ 0 w 2239774"/>
                  <a:gd name="connsiteY1" fmla="*/ 278010 h 359386"/>
                  <a:gd name="connsiteX2" fmla="*/ 1119888 w 2239774"/>
                  <a:gd name="connsiteY2" fmla="*/ 359387 h 359386"/>
                  <a:gd name="connsiteX3" fmla="*/ 2239775 w 2239774"/>
                  <a:gd name="connsiteY3" fmla="*/ 278010 h 359386"/>
                  <a:gd name="connsiteX4" fmla="*/ 2239775 w 2239774"/>
                  <a:gd name="connsiteY4" fmla="*/ 0 h 359386"/>
                  <a:gd name="connsiteX5" fmla="*/ 0 w 2239774"/>
                  <a:gd name="connsiteY5" fmla="*/ 0 h 359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9774" h="359386">
                    <a:moveTo>
                      <a:pt x="0" y="0"/>
                    </a:moveTo>
                    <a:lnTo>
                      <a:pt x="0" y="278010"/>
                    </a:lnTo>
                    <a:cubicBezTo>
                      <a:pt x="0" y="322953"/>
                      <a:pt x="501392" y="359387"/>
                      <a:pt x="1119888" y="359387"/>
                    </a:cubicBezTo>
                    <a:cubicBezTo>
                      <a:pt x="1738383" y="359387"/>
                      <a:pt x="2239775" y="322953"/>
                      <a:pt x="2239775" y="278010"/>
                    </a:cubicBezTo>
                    <a:lnTo>
                      <a:pt x="2239775" y="0"/>
                    </a:lnTo>
                    <a:lnTo>
                      <a:pt x="0" y="0"/>
                    </a:lnTo>
                    <a:close/>
                  </a:path>
                </a:pathLst>
              </a:custGeom>
              <a:solidFill>
                <a:srgbClr val="E59F39"/>
              </a:solidFill>
              <a:ln w="3428" cap="flat">
                <a:noFill/>
                <a:prstDash val="solid"/>
                <a:miter/>
              </a:ln>
            </p:spPr>
            <p:txBody>
              <a:bodyPr rtlCol="0" anchor="ctr"/>
              <a:lstStyle/>
              <a:p>
                <a:endParaRPr lang="en-IN"/>
              </a:p>
            </p:txBody>
          </p:sp>
          <p:grpSp>
            <p:nvGrpSpPr>
              <p:cNvPr id="64" name="Graphic 2">
                <a:extLst>
                  <a:ext uri="{FF2B5EF4-FFF2-40B4-BE49-F238E27FC236}">
                    <a16:creationId xmlns:a16="http://schemas.microsoft.com/office/drawing/2014/main" id="{4028A2EB-F326-F7DC-E00B-4138370133B5}"/>
                  </a:ext>
                </a:extLst>
              </p:cNvPr>
              <p:cNvGrpSpPr/>
              <p:nvPr/>
            </p:nvGrpSpPr>
            <p:grpSpPr>
              <a:xfrm>
                <a:off x="2862126" y="5422534"/>
                <a:ext cx="2239774" cy="359386"/>
                <a:chOff x="2862126" y="5422534"/>
                <a:chExt cx="2239774" cy="359386"/>
              </a:xfrm>
              <a:solidFill>
                <a:srgbClr val="EAB054"/>
              </a:solidFill>
            </p:grpSpPr>
            <p:sp>
              <p:nvSpPr>
                <p:cNvPr id="65" name="Freeform: Shape 64">
                  <a:extLst>
                    <a:ext uri="{FF2B5EF4-FFF2-40B4-BE49-F238E27FC236}">
                      <a16:creationId xmlns:a16="http://schemas.microsoft.com/office/drawing/2014/main" id="{2E2B2251-C59C-77D8-C5DF-8F3CF45F5369}"/>
                    </a:ext>
                  </a:extLst>
                </p:cNvPr>
                <p:cNvSpPr/>
                <p:nvPr/>
              </p:nvSpPr>
              <p:spPr>
                <a:xfrm>
                  <a:off x="2862126" y="5422534"/>
                  <a:ext cx="810444" cy="356242"/>
                </a:xfrm>
                <a:custGeom>
                  <a:avLst/>
                  <a:gdLst>
                    <a:gd name="connsiteX0" fmla="*/ 810444 w 810444"/>
                    <a:gd name="connsiteY0" fmla="*/ 356242 h 356242"/>
                    <a:gd name="connsiteX1" fmla="*/ 810444 w 810444"/>
                    <a:gd name="connsiteY1" fmla="*/ 0 h 356242"/>
                    <a:gd name="connsiteX2" fmla="*/ 0 w 810444"/>
                    <a:gd name="connsiteY2" fmla="*/ 0 h 356242"/>
                    <a:gd name="connsiteX3" fmla="*/ 0 w 810444"/>
                    <a:gd name="connsiteY3" fmla="*/ 278010 h 356242"/>
                    <a:gd name="connsiteX4" fmla="*/ 810444 w 810444"/>
                    <a:gd name="connsiteY4" fmla="*/ 356242 h 356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0444" h="356242">
                      <a:moveTo>
                        <a:pt x="810444" y="356242"/>
                      </a:moveTo>
                      <a:lnTo>
                        <a:pt x="810444" y="0"/>
                      </a:lnTo>
                      <a:lnTo>
                        <a:pt x="0" y="0"/>
                      </a:lnTo>
                      <a:lnTo>
                        <a:pt x="0" y="278010"/>
                      </a:lnTo>
                      <a:cubicBezTo>
                        <a:pt x="0" y="315152"/>
                        <a:pt x="342454" y="346483"/>
                        <a:pt x="810444" y="356242"/>
                      </a:cubicBezTo>
                      <a:close/>
                    </a:path>
                  </a:pathLst>
                </a:custGeom>
                <a:solidFill>
                  <a:srgbClr val="EAB054"/>
                </a:solidFill>
                <a:ln w="3428" cap="flat">
                  <a:noFill/>
                  <a:prstDash val="solid"/>
                  <a:miter/>
                </a:ln>
              </p:spPr>
              <p:txBody>
                <a:bodyPr rtlCol="0" anchor="ctr"/>
                <a:lstStyle/>
                <a:p>
                  <a:endParaRPr lang="en-IN"/>
                </a:p>
              </p:txBody>
            </p:sp>
            <p:sp>
              <p:nvSpPr>
                <p:cNvPr id="66" name="Freeform: Shape 65">
                  <a:extLst>
                    <a:ext uri="{FF2B5EF4-FFF2-40B4-BE49-F238E27FC236}">
                      <a16:creationId xmlns:a16="http://schemas.microsoft.com/office/drawing/2014/main" id="{37FBDD48-E642-9BEE-E1E0-F05A74A9A09B}"/>
                    </a:ext>
                  </a:extLst>
                </p:cNvPr>
                <p:cNvSpPr/>
                <p:nvPr/>
              </p:nvSpPr>
              <p:spPr>
                <a:xfrm>
                  <a:off x="3710289" y="5422534"/>
                  <a:ext cx="668298" cy="359386"/>
                </a:xfrm>
                <a:custGeom>
                  <a:avLst/>
                  <a:gdLst>
                    <a:gd name="connsiteX0" fmla="*/ 0 w 668298"/>
                    <a:gd name="connsiteY0" fmla="*/ 356976 h 359386"/>
                    <a:gd name="connsiteX1" fmla="*/ 271724 w 668298"/>
                    <a:gd name="connsiteY1" fmla="*/ 359387 h 359386"/>
                    <a:gd name="connsiteX2" fmla="*/ 668298 w 668298"/>
                    <a:gd name="connsiteY2" fmla="*/ 354137 h 359386"/>
                    <a:gd name="connsiteX3" fmla="*/ 668298 w 668298"/>
                    <a:gd name="connsiteY3" fmla="*/ 0 h 359386"/>
                    <a:gd name="connsiteX4" fmla="*/ 0 w 668298"/>
                    <a:gd name="connsiteY4" fmla="*/ 0 h 359386"/>
                    <a:gd name="connsiteX5" fmla="*/ 0 w 668298"/>
                    <a:gd name="connsiteY5" fmla="*/ 356976 h 359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8298" h="359386">
                      <a:moveTo>
                        <a:pt x="0" y="356976"/>
                      </a:moveTo>
                      <a:cubicBezTo>
                        <a:pt x="86997" y="358550"/>
                        <a:pt x="178017" y="359387"/>
                        <a:pt x="271724" y="359387"/>
                      </a:cubicBezTo>
                      <a:cubicBezTo>
                        <a:pt x="411357" y="359387"/>
                        <a:pt x="545022" y="357528"/>
                        <a:pt x="668298" y="354137"/>
                      </a:cubicBezTo>
                      <a:lnTo>
                        <a:pt x="668298" y="0"/>
                      </a:lnTo>
                      <a:lnTo>
                        <a:pt x="0" y="0"/>
                      </a:lnTo>
                      <a:lnTo>
                        <a:pt x="0" y="356976"/>
                      </a:lnTo>
                      <a:close/>
                    </a:path>
                  </a:pathLst>
                </a:custGeom>
                <a:solidFill>
                  <a:srgbClr val="EAB054"/>
                </a:solidFill>
                <a:ln w="3428" cap="flat">
                  <a:noFill/>
                  <a:prstDash val="solid"/>
                  <a:miter/>
                </a:ln>
              </p:spPr>
              <p:txBody>
                <a:bodyPr rtlCol="0" anchor="ctr"/>
                <a:lstStyle/>
                <a:p>
                  <a:endParaRPr lang="en-IN"/>
                </a:p>
              </p:txBody>
            </p:sp>
            <p:sp>
              <p:nvSpPr>
                <p:cNvPr id="67" name="Freeform: Shape 66">
                  <a:extLst>
                    <a:ext uri="{FF2B5EF4-FFF2-40B4-BE49-F238E27FC236}">
                      <a16:creationId xmlns:a16="http://schemas.microsoft.com/office/drawing/2014/main" id="{E1658F59-2287-BE00-8D09-1920BDBA83AD}"/>
                    </a:ext>
                  </a:extLst>
                </p:cNvPr>
                <p:cNvSpPr/>
                <p:nvPr/>
              </p:nvSpPr>
              <p:spPr>
                <a:xfrm>
                  <a:off x="4423460" y="5422538"/>
                  <a:ext cx="678440" cy="352820"/>
                </a:xfrm>
                <a:custGeom>
                  <a:avLst/>
                  <a:gdLst>
                    <a:gd name="connsiteX0" fmla="*/ 0 w 678440"/>
                    <a:gd name="connsiteY0" fmla="*/ 352820 h 352820"/>
                    <a:gd name="connsiteX1" fmla="*/ 678441 w 678440"/>
                    <a:gd name="connsiteY1" fmla="*/ 278010 h 352820"/>
                    <a:gd name="connsiteX2" fmla="*/ 678441 w 678440"/>
                    <a:gd name="connsiteY2" fmla="*/ 0 h 352820"/>
                    <a:gd name="connsiteX3" fmla="*/ 0 w 678440"/>
                    <a:gd name="connsiteY3" fmla="*/ 0 h 352820"/>
                    <a:gd name="connsiteX4" fmla="*/ 0 w 678440"/>
                    <a:gd name="connsiteY4" fmla="*/ 352820 h 352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440" h="352820">
                      <a:moveTo>
                        <a:pt x="0" y="352820"/>
                      </a:moveTo>
                      <a:cubicBezTo>
                        <a:pt x="398998" y="340369"/>
                        <a:pt x="678441" y="311563"/>
                        <a:pt x="678441" y="278010"/>
                      </a:cubicBezTo>
                      <a:lnTo>
                        <a:pt x="678441" y="0"/>
                      </a:lnTo>
                      <a:lnTo>
                        <a:pt x="0" y="0"/>
                      </a:lnTo>
                      <a:lnTo>
                        <a:pt x="0" y="352820"/>
                      </a:lnTo>
                      <a:close/>
                    </a:path>
                  </a:pathLst>
                </a:custGeom>
                <a:solidFill>
                  <a:srgbClr val="EAB054"/>
                </a:solidFill>
                <a:ln w="3428" cap="flat">
                  <a:noFill/>
                  <a:prstDash val="solid"/>
                  <a:miter/>
                </a:ln>
              </p:spPr>
              <p:txBody>
                <a:bodyPr rtlCol="0" anchor="ctr"/>
                <a:lstStyle/>
                <a:p>
                  <a:endParaRPr lang="en-IN"/>
                </a:p>
              </p:txBody>
            </p:sp>
          </p:grpSp>
          <p:sp>
            <p:nvSpPr>
              <p:cNvPr id="68" name="Freeform: Shape 67">
                <a:extLst>
                  <a:ext uri="{FF2B5EF4-FFF2-40B4-BE49-F238E27FC236}">
                    <a16:creationId xmlns:a16="http://schemas.microsoft.com/office/drawing/2014/main" id="{574E7354-8FFB-8FDC-63DB-9CECC6C6391E}"/>
                  </a:ext>
                </a:extLst>
              </p:cNvPr>
              <p:cNvSpPr/>
              <p:nvPr/>
            </p:nvSpPr>
            <p:spPr>
              <a:xfrm>
                <a:off x="2862130" y="5338205"/>
                <a:ext cx="2239774" cy="162754"/>
              </a:xfrm>
              <a:custGeom>
                <a:avLst/>
                <a:gdLst>
                  <a:gd name="connsiteX0" fmla="*/ 2239775 w 2239774"/>
                  <a:gd name="connsiteY0" fmla="*/ 81377 h 162754"/>
                  <a:gd name="connsiteX1" fmla="*/ 1119888 w 2239774"/>
                  <a:gd name="connsiteY1" fmla="*/ 162754 h 162754"/>
                  <a:gd name="connsiteX2" fmla="*/ 0 w 2239774"/>
                  <a:gd name="connsiteY2" fmla="*/ 81377 h 162754"/>
                  <a:gd name="connsiteX3" fmla="*/ 1119888 w 2239774"/>
                  <a:gd name="connsiteY3" fmla="*/ 0 h 162754"/>
                  <a:gd name="connsiteX4" fmla="*/ 2239775 w 2239774"/>
                  <a:gd name="connsiteY4" fmla="*/ 81377 h 1627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9774" h="162754">
                    <a:moveTo>
                      <a:pt x="2239775" y="81377"/>
                    </a:moveTo>
                    <a:cubicBezTo>
                      <a:pt x="2239775" y="126320"/>
                      <a:pt x="1738384" y="162754"/>
                      <a:pt x="1119888" y="162754"/>
                    </a:cubicBezTo>
                    <a:cubicBezTo>
                      <a:pt x="501391" y="162754"/>
                      <a:pt x="0" y="126321"/>
                      <a:pt x="0" y="81377"/>
                    </a:cubicBezTo>
                    <a:cubicBezTo>
                      <a:pt x="0" y="36434"/>
                      <a:pt x="501391" y="0"/>
                      <a:pt x="1119888" y="0"/>
                    </a:cubicBezTo>
                    <a:cubicBezTo>
                      <a:pt x="1738384" y="0"/>
                      <a:pt x="2239775" y="36433"/>
                      <a:pt x="2239775" y="81377"/>
                    </a:cubicBezTo>
                    <a:close/>
                  </a:path>
                </a:pathLst>
              </a:custGeom>
              <a:solidFill>
                <a:srgbClr val="E59F39"/>
              </a:solidFill>
              <a:ln w="3428" cap="flat">
                <a:noFill/>
                <a:prstDash val="solid"/>
                <a:miter/>
              </a:ln>
            </p:spPr>
            <p:txBody>
              <a:bodyPr rtlCol="0" anchor="ctr"/>
              <a:lstStyle/>
              <a:p>
                <a:endParaRPr lang="en-IN"/>
              </a:p>
            </p:txBody>
          </p:sp>
          <p:sp>
            <p:nvSpPr>
              <p:cNvPr id="69" name="Freeform: Shape 68">
                <a:extLst>
                  <a:ext uri="{FF2B5EF4-FFF2-40B4-BE49-F238E27FC236}">
                    <a16:creationId xmlns:a16="http://schemas.microsoft.com/office/drawing/2014/main" id="{62329D7C-B375-0F3A-7F48-2DFC9D218F7B}"/>
                  </a:ext>
                </a:extLst>
              </p:cNvPr>
              <p:cNvSpPr/>
              <p:nvPr/>
            </p:nvSpPr>
            <p:spPr>
              <a:xfrm>
                <a:off x="3059812" y="5363158"/>
                <a:ext cx="1844407" cy="112845"/>
              </a:xfrm>
              <a:custGeom>
                <a:avLst/>
                <a:gdLst>
                  <a:gd name="connsiteX0" fmla="*/ 1844408 w 1844407"/>
                  <a:gd name="connsiteY0" fmla="*/ 56424 h 112845"/>
                  <a:gd name="connsiteX1" fmla="*/ 922202 w 1844407"/>
                  <a:gd name="connsiteY1" fmla="*/ 112845 h 112845"/>
                  <a:gd name="connsiteX2" fmla="*/ 0 w 1844407"/>
                  <a:gd name="connsiteY2" fmla="*/ 56424 h 112845"/>
                  <a:gd name="connsiteX3" fmla="*/ 922202 w 1844407"/>
                  <a:gd name="connsiteY3" fmla="*/ 0 h 112845"/>
                  <a:gd name="connsiteX4" fmla="*/ 1844408 w 1844407"/>
                  <a:gd name="connsiteY4" fmla="*/ 56424 h 112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4407" h="112845">
                    <a:moveTo>
                      <a:pt x="1844408" y="56424"/>
                    </a:moveTo>
                    <a:cubicBezTo>
                      <a:pt x="1844408" y="87587"/>
                      <a:pt x="1431522" y="112845"/>
                      <a:pt x="922202" y="112845"/>
                    </a:cubicBezTo>
                    <a:cubicBezTo>
                      <a:pt x="412882" y="112845"/>
                      <a:pt x="0" y="87587"/>
                      <a:pt x="0" y="56424"/>
                    </a:cubicBezTo>
                    <a:cubicBezTo>
                      <a:pt x="0" y="25262"/>
                      <a:pt x="412882" y="0"/>
                      <a:pt x="922202" y="0"/>
                    </a:cubicBezTo>
                    <a:cubicBezTo>
                      <a:pt x="1431522" y="0"/>
                      <a:pt x="1844408" y="25262"/>
                      <a:pt x="1844408" y="56424"/>
                    </a:cubicBezTo>
                    <a:close/>
                  </a:path>
                </a:pathLst>
              </a:custGeom>
              <a:solidFill>
                <a:srgbClr val="F7CC7F"/>
              </a:solidFill>
              <a:ln w="3428" cap="flat">
                <a:noFill/>
                <a:prstDash val="solid"/>
                <a:miter/>
              </a:ln>
            </p:spPr>
            <p:txBody>
              <a:bodyPr rtlCol="0" anchor="ctr"/>
              <a:lstStyle/>
              <a:p>
                <a:endParaRPr lang="en-IN"/>
              </a:p>
            </p:txBody>
          </p:sp>
        </p:grpSp>
        <p:grpSp>
          <p:nvGrpSpPr>
            <p:cNvPr id="70" name="Graphic 2">
              <a:extLst>
                <a:ext uri="{FF2B5EF4-FFF2-40B4-BE49-F238E27FC236}">
                  <a16:creationId xmlns:a16="http://schemas.microsoft.com/office/drawing/2014/main" id="{1DC7837A-34C3-CB83-EFE3-7DCFEF535EE1}"/>
                </a:ext>
              </a:extLst>
            </p:cNvPr>
            <p:cNvGrpSpPr/>
            <p:nvPr/>
          </p:nvGrpSpPr>
          <p:grpSpPr>
            <a:xfrm>
              <a:off x="2734468" y="5040335"/>
              <a:ext cx="2239778" cy="443719"/>
              <a:chOff x="2734468" y="5040335"/>
              <a:chExt cx="2239778" cy="443719"/>
            </a:xfrm>
          </p:grpSpPr>
          <p:sp>
            <p:nvSpPr>
              <p:cNvPr id="71" name="Freeform: Shape 70">
                <a:extLst>
                  <a:ext uri="{FF2B5EF4-FFF2-40B4-BE49-F238E27FC236}">
                    <a16:creationId xmlns:a16="http://schemas.microsoft.com/office/drawing/2014/main" id="{E53F1D2C-B677-6AE3-C388-873D92486D88}"/>
                  </a:ext>
                </a:extLst>
              </p:cNvPr>
              <p:cNvSpPr/>
              <p:nvPr/>
            </p:nvSpPr>
            <p:spPr>
              <a:xfrm>
                <a:off x="2734468" y="5124664"/>
                <a:ext cx="2239778" cy="359390"/>
              </a:xfrm>
              <a:custGeom>
                <a:avLst/>
                <a:gdLst>
                  <a:gd name="connsiteX0" fmla="*/ 0 w 2239778"/>
                  <a:gd name="connsiteY0" fmla="*/ 0 h 359390"/>
                  <a:gd name="connsiteX1" fmla="*/ 0 w 2239778"/>
                  <a:gd name="connsiteY1" fmla="*/ 278010 h 359390"/>
                  <a:gd name="connsiteX2" fmla="*/ 1119888 w 2239778"/>
                  <a:gd name="connsiteY2" fmla="*/ 359390 h 359390"/>
                  <a:gd name="connsiteX3" fmla="*/ 2239778 w 2239778"/>
                  <a:gd name="connsiteY3" fmla="*/ 278010 h 359390"/>
                  <a:gd name="connsiteX4" fmla="*/ 2239778 w 2239778"/>
                  <a:gd name="connsiteY4" fmla="*/ 0 h 359390"/>
                  <a:gd name="connsiteX5" fmla="*/ 0 w 2239778"/>
                  <a:gd name="connsiteY5" fmla="*/ 0 h 35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9778" h="359390">
                    <a:moveTo>
                      <a:pt x="0" y="0"/>
                    </a:moveTo>
                    <a:lnTo>
                      <a:pt x="0" y="278010"/>
                    </a:lnTo>
                    <a:cubicBezTo>
                      <a:pt x="0" y="322953"/>
                      <a:pt x="501392" y="359390"/>
                      <a:pt x="1119888" y="359390"/>
                    </a:cubicBezTo>
                    <a:cubicBezTo>
                      <a:pt x="1738383" y="359390"/>
                      <a:pt x="2239778" y="322953"/>
                      <a:pt x="2239778" y="278010"/>
                    </a:cubicBezTo>
                    <a:lnTo>
                      <a:pt x="2239778" y="0"/>
                    </a:lnTo>
                    <a:lnTo>
                      <a:pt x="0" y="0"/>
                    </a:lnTo>
                    <a:close/>
                  </a:path>
                </a:pathLst>
              </a:custGeom>
              <a:solidFill>
                <a:srgbClr val="E59F39"/>
              </a:solidFill>
              <a:ln w="3428" cap="flat">
                <a:noFill/>
                <a:prstDash val="solid"/>
                <a:miter/>
              </a:ln>
            </p:spPr>
            <p:txBody>
              <a:bodyPr rtlCol="0" anchor="ctr"/>
              <a:lstStyle/>
              <a:p>
                <a:endParaRPr lang="en-IN"/>
              </a:p>
            </p:txBody>
          </p:sp>
          <p:grpSp>
            <p:nvGrpSpPr>
              <p:cNvPr id="72" name="Graphic 2">
                <a:extLst>
                  <a:ext uri="{FF2B5EF4-FFF2-40B4-BE49-F238E27FC236}">
                    <a16:creationId xmlns:a16="http://schemas.microsoft.com/office/drawing/2014/main" id="{7A26A41D-C223-DF5F-1A1A-AA1A02C2BD81}"/>
                  </a:ext>
                </a:extLst>
              </p:cNvPr>
              <p:cNvGrpSpPr/>
              <p:nvPr/>
            </p:nvGrpSpPr>
            <p:grpSpPr>
              <a:xfrm>
                <a:off x="2734468" y="5124661"/>
                <a:ext cx="2239778" cy="359393"/>
                <a:chOff x="2734468" y="5124661"/>
                <a:chExt cx="2239778" cy="359393"/>
              </a:xfrm>
              <a:solidFill>
                <a:srgbClr val="EAB054"/>
              </a:solidFill>
            </p:grpSpPr>
            <p:sp>
              <p:nvSpPr>
                <p:cNvPr id="73" name="Freeform: Shape 72">
                  <a:extLst>
                    <a:ext uri="{FF2B5EF4-FFF2-40B4-BE49-F238E27FC236}">
                      <a16:creationId xmlns:a16="http://schemas.microsoft.com/office/drawing/2014/main" id="{3E53806C-9630-C900-C31E-6D4C828B26C5}"/>
                    </a:ext>
                  </a:extLst>
                </p:cNvPr>
                <p:cNvSpPr/>
                <p:nvPr/>
              </p:nvSpPr>
              <p:spPr>
                <a:xfrm>
                  <a:off x="2734468" y="5124661"/>
                  <a:ext cx="810444" cy="356245"/>
                </a:xfrm>
                <a:custGeom>
                  <a:avLst/>
                  <a:gdLst>
                    <a:gd name="connsiteX0" fmla="*/ 810444 w 810444"/>
                    <a:gd name="connsiteY0" fmla="*/ 356246 h 356245"/>
                    <a:gd name="connsiteX1" fmla="*/ 810444 w 810444"/>
                    <a:gd name="connsiteY1" fmla="*/ 0 h 356245"/>
                    <a:gd name="connsiteX2" fmla="*/ 0 w 810444"/>
                    <a:gd name="connsiteY2" fmla="*/ 0 h 356245"/>
                    <a:gd name="connsiteX3" fmla="*/ 0 w 810444"/>
                    <a:gd name="connsiteY3" fmla="*/ 278010 h 356245"/>
                    <a:gd name="connsiteX4" fmla="*/ 810444 w 810444"/>
                    <a:gd name="connsiteY4" fmla="*/ 356246 h 356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0444" h="356245">
                      <a:moveTo>
                        <a:pt x="810444" y="356246"/>
                      </a:moveTo>
                      <a:lnTo>
                        <a:pt x="810444" y="0"/>
                      </a:lnTo>
                      <a:lnTo>
                        <a:pt x="0" y="0"/>
                      </a:lnTo>
                      <a:lnTo>
                        <a:pt x="0" y="278010"/>
                      </a:lnTo>
                      <a:cubicBezTo>
                        <a:pt x="0" y="315156"/>
                        <a:pt x="342454" y="346490"/>
                        <a:pt x="810444" y="356246"/>
                      </a:cubicBezTo>
                      <a:close/>
                    </a:path>
                  </a:pathLst>
                </a:custGeom>
                <a:solidFill>
                  <a:srgbClr val="EAB054"/>
                </a:solidFill>
                <a:ln w="3428" cap="flat">
                  <a:noFill/>
                  <a:prstDash val="solid"/>
                  <a:miter/>
                </a:ln>
              </p:spPr>
              <p:txBody>
                <a:bodyPr rtlCol="0" anchor="ctr"/>
                <a:lstStyle/>
                <a:p>
                  <a:endParaRPr lang="en-IN"/>
                </a:p>
              </p:txBody>
            </p:sp>
            <p:sp>
              <p:nvSpPr>
                <p:cNvPr id="74" name="Freeform: Shape 73">
                  <a:extLst>
                    <a:ext uri="{FF2B5EF4-FFF2-40B4-BE49-F238E27FC236}">
                      <a16:creationId xmlns:a16="http://schemas.microsoft.com/office/drawing/2014/main" id="{F8996C0F-A670-3FD0-7248-8FB663FDFFE4}"/>
                    </a:ext>
                  </a:extLst>
                </p:cNvPr>
                <p:cNvSpPr/>
                <p:nvPr/>
              </p:nvSpPr>
              <p:spPr>
                <a:xfrm>
                  <a:off x="3582631" y="5124664"/>
                  <a:ext cx="668298" cy="359390"/>
                </a:xfrm>
                <a:custGeom>
                  <a:avLst/>
                  <a:gdLst>
                    <a:gd name="connsiteX0" fmla="*/ 0 w 668298"/>
                    <a:gd name="connsiteY0" fmla="*/ 356976 h 359390"/>
                    <a:gd name="connsiteX1" fmla="*/ 271724 w 668298"/>
                    <a:gd name="connsiteY1" fmla="*/ 359390 h 359390"/>
                    <a:gd name="connsiteX2" fmla="*/ 668298 w 668298"/>
                    <a:gd name="connsiteY2" fmla="*/ 354137 h 359390"/>
                    <a:gd name="connsiteX3" fmla="*/ 668298 w 668298"/>
                    <a:gd name="connsiteY3" fmla="*/ 0 h 359390"/>
                    <a:gd name="connsiteX4" fmla="*/ 0 w 668298"/>
                    <a:gd name="connsiteY4" fmla="*/ 0 h 359390"/>
                    <a:gd name="connsiteX5" fmla="*/ 0 w 668298"/>
                    <a:gd name="connsiteY5" fmla="*/ 356976 h 35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8298" h="359390">
                      <a:moveTo>
                        <a:pt x="0" y="356976"/>
                      </a:moveTo>
                      <a:cubicBezTo>
                        <a:pt x="86997" y="358554"/>
                        <a:pt x="178016" y="359390"/>
                        <a:pt x="271724" y="359390"/>
                      </a:cubicBezTo>
                      <a:cubicBezTo>
                        <a:pt x="411360" y="359390"/>
                        <a:pt x="545022" y="357532"/>
                        <a:pt x="668298" y="354137"/>
                      </a:cubicBezTo>
                      <a:lnTo>
                        <a:pt x="668298" y="0"/>
                      </a:lnTo>
                      <a:lnTo>
                        <a:pt x="0" y="0"/>
                      </a:lnTo>
                      <a:lnTo>
                        <a:pt x="0" y="356976"/>
                      </a:lnTo>
                      <a:close/>
                    </a:path>
                  </a:pathLst>
                </a:custGeom>
                <a:solidFill>
                  <a:srgbClr val="EAB054"/>
                </a:solidFill>
                <a:ln w="3428"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91F03A93-84A1-4CDA-4B25-3C1F79ACB7FB}"/>
                    </a:ext>
                  </a:extLst>
                </p:cNvPr>
                <p:cNvSpPr/>
                <p:nvPr/>
              </p:nvSpPr>
              <p:spPr>
                <a:xfrm>
                  <a:off x="4295802" y="5124664"/>
                  <a:ext cx="678444" cy="352820"/>
                </a:xfrm>
                <a:custGeom>
                  <a:avLst/>
                  <a:gdLst>
                    <a:gd name="connsiteX0" fmla="*/ 0 w 678444"/>
                    <a:gd name="connsiteY0" fmla="*/ 352820 h 352820"/>
                    <a:gd name="connsiteX1" fmla="*/ 678445 w 678444"/>
                    <a:gd name="connsiteY1" fmla="*/ 278010 h 352820"/>
                    <a:gd name="connsiteX2" fmla="*/ 678445 w 678444"/>
                    <a:gd name="connsiteY2" fmla="*/ 0 h 352820"/>
                    <a:gd name="connsiteX3" fmla="*/ 0 w 678444"/>
                    <a:gd name="connsiteY3" fmla="*/ 0 h 352820"/>
                    <a:gd name="connsiteX4" fmla="*/ 0 w 678444"/>
                    <a:gd name="connsiteY4" fmla="*/ 352820 h 352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444" h="352820">
                      <a:moveTo>
                        <a:pt x="0" y="352820"/>
                      </a:moveTo>
                      <a:cubicBezTo>
                        <a:pt x="398998" y="340373"/>
                        <a:pt x="678445" y="311563"/>
                        <a:pt x="678445" y="278010"/>
                      </a:cubicBezTo>
                      <a:lnTo>
                        <a:pt x="678445" y="0"/>
                      </a:lnTo>
                      <a:lnTo>
                        <a:pt x="0" y="0"/>
                      </a:lnTo>
                      <a:lnTo>
                        <a:pt x="0" y="352820"/>
                      </a:lnTo>
                      <a:close/>
                    </a:path>
                  </a:pathLst>
                </a:custGeom>
                <a:solidFill>
                  <a:srgbClr val="EAB054"/>
                </a:solidFill>
                <a:ln w="3428" cap="flat">
                  <a:noFill/>
                  <a:prstDash val="solid"/>
                  <a:miter/>
                </a:ln>
              </p:spPr>
              <p:txBody>
                <a:bodyPr rtlCol="0" anchor="ctr"/>
                <a:lstStyle/>
                <a:p>
                  <a:endParaRPr lang="en-IN"/>
                </a:p>
              </p:txBody>
            </p:sp>
          </p:grpSp>
          <p:sp>
            <p:nvSpPr>
              <p:cNvPr id="76" name="Freeform: Shape 75">
                <a:extLst>
                  <a:ext uri="{FF2B5EF4-FFF2-40B4-BE49-F238E27FC236}">
                    <a16:creationId xmlns:a16="http://schemas.microsoft.com/office/drawing/2014/main" id="{912D3FE3-DA04-D0E9-E463-CA0BBFAA1692}"/>
                  </a:ext>
                </a:extLst>
              </p:cNvPr>
              <p:cNvSpPr/>
              <p:nvPr/>
            </p:nvSpPr>
            <p:spPr>
              <a:xfrm>
                <a:off x="2734471" y="5040335"/>
                <a:ext cx="2239774" cy="162754"/>
              </a:xfrm>
              <a:custGeom>
                <a:avLst/>
                <a:gdLst>
                  <a:gd name="connsiteX0" fmla="*/ 2239775 w 2239774"/>
                  <a:gd name="connsiteY0" fmla="*/ 81377 h 162754"/>
                  <a:gd name="connsiteX1" fmla="*/ 1119888 w 2239774"/>
                  <a:gd name="connsiteY1" fmla="*/ 162754 h 162754"/>
                  <a:gd name="connsiteX2" fmla="*/ 0 w 2239774"/>
                  <a:gd name="connsiteY2" fmla="*/ 81377 h 162754"/>
                  <a:gd name="connsiteX3" fmla="*/ 1119888 w 2239774"/>
                  <a:gd name="connsiteY3" fmla="*/ 0 h 162754"/>
                  <a:gd name="connsiteX4" fmla="*/ 2239775 w 2239774"/>
                  <a:gd name="connsiteY4" fmla="*/ 81377 h 1627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9774" h="162754">
                    <a:moveTo>
                      <a:pt x="2239775" y="81377"/>
                    </a:moveTo>
                    <a:cubicBezTo>
                      <a:pt x="2239775" y="126320"/>
                      <a:pt x="1738384" y="162754"/>
                      <a:pt x="1119888" y="162754"/>
                    </a:cubicBezTo>
                    <a:cubicBezTo>
                      <a:pt x="501391" y="162754"/>
                      <a:pt x="0" y="126321"/>
                      <a:pt x="0" y="81377"/>
                    </a:cubicBezTo>
                    <a:cubicBezTo>
                      <a:pt x="0" y="36434"/>
                      <a:pt x="501391" y="0"/>
                      <a:pt x="1119888" y="0"/>
                    </a:cubicBezTo>
                    <a:cubicBezTo>
                      <a:pt x="1738384" y="0"/>
                      <a:pt x="2239775" y="36433"/>
                      <a:pt x="2239775" y="81377"/>
                    </a:cubicBezTo>
                    <a:close/>
                  </a:path>
                </a:pathLst>
              </a:custGeom>
              <a:solidFill>
                <a:srgbClr val="E59F39"/>
              </a:solidFill>
              <a:ln w="3428" cap="flat">
                <a:noFill/>
                <a:prstDash val="solid"/>
                <a:miter/>
              </a:ln>
            </p:spPr>
            <p:txBody>
              <a:bodyPr rtlCol="0" anchor="ctr"/>
              <a:lstStyle/>
              <a:p>
                <a:endParaRPr lang="en-IN"/>
              </a:p>
            </p:txBody>
          </p:sp>
          <p:sp>
            <p:nvSpPr>
              <p:cNvPr id="77" name="Freeform: Shape 76">
                <a:extLst>
                  <a:ext uri="{FF2B5EF4-FFF2-40B4-BE49-F238E27FC236}">
                    <a16:creationId xmlns:a16="http://schemas.microsoft.com/office/drawing/2014/main" id="{B6DCBEAB-999C-7EDE-EE26-28FCE4579554}"/>
                  </a:ext>
                </a:extLst>
              </p:cNvPr>
              <p:cNvSpPr/>
              <p:nvPr/>
            </p:nvSpPr>
            <p:spPr>
              <a:xfrm>
                <a:off x="2932157" y="5065291"/>
                <a:ext cx="1844404" cy="112844"/>
              </a:xfrm>
              <a:custGeom>
                <a:avLst/>
                <a:gdLst>
                  <a:gd name="connsiteX0" fmla="*/ 1844404 w 1844404"/>
                  <a:gd name="connsiteY0" fmla="*/ 56421 h 112844"/>
                  <a:gd name="connsiteX1" fmla="*/ 922202 w 1844404"/>
                  <a:gd name="connsiteY1" fmla="*/ 112845 h 112844"/>
                  <a:gd name="connsiteX2" fmla="*/ 0 w 1844404"/>
                  <a:gd name="connsiteY2" fmla="*/ 56421 h 112844"/>
                  <a:gd name="connsiteX3" fmla="*/ 922202 w 1844404"/>
                  <a:gd name="connsiteY3" fmla="*/ 0 h 112844"/>
                  <a:gd name="connsiteX4" fmla="*/ 1844404 w 1844404"/>
                  <a:gd name="connsiteY4" fmla="*/ 56421 h 1128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4404" h="112844">
                    <a:moveTo>
                      <a:pt x="1844404" y="56421"/>
                    </a:moveTo>
                    <a:cubicBezTo>
                      <a:pt x="1844404" y="87583"/>
                      <a:pt x="1431518" y="112845"/>
                      <a:pt x="922202" y="112845"/>
                    </a:cubicBezTo>
                    <a:cubicBezTo>
                      <a:pt x="412882" y="112845"/>
                      <a:pt x="0" y="87583"/>
                      <a:pt x="0" y="56421"/>
                    </a:cubicBezTo>
                    <a:cubicBezTo>
                      <a:pt x="0" y="25261"/>
                      <a:pt x="412882" y="0"/>
                      <a:pt x="922202" y="0"/>
                    </a:cubicBezTo>
                    <a:cubicBezTo>
                      <a:pt x="1431518" y="-3"/>
                      <a:pt x="1844404" y="25261"/>
                      <a:pt x="1844404" y="56421"/>
                    </a:cubicBezTo>
                    <a:close/>
                  </a:path>
                </a:pathLst>
              </a:custGeom>
              <a:solidFill>
                <a:srgbClr val="F7CC7F"/>
              </a:solidFill>
              <a:ln w="3428" cap="flat">
                <a:noFill/>
                <a:prstDash val="solid"/>
                <a:miter/>
              </a:ln>
            </p:spPr>
            <p:txBody>
              <a:bodyPr rtlCol="0" anchor="ctr"/>
              <a:lstStyle/>
              <a:p>
                <a:endParaRPr lang="en-IN"/>
              </a:p>
            </p:txBody>
          </p:sp>
        </p:grpSp>
        <p:grpSp>
          <p:nvGrpSpPr>
            <p:cNvPr id="78" name="Graphic 2">
              <a:extLst>
                <a:ext uri="{FF2B5EF4-FFF2-40B4-BE49-F238E27FC236}">
                  <a16:creationId xmlns:a16="http://schemas.microsoft.com/office/drawing/2014/main" id="{B1F1F0BB-AC65-1C1D-796B-3E6721452BCF}"/>
                </a:ext>
              </a:extLst>
            </p:cNvPr>
            <p:cNvGrpSpPr/>
            <p:nvPr/>
          </p:nvGrpSpPr>
          <p:grpSpPr>
            <a:xfrm>
              <a:off x="8421458" y="5913879"/>
              <a:ext cx="2153902" cy="426711"/>
              <a:chOff x="8421458" y="5913879"/>
              <a:chExt cx="2153902" cy="426711"/>
            </a:xfrm>
          </p:grpSpPr>
          <p:sp>
            <p:nvSpPr>
              <p:cNvPr id="79" name="Freeform: Shape 78">
                <a:extLst>
                  <a:ext uri="{FF2B5EF4-FFF2-40B4-BE49-F238E27FC236}">
                    <a16:creationId xmlns:a16="http://schemas.microsoft.com/office/drawing/2014/main" id="{7B79A2E7-B33F-1C44-E0E6-EDF94CFA780B}"/>
                  </a:ext>
                </a:extLst>
              </p:cNvPr>
              <p:cNvSpPr/>
              <p:nvPr/>
            </p:nvSpPr>
            <p:spPr>
              <a:xfrm>
                <a:off x="8421461" y="5994975"/>
                <a:ext cx="2153895" cy="345612"/>
              </a:xfrm>
              <a:custGeom>
                <a:avLst/>
                <a:gdLst>
                  <a:gd name="connsiteX0" fmla="*/ 2153895 w 2153895"/>
                  <a:gd name="connsiteY0" fmla="*/ 0 h 345612"/>
                  <a:gd name="connsiteX1" fmla="*/ 2153895 w 2153895"/>
                  <a:gd name="connsiteY1" fmla="*/ 267352 h 345612"/>
                  <a:gd name="connsiteX2" fmla="*/ 1076950 w 2153895"/>
                  <a:gd name="connsiteY2" fmla="*/ 345612 h 345612"/>
                  <a:gd name="connsiteX3" fmla="*/ 0 w 2153895"/>
                  <a:gd name="connsiteY3" fmla="*/ 267352 h 345612"/>
                  <a:gd name="connsiteX4" fmla="*/ 0 w 2153895"/>
                  <a:gd name="connsiteY4" fmla="*/ 0 h 345612"/>
                  <a:gd name="connsiteX5" fmla="*/ 2153895 w 2153895"/>
                  <a:gd name="connsiteY5" fmla="*/ 0 h 345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3895" h="345612">
                    <a:moveTo>
                      <a:pt x="2153895" y="0"/>
                    </a:moveTo>
                    <a:lnTo>
                      <a:pt x="2153895" y="267352"/>
                    </a:lnTo>
                    <a:cubicBezTo>
                      <a:pt x="2153895" y="310571"/>
                      <a:pt x="1671730" y="345612"/>
                      <a:pt x="1076950" y="345612"/>
                    </a:cubicBezTo>
                    <a:cubicBezTo>
                      <a:pt x="482165" y="345612"/>
                      <a:pt x="0" y="310571"/>
                      <a:pt x="0" y="267352"/>
                    </a:cubicBezTo>
                    <a:lnTo>
                      <a:pt x="0" y="0"/>
                    </a:lnTo>
                    <a:lnTo>
                      <a:pt x="2153895" y="0"/>
                    </a:lnTo>
                    <a:close/>
                  </a:path>
                </a:pathLst>
              </a:custGeom>
              <a:solidFill>
                <a:srgbClr val="E59F39"/>
              </a:solidFill>
              <a:ln w="3428" cap="flat">
                <a:noFill/>
                <a:prstDash val="solid"/>
                <a:miter/>
              </a:ln>
            </p:spPr>
            <p:txBody>
              <a:bodyPr rtlCol="0" anchor="ctr"/>
              <a:lstStyle/>
              <a:p>
                <a:endParaRPr lang="en-IN"/>
              </a:p>
            </p:txBody>
          </p:sp>
          <p:grpSp>
            <p:nvGrpSpPr>
              <p:cNvPr id="80" name="Graphic 2">
                <a:extLst>
                  <a:ext uri="{FF2B5EF4-FFF2-40B4-BE49-F238E27FC236}">
                    <a16:creationId xmlns:a16="http://schemas.microsoft.com/office/drawing/2014/main" id="{0EB54070-C04A-5C08-2D36-7684915610CA}"/>
                  </a:ext>
                </a:extLst>
              </p:cNvPr>
              <p:cNvGrpSpPr/>
              <p:nvPr/>
            </p:nvGrpSpPr>
            <p:grpSpPr>
              <a:xfrm>
                <a:off x="8421458" y="5994979"/>
                <a:ext cx="2153898" cy="345612"/>
                <a:chOff x="8421458" y="5994979"/>
                <a:chExt cx="2153898" cy="345612"/>
              </a:xfrm>
              <a:solidFill>
                <a:srgbClr val="EAB054"/>
              </a:solidFill>
            </p:grpSpPr>
            <p:sp>
              <p:nvSpPr>
                <p:cNvPr id="81" name="Freeform: Shape 80">
                  <a:extLst>
                    <a:ext uri="{FF2B5EF4-FFF2-40B4-BE49-F238E27FC236}">
                      <a16:creationId xmlns:a16="http://schemas.microsoft.com/office/drawing/2014/main" id="{1599BAAF-7450-4351-82CF-5E9B1F394ED2}"/>
                    </a:ext>
                  </a:extLst>
                </p:cNvPr>
                <p:cNvSpPr/>
                <p:nvPr/>
              </p:nvSpPr>
              <p:spPr>
                <a:xfrm>
                  <a:off x="9795990" y="5994979"/>
                  <a:ext cx="779366" cy="342584"/>
                </a:xfrm>
                <a:custGeom>
                  <a:avLst/>
                  <a:gdLst>
                    <a:gd name="connsiteX0" fmla="*/ 0 w 779366"/>
                    <a:gd name="connsiteY0" fmla="*/ 342584 h 342584"/>
                    <a:gd name="connsiteX1" fmla="*/ 0 w 779366"/>
                    <a:gd name="connsiteY1" fmla="*/ 0 h 342584"/>
                    <a:gd name="connsiteX2" fmla="*/ 779367 w 779366"/>
                    <a:gd name="connsiteY2" fmla="*/ 0 h 342584"/>
                    <a:gd name="connsiteX3" fmla="*/ 779367 w 779366"/>
                    <a:gd name="connsiteY3" fmla="*/ 267352 h 342584"/>
                    <a:gd name="connsiteX4" fmla="*/ 0 w 779366"/>
                    <a:gd name="connsiteY4" fmla="*/ 342584 h 342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9366" h="342584">
                      <a:moveTo>
                        <a:pt x="0" y="342584"/>
                      </a:moveTo>
                      <a:lnTo>
                        <a:pt x="0" y="0"/>
                      </a:lnTo>
                      <a:lnTo>
                        <a:pt x="779367" y="0"/>
                      </a:lnTo>
                      <a:lnTo>
                        <a:pt x="779367" y="267352"/>
                      </a:lnTo>
                      <a:cubicBezTo>
                        <a:pt x="779367" y="303069"/>
                        <a:pt x="450045" y="333199"/>
                        <a:pt x="0" y="342584"/>
                      </a:cubicBezTo>
                      <a:close/>
                    </a:path>
                  </a:pathLst>
                </a:custGeom>
                <a:solidFill>
                  <a:srgbClr val="EAB054"/>
                </a:solidFill>
                <a:ln w="3428" cap="flat">
                  <a:noFill/>
                  <a:prstDash val="solid"/>
                  <a:miter/>
                </a:ln>
              </p:spPr>
              <p:txBody>
                <a:bodyPr rtlCol="0" anchor="ctr"/>
                <a:lstStyle/>
                <a:p>
                  <a:endParaRPr lang="en-IN"/>
                </a:p>
              </p:txBody>
            </p:sp>
            <p:sp>
              <p:nvSpPr>
                <p:cNvPr id="82" name="Freeform: Shape 81">
                  <a:extLst>
                    <a:ext uri="{FF2B5EF4-FFF2-40B4-BE49-F238E27FC236}">
                      <a16:creationId xmlns:a16="http://schemas.microsoft.com/office/drawing/2014/main" id="{532D66B9-6B10-A613-BB69-CF7B599DB071}"/>
                    </a:ext>
                  </a:extLst>
                </p:cNvPr>
                <p:cNvSpPr/>
                <p:nvPr/>
              </p:nvSpPr>
              <p:spPr>
                <a:xfrm>
                  <a:off x="9117041" y="5994979"/>
                  <a:ext cx="642672" cy="345612"/>
                </a:xfrm>
                <a:custGeom>
                  <a:avLst/>
                  <a:gdLst>
                    <a:gd name="connsiteX0" fmla="*/ 642673 w 642672"/>
                    <a:gd name="connsiteY0" fmla="*/ 343291 h 345612"/>
                    <a:gd name="connsiteX1" fmla="*/ 381370 w 642672"/>
                    <a:gd name="connsiteY1" fmla="*/ 345612 h 345612"/>
                    <a:gd name="connsiteX2" fmla="*/ 0 w 642672"/>
                    <a:gd name="connsiteY2" fmla="*/ 340561 h 345612"/>
                    <a:gd name="connsiteX3" fmla="*/ 0 w 642672"/>
                    <a:gd name="connsiteY3" fmla="*/ 0 h 345612"/>
                    <a:gd name="connsiteX4" fmla="*/ 642673 w 642672"/>
                    <a:gd name="connsiteY4" fmla="*/ 0 h 345612"/>
                    <a:gd name="connsiteX5" fmla="*/ 642673 w 642672"/>
                    <a:gd name="connsiteY5" fmla="*/ 343291 h 345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2672" h="345612">
                      <a:moveTo>
                        <a:pt x="642673" y="343291"/>
                      </a:moveTo>
                      <a:cubicBezTo>
                        <a:pt x="559016" y="344803"/>
                        <a:pt x="471483" y="345612"/>
                        <a:pt x="381370" y="345612"/>
                      </a:cubicBezTo>
                      <a:cubicBezTo>
                        <a:pt x="247090" y="345612"/>
                        <a:pt x="118551" y="343826"/>
                        <a:pt x="0" y="340561"/>
                      </a:cubicBezTo>
                      <a:lnTo>
                        <a:pt x="0" y="0"/>
                      </a:lnTo>
                      <a:lnTo>
                        <a:pt x="642673" y="0"/>
                      </a:lnTo>
                      <a:lnTo>
                        <a:pt x="642673" y="343291"/>
                      </a:lnTo>
                      <a:close/>
                    </a:path>
                  </a:pathLst>
                </a:custGeom>
                <a:solidFill>
                  <a:srgbClr val="EAB054"/>
                </a:solidFill>
                <a:ln w="3428" cap="flat">
                  <a:noFill/>
                  <a:prstDash val="solid"/>
                  <a:miter/>
                </a:ln>
              </p:spPr>
              <p:txBody>
                <a:bodyPr rtlCol="0" anchor="ctr"/>
                <a:lstStyle/>
                <a:p>
                  <a:endParaRPr lang="en-IN"/>
                </a:p>
              </p:txBody>
            </p:sp>
            <p:sp>
              <p:nvSpPr>
                <p:cNvPr id="83" name="Freeform: Shape 82">
                  <a:extLst>
                    <a:ext uri="{FF2B5EF4-FFF2-40B4-BE49-F238E27FC236}">
                      <a16:creationId xmlns:a16="http://schemas.microsoft.com/office/drawing/2014/main" id="{29C867C6-3FE9-8477-20CB-EBF74E447745}"/>
                    </a:ext>
                  </a:extLst>
                </p:cNvPr>
                <p:cNvSpPr/>
                <p:nvPr/>
              </p:nvSpPr>
              <p:spPr>
                <a:xfrm>
                  <a:off x="8421458" y="5994979"/>
                  <a:ext cx="652432" cy="339296"/>
                </a:xfrm>
                <a:custGeom>
                  <a:avLst/>
                  <a:gdLst>
                    <a:gd name="connsiteX0" fmla="*/ 652433 w 652432"/>
                    <a:gd name="connsiteY0" fmla="*/ 339296 h 339296"/>
                    <a:gd name="connsiteX1" fmla="*/ 0 w 652432"/>
                    <a:gd name="connsiteY1" fmla="*/ 267352 h 339296"/>
                    <a:gd name="connsiteX2" fmla="*/ 0 w 652432"/>
                    <a:gd name="connsiteY2" fmla="*/ 0 h 339296"/>
                    <a:gd name="connsiteX3" fmla="*/ 652433 w 652432"/>
                    <a:gd name="connsiteY3" fmla="*/ 0 h 339296"/>
                    <a:gd name="connsiteX4" fmla="*/ 652433 w 652432"/>
                    <a:gd name="connsiteY4" fmla="*/ 339296 h 339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2432" h="339296">
                      <a:moveTo>
                        <a:pt x="652433" y="339296"/>
                      </a:moveTo>
                      <a:cubicBezTo>
                        <a:pt x="268734" y="327326"/>
                        <a:pt x="0" y="299619"/>
                        <a:pt x="0" y="267352"/>
                      </a:cubicBezTo>
                      <a:lnTo>
                        <a:pt x="0" y="0"/>
                      </a:lnTo>
                      <a:lnTo>
                        <a:pt x="652433" y="0"/>
                      </a:lnTo>
                      <a:lnTo>
                        <a:pt x="652433" y="339296"/>
                      </a:lnTo>
                      <a:close/>
                    </a:path>
                  </a:pathLst>
                </a:custGeom>
                <a:solidFill>
                  <a:srgbClr val="EAB054"/>
                </a:solidFill>
                <a:ln w="3428" cap="flat">
                  <a:noFill/>
                  <a:prstDash val="solid"/>
                  <a:miter/>
                </a:ln>
              </p:spPr>
              <p:txBody>
                <a:bodyPr rtlCol="0" anchor="ctr"/>
                <a:lstStyle/>
                <a:p>
                  <a:endParaRPr lang="en-IN"/>
                </a:p>
              </p:txBody>
            </p:sp>
          </p:grpSp>
          <p:sp>
            <p:nvSpPr>
              <p:cNvPr id="84" name="Freeform: Shape 83">
                <a:extLst>
                  <a:ext uri="{FF2B5EF4-FFF2-40B4-BE49-F238E27FC236}">
                    <a16:creationId xmlns:a16="http://schemas.microsoft.com/office/drawing/2014/main" id="{40C5CD02-E7C9-2908-E549-34D19EA93F7B}"/>
                  </a:ext>
                </a:extLst>
              </p:cNvPr>
              <p:cNvSpPr/>
              <p:nvPr/>
            </p:nvSpPr>
            <p:spPr>
              <a:xfrm>
                <a:off x="8421461" y="5913879"/>
                <a:ext cx="2153898" cy="156513"/>
              </a:xfrm>
              <a:custGeom>
                <a:avLst/>
                <a:gdLst>
                  <a:gd name="connsiteX0" fmla="*/ 2153899 w 2153898"/>
                  <a:gd name="connsiteY0" fmla="*/ 78257 h 156513"/>
                  <a:gd name="connsiteX1" fmla="*/ 1076949 w 2153898"/>
                  <a:gd name="connsiteY1" fmla="*/ 156513 h 156513"/>
                  <a:gd name="connsiteX2" fmla="*/ -1 w 2153898"/>
                  <a:gd name="connsiteY2" fmla="*/ 78257 h 156513"/>
                  <a:gd name="connsiteX3" fmla="*/ 1076949 w 2153898"/>
                  <a:gd name="connsiteY3" fmla="*/ 0 h 156513"/>
                  <a:gd name="connsiteX4" fmla="*/ 2153899 w 2153898"/>
                  <a:gd name="connsiteY4" fmla="*/ 78257 h 1565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3898" h="156513">
                    <a:moveTo>
                      <a:pt x="2153899" y="78257"/>
                    </a:moveTo>
                    <a:cubicBezTo>
                      <a:pt x="2153899" y="121477"/>
                      <a:pt x="1671732" y="156513"/>
                      <a:pt x="1076949" y="156513"/>
                    </a:cubicBezTo>
                    <a:cubicBezTo>
                      <a:pt x="482166" y="156513"/>
                      <a:pt x="-1" y="121477"/>
                      <a:pt x="-1" y="78257"/>
                    </a:cubicBezTo>
                    <a:cubicBezTo>
                      <a:pt x="-1" y="35037"/>
                      <a:pt x="482166" y="0"/>
                      <a:pt x="1076949" y="0"/>
                    </a:cubicBezTo>
                    <a:cubicBezTo>
                      <a:pt x="1671731" y="0"/>
                      <a:pt x="2153899" y="35037"/>
                      <a:pt x="2153899" y="78257"/>
                    </a:cubicBezTo>
                    <a:close/>
                  </a:path>
                </a:pathLst>
              </a:custGeom>
              <a:solidFill>
                <a:srgbClr val="E59F39"/>
              </a:solidFill>
              <a:ln w="3428" cap="flat">
                <a:noFill/>
                <a:prstDash val="solid"/>
                <a:miter/>
              </a:ln>
            </p:spPr>
            <p:txBody>
              <a:bodyPr rtlCol="0" anchor="ctr"/>
              <a:lstStyle/>
              <a:p>
                <a:endParaRPr lang="en-IN"/>
              </a:p>
            </p:txBody>
          </p:sp>
          <p:sp>
            <p:nvSpPr>
              <p:cNvPr id="85" name="Freeform: Shape 84">
                <a:extLst>
                  <a:ext uri="{FF2B5EF4-FFF2-40B4-BE49-F238E27FC236}">
                    <a16:creationId xmlns:a16="http://schemas.microsoft.com/office/drawing/2014/main" id="{8B258ABE-9594-67C1-FE84-02494D759889}"/>
                  </a:ext>
                </a:extLst>
              </p:cNvPr>
              <p:cNvSpPr/>
              <p:nvPr/>
            </p:nvSpPr>
            <p:spPr>
              <a:xfrm>
                <a:off x="8611565" y="5937879"/>
                <a:ext cx="1773687" cy="108517"/>
              </a:xfrm>
              <a:custGeom>
                <a:avLst/>
                <a:gdLst>
                  <a:gd name="connsiteX0" fmla="*/ 0 w 1773687"/>
                  <a:gd name="connsiteY0" fmla="*/ 54257 h 108517"/>
                  <a:gd name="connsiteX1" fmla="*/ 886846 w 1773687"/>
                  <a:gd name="connsiteY1" fmla="*/ 108517 h 108517"/>
                  <a:gd name="connsiteX2" fmla="*/ 1773688 w 1773687"/>
                  <a:gd name="connsiteY2" fmla="*/ 54257 h 108517"/>
                  <a:gd name="connsiteX3" fmla="*/ 886846 w 1773687"/>
                  <a:gd name="connsiteY3" fmla="*/ 0 h 108517"/>
                  <a:gd name="connsiteX4" fmla="*/ 0 w 1773687"/>
                  <a:gd name="connsiteY4" fmla="*/ 54257 h 108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3687" h="108517">
                    <a:moveTo>
                      <a:pt x="0" y="54257"/>
                    </a:moveTo>
                    <a:cubicBezTo>
                      <a:pt x="0" y="84223"/>
                      <a:pt x="397054" y="108517"/>
                      <a:pt x="886846" y="108517"/>
                    </a:cubicBezTo>
                    <a:cubicBezTo>
                      <a:pt x="1376637" y="108517"/>
                      <a:pt x="1773688" y="84223"/>
                      <a:pt x="1773688" y="54257"/>
                    </a:cubicBezTo>
                    <a:cubicBezTo>
                      <a:pt x="1773688" y="24291"/>
                      <a:pt x="1376637" y="0"/>
                      <a:pt x="886846" y="0"/>
                    </a:cubicBezTo>
                    <a:cubicBezTo>
                      <a:pt x="397054" y="0"/>
                      <a:pt x="0" y="24291"/>
                      <a:pt x="0" y="54257"/>
                    </a:cubicBezTo>
                    <a:close/>
                  </a:path>
                </a:pathLst>
              </a:custGeom>
              <a:solidFill>
                <a:srgbClr val="F7CC7F"/>
              </a:solidFill>
              <a:ln w="3428" cap="flat">
                <a:noFill/>
                <a:prstDash val="solid"/>
                <a:miter/>
              </a:ln>
            </p:spPr>
            <p:txBody>
              <a:bodyPr rtlCol="0" anchor="ctr"/>
              <a:lstStyle/>
              <a:p>
                <a:endParaRPr lang="en-IN"/>
              </a:p>
            </p:txBody>
          </p:sp>
        </p:grpSp>
        <p:grpSp>
          <p:nvGrpSpPr>
            <p:cNvPr id="86" name="Graphic 2">
              <a:extLst>
                <a:ext uri="{FF2B5EF4-FFF2-40B4-BE49-F238E27FC236}">
                  <a16:creationId xmlns:a16="http://schemas.microsoft.com/office/drawing/2014/main" id="{11964F9E-2813-9B4A-C875-4D1D9C0FD936}"/>
                </a:ext>
              </a:extLst>
            </p:cNvPr>
            <p:cNvGrpSpPr/>
            <p:nvPr/>
          </p:nvGrpSpPr>
          <p:grpSpPr>
            <a:xfrm>
              <a:off x="8605715" y="5630970"/>
              <a:ext cx="2153902" cy="426708"/>
              <a:chOff x="8605715" y="5630970"/>
              <a:chExt cx="2153902" cy="426708"/>
            </a:xfrm>
          </p:grpSpPr>
          <p:sp>
            <p:nvSpPr>
              <p:cNvPr id="87" name="Freeform: Shape 86">
                <a:extLst>
                  <a:ext uri="{FF2B5EF4-FFF2-40B4-BE49-F238E27FC236}">
                    <a16:creationId xmlns:a16="http://schemas.microsoft.com/office/drawing/2014/main" id="{43943470-AF66-80EA-6A93-4FC7C9DA2068}"/>
                  </a:ext>
                </a:extLst>
              </p:cNvPr>
              <p:cNvSpPr/>
              <p:nvPr/>
            </p:nvSpPr>
            <p:spPr>
              <a:xfrm>
                <a:off x="8605718" y="5712069"/>
                <a:ext cx="2153899" cy="345609"/>
              </a:xfrm>
              <a:custGeom>
                <a:avLst/>
                <a:gdLst>
                  <a:gd name="connsiteX0" fmla="*/ 2153899 w 2153899"/>
                  <a:gd name="connsiteY0" fmla="*/ 0 h 345609"/>
                  <a:gd name="connsiteX1" fmla="*/ 2153899 w 2153899"/>
                  <a:gd name="connsiteY1" fmla="*/ 267352 h 345609"/>
                  <a:gd name="connsiteX2" fmla="*/ 1076950 w 2153899"/>
                  <a:gd name="connsiteY2" fmla="*/ 345609 h 345609"/>
                  <a:gd name="connsiteX3" fmla="*/ 0 w 2153899"/>
                  <a:gd name="connsiteY3" fmla="*/ 267352 h 345609"/>
                  <a:gd name="connsiteX4" fmla="*/ 0 w 2153899"/>
                  <a:gd name="connsiteY4" fmla="*/ 0 h 345609"/>
                  <a:gd name="connsiteX5" fmla="*/ 2153899 w 2153899"/>
                  <a:gd name="connsiteY5" fmla="*/ 0 h 345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3899" h="345609">
                    <a:moveTo>
                      <a:pt x="2153899" y="0"/>
                    </a:moveTo>
                    <a:lnTo>
                      <a:pt x="2153899" y="267352"/>
                    </a:lnTo>
                    <a:cubicBezTo>
                      <a:pt x="2153899" y="310571"/>
                      <a:pt x="1671734" y="345609"/>
                      <a:pt x="1076950" y="345609"/>
                    </a:cubicBezTo>
                    <a:cubicBezTo>
                      <a:pt x="482165" y="345609"/>
                      <a:pt x="0" y="310571"/>
                      <a:pt x="0" y="267352"/>
                    </a:cubicBezTo>
                    <a:lnTo>
                      <a:pt x="0" y="0"/>
                    </a:lnTo>
                    <a:lnTo>
                      <a:pt x="2153899" y="0"/>
                    </a:lnTo>
                    <a:close/>
                  </a:path>
                </a:pathLst>
              </a:custGeom>
              <a:solidFill>
                <a:srgbClr val="E59F39"/>
              </a:solidFill>
              <a:ln w="3428" cap="flat">
                <a:noFill/>
                <a:prstDash val="solid"/>
                <a:miter/>
              </a:ln>
            </p:spPr>
            <p:txBody>
              <a:bodyPr rtlCol="0" anchor="ctr"/>
              <a:lstStyle/>
              <a:p>
                <a:endParaRPr lang="en-IN"/>
              </a:p>
            </p:txBody>
          </p:sp>
          <p:grpSp>
            <p:nvGrpSpPr>
              <p:cNvPr id="88" name="Graphic 2">
                <a:extLst>
                  <a:ext uri="{FF2B5EF4-FFF2-40B4-BE49-F238E27FC236}">
                    <a16:creationId xmlns:a16="http://schemas.microsoft.com/office/drawing/2014/main" id="{3E540EFE-04FE-7336-DFEE-238E4C855C3B}"/>
                  </a:ext>
                </a:extLst>
              </p:cNvPr>
              <p:cNvGrpSpPr/>
              <p:nvPr/>
            </p:nvGrpSpPr>
            <p:grpSpPr>
              <a:xfrm>
                <a:off x="8605715" y="5712069"/>
                <a:ext cx="2153902" cy="345609"/>
                <a:chOff x="8605715" y="5712069"/>
                <a:chExt cx="2153902" cy="345609"/>
              </a:xfrm>
              <a:solidFill>
                <a:srgbClr val="EAB054"/>
              </a:solidFill>
            </p:grpSpPr>
            <p:sp>
              <p:nvSpPr>
                <p:cNvPr id="89" name="Freeform: Shape 88">
                  <a:extLst>
                    <a:ext uri="{FF2B5EF4-FFF2-40B4-BE49-F238E27FC236}">
                      <a16:creationId xmlns:a16="http://schemas.microsoft.com/office/drawing/2014/main" id="{9EC43A92-1863-602A-F154-C09B75705F93}"/>
                    </a:ext>
                  </a:extLst>
                </p:cNvPr>
                <p:cNvSpPr/>
                <p:nvPr/>
              </p:nvSpPr>
              <p:spPr>
                <a:xfrm>
                  <a:off x="9980246" y="5712069"/>
                  <a:ext cx="779370" cy="342584"/>
                </a:xfrm>
                <a:custGeom>
                  <a:avLst/>
                  <a:gdLst>
                    <a:gd name="connsiteX0" fmla="*/ 0 w 779370"/>
                    <a:gd name="connsiteY0" fmla="*/ 342584 h 342584"/>
                    <a:gd name="connsiteX1" fmla="*/ 0 w 779370"/>
                    <a:gd name="connsiteY1" fmla="*/ 0 h 342584"/>
                    <a:gd name="connsiteX2" fmla="*/ 779371 w 779370"/>
                    <a:gd name="connsiteY2" fmla="*/ 0 h 342584"/>
                    <a:gd name="connsiteX3" fmla="*/ 779371 w 779370"/>
                    <a:gd name="connsiteY3" fmla="*/ 267352 h 342584"/>
                    <a:gd name="connsiteX4" fmla="*/ 0 w 779370"/>
                    <a:gd name="connsiteY4" fmla="*/ 342584 h 342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9370" h="342584">
                      <a:moveTo>
                        <a:pt x="0" y="342584"/>
                      </a:moveTo>
                      <a:lnTo>
                        <a:pt x="0" y="0"/>
                      </a:lnTo>
                      <a:lnTo>
                        <a:pt x="779371" y="0"/>
                      </a:lnTo>
                      <a:lnTo>
                        <a:pt x="779371" y="267352"/>
                      </a:lnTo>
                      <a:cubicBezTo>
                        <a:pt x="779371" y="303069"/>
                        <a:pt x="450050" y="333199"/>
                        <a:pt x="0" y="342584"/>
                      </a:cubicBezTo>
                      <a:close/>
                    </a:path>
                  </a:pathLst>
                </a:custGeom>
                <a:solidFill>
                  <a:srgbClr val="EAB054"/>
                </a:solidFill>
                <a:ln w="3428" cap="flat">
                  <a:noFill/>
                  <a:prstDash val="solid"/>
                  <a:miter/>
                </a:ln>
              </p:spPr>
              <p:txBody>
                <a:bodyPr rtlCol="0" anchor="ctr"/>
                <a:lstStyle/>
                <a:p>
                  <a:endParaRPr lang="en-IN"/>
                </a:p>
              </p:txBody>
            </p:sp>
            <p:sp>
              <p:nvSpPr>
                <p:cNvPr id="90" name="Freeform: Shape 89">
                  <a:extLst>
                    <a:ext uri="{FF2B5EF4-FFF2-40B4-BE49-F238E27FC236}">
                      <a16:creationId xmlns:a16="http://schemas.microsoft.com/office/drawing/2014/main" id="{DB7D22BF-9462-E867-9CDB-E04BD15D1E03}"/>
                    </a:ext>
                  </a:extLst>
                </p:cNvPr>
                <p:cNvSpPr/>
                <p:nvPr/>
              </p:nvSpPr>
              <p:spPr>
                <a:xfrm>
                  <a:off x="9301298" y="5712069"/>
                  <a:ext cx="642677" cy="345609"/>
                </a:xfrm>
                <a:custGeom>
                  <a:avLst/>
                  <a:gdLst>
                    <a:gd name="connsiteX0" fmla="*/ 642677 w 642677"/>
                    <a:gd name="connsiteY0" fmla="*/ 343291 h 345609"/>
                    <a:gd name="connsiteX1" fmla="*/ 381370 w 642677"/>
                    <a:gd name="connsiteY1" fmla="*/ 345609 h 345609"/>
                    <a:gd name="connsiteX2" fmla="*/ 0 w 642677"/>
                    <a:gd name="connsiteY2" fmla="*/ 340558 h 345609"/>
                    <a:gd name="connsiteX3" fmla="*/ 0 w 642677"/>
                    <a:gd name="connsiteY3" fmla="*/ 0 h 345609"/>
                    <a:gd name="connsiteX4" fmla="*/ 642677 w 642677"/>
                    <a:gd name="connsiteY4" fmla="*/ 0 h 345609"/>
                    <a:gd name="connsiteX5" fmla="*/ 642677 w 642677"/>
                    <a:gd name="connsiteY5" fmla="*/ 343291 h 345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2677" h="345609">
                      <a:moveTo>
                        <a:pt x="642677" y="343291"/>
                      </a:moveTo>
                      <a:cubicBezTo>
                        <a:pt x="559017" y="344803"/>
                        <a:pt x="471488" y="345609"/>
                        <a:pt x="381370" y="345609"/>
                      </a:cubicBezTo>
                      <a:cubicBezTo>
                        <a:pt x="247091" y="345609"/>
                        <a:pt x="118551" y="343823"/>
                        <a:pt x="0" y="340558"/>
                      </a:cubicBezTo>
                      <a:lnTo>
                        <a:pt x="0" y="0"/>
                      </a:lnTo>
                      <a:lnTo>
                        <a:pt x="642677" y="0"/>
                      </a:lnTo>
                      <a:lnTo>
                        <a:pt x="642677" y="343291"/>
                      </a:lnTo>
                      <a:close/>
                    </a:path>
                  </a:pathLst>
                </a:custGeom>
                <a:solidFill>
                  <a:srgbClr val="EAB054"/>
                </a:solidFill>
                <a:ln w="3428" cap="flat">
                  <a:noFill/>
                  <a:prstDash val="solid"/>
                  <a:miter/>
                </a:ln>
              </p:spPr>
              <p:txBody>
                <a:bodyPr rtlCol="0" anchor="ctr"/>
                <a:lstStyle/>
                <a:p>
                  <a:endParaRPr lang="en-IN"/>
                </a:p>
              </p:txBody>
            </p:sp>
            <p:sp>
              <p:nvSpPr>
                <p:cNvPr id="91" name="Freeform: Shape 90">
                  <a:extLst>
                    <a:ext uri="{FF2B5EF4-FFF2-40B4-BE49-F238E27FC236}">
                      <a16:creationId xmlns:a16="http://schemas.microsoft.com/office/drawing/2014/main" id="{FD05EC59-920E-A77C-A654-B054BEB2BB2D}"/>
                    </a:ext>
                  </a:extLst>
                </p:cNvPr>
                <p:cNvSpPr/>
                <p:nvPr/>
              </p:nvSpPr>
              <p:spPr>
                <a:xfrm>
                  <a:off x="8605715" y="5712069"/>
                  <a:ext cx="652432" cy="339296"/>
                </a:xfrm>
                <a:custGeom>
                  <a:avLst/>
                  <a:gdLst>
                    <a:gd name="connsiteX0" fmla="*/ 652433 w 652432"/>
                    <a:gd name="connsiteY0" fmla="*/ 339296 h 339296"/>
                    <a:gd name="connsiteX1" fmla="*/ 0 w 652432"/>
                    <a:gd name="connsiteY1" fmla="*/ 267352 h 339296"/>
                    <a:gd name="connsiteX2" fmla="*/ 0 w 652432"/>
                    <a:gd name="connsiteY2" fmla="*/ 0 h 339296"/>
                    <a:gd name="connsiteX3" fmla="*/ 652433 w 652432"/>
                    <a:gd name="connsiteY3" fmla="*/ 0 h 339296"/>
                    <a:gd name="connsiteX4" fmla="*/ 652433 w 652432"/>
                    <a:gd name="connsiteY4" fmla="*/ 339296 h 339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2432" h="339296">
                      <a:moveTo>
                        <a:pt x="652433" y="339296"/>
                      </a:moveTo>
                      <a:cubicBezTo>
                        <a:pt x="268734" y="327326"/>
                        <a:pt x="0" y="299619"/>
                        <a:pt x="0" y="267352"/>
                      </a:cubicBezTo>
                      <a:lnTo>
                        <a:pt x="0" y="0"/>
                      </a:lnTo>
                      <a:lnTo>
                        <a:pt x="652433" y="0"/>
                      </a:lnTo>
                      <a:lnTo>
                        <a:pt x="652433" y="339296"/>
                      </a:lnTo>
                      <a:close/>
                    </a:path>
                  </a:pathLst>
                </a:custGeom>
                <a:solidFill>
                  <a:srgbClr val="EAB054"/>
                </a:solidFill>
                <a:ln w="3428" cap="flat">
                  <a:noFill/>
                  <a:prstDash val="solid"/>
                  <a:miter/>
                </a:ln>
              </p:spPr>
              <p:txBody>
                <a:bodyPr rtlCol="0" anchor="ctr"/>
                <a:lstStyle/>
                <a:p>
                  <a:endParaRPr lang="en-IN"/>
                </a:p>
              </p:txBody>
            </p:sp>
          </p:grpSp>
          <p:sp>
            <p:nvSpPr>
              <p:cNvPr id="92" name="Freeform: Shape 91">
                <a:extLst>
                  <a:ext uri="{FF2B5EF4-FFF2-40B4-BE49-F238E27FC236}">
                    <a16:creationId xmlns:a16="http://schemas.microsoft.com/office/drawing/2014/main" id="{977BF9FD-029A-3612-048C-6C3BBCBCEF1B}"/>
                  </a:ext>
                </a:extLst>
              </p:cNvPr>
              <p:cNvSpPr/>
              <p:nvPr/>
            </p:nvSpPr>
            <p:spPr>
              <a:xfrm>
                <a:off x="8605715" y="5630970"/>
                <a:ext cx="2153898" cy="156513"/>
              </a:xfrm>
              <a:custGeom>
                <a:avLst/>
                <a:gdLst>
                  <a:gd name="connsiteX0" fmla="*/ 2153899 w 2153898"/>
                  <a:gd name="connsiteY0" fmla="*/ 78257 h 156513"/>
                  <a:gd name="connsiteX1" fmla="*/ 1076949 w 2153898"/>
                  <a:gd name="connsiteY1" fmla="*/ 156513 h 156513"/>
                  <a:gd name="connsiteX2" fmla="*/ 0 w 2153898"/>
                  <a:gd name="connsiteY2" fmla="*/ 78257 h 156513"/>
                  <a:gd name="connsiteX3" fmla="*/ 1076949 w 2153898"/>
                  <a:gd name="connsiteY3" fmla="*/ 0 h 156513"/>
                  <a:gd name="connsiteX4" fmla="*/ 2153899 w 2153898"/>
                  <a:gd name="connsiteY4" fmla="*/ 78257 h 1565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3898" h="156513">
                    <a:moveTo>
                      <a:pt x="2153899" y="78257"/>
                    </a:moveTo>
                    <a:cubicBezTo>
                      <a:pt x="2153899" y="121477"/>
                      <a:pt x="1671733" y="156513"/>
                      <a:pt x="1076949" y="156513"/>
                    </a:cubicBezTo>
                    <a:cubicBezTo>
                      <a:pt x="482167" y="156513"/>
                      <a:pt x="0" y="121477"/>
                      <a:pt x="0" y="78257"/>
                    </a:cubicBezTo>
                    <a:cubicBezTo>
                      <a:pt x="0" y="35037"/>
                      <a:pt x="482166" y="0"/>
                      <a:pt x="1076949" y="0"/>
                    </a:cubicBezTo>
                    <a:cubicBezTo>
                      <a:pt x="1671732" y="0"/>
                      <a:pt x="2153899" y="35037"/>
                      <a:pt x="2153899" y="78257"/>
                    </a:cubicBezTo>
                    <a:close/>
                  </a:path>
                </a:pathLst>
              </a:custGeom>
              <a:solidFill>
                <a:srgbClr val="E59F39"/>
              </a:solidFill>
              <a:ln w="3428" cap="flat">
                <a:noFill/>
                <a:prstDash val="solid"/>
                <a:miter/>
              </a:ln>
            </p:spPr>
            <p:txBody>
              <a:bodyPr rtlCol="0" anchor="ctr"/>
              <a:lstStyle/>
              <a:p>
                <a:endParaRPr lang="en-IN"/>
              </a:p>
            </p:txBody>
          </p:sp>
          <p:sp>
            <p:nvSpPr>
              <p:cNvPr id="93" name="Freeform: Shape 92">
                <a:extLst>
                  <a:ext uri="{FF2B5EF4-FFF2-40B4-BE49-F238E27FC236}">
                    <a16:creationId xmlns:a16="http://schemas.microsoft.com/office/drawing/2014/main" id="{2923A1F1-0412-7F44-86B1-01827A1DA04F}"/>
                  </a:ext>
                </a:extLst>
              </p:cNvPr>
              <p:cNvSpPr/>
              <p:nvPr/>
            </p:nvSpPr>
            <p:spPr>
              <a:xfrm>
                <a:off x="8795819" y="5654969"/>
                <a:ext cx="1773691" cy="108514"/>
              </a:xfrm>
              <a:custGeom>
                <a:avLst/>
                <a:gdLst>
                  <a:gd name="connsiteX0" fmla="*/ 1773692 w 1773691"/>
                  <a:gd name="connsiteY0" fmla="*/ 54257 h 108514"/>
                  <a:gd name="connsiteX1" fmla="*/ 886846 w 1773691"/>
                  <a:gd name="connsiteY1" fmla="*/ 108514 h 108514"/>
                  <a:gd name="connsiteX2" fmla="*/ 0 w 1773691"/>
                  <a:gd name="connsiteY2" fmla="*/ 54257 h 108514"/>
                  <a:gd name="connsiteX3" fmla="*/ 886846 w 1773691"/>
                  <a:gd name="connsiteY3" fmla="*/ 0 h 108514"/>
                  <a:gd name="connsiteX4" fmla="*/ 1773692 w 1773691"/>
                  <a:gd name="connsiteY4" fmla="*/ 54257 h 108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3691" h="108514">
                    <a:moveTo>
                      <a:pt x="1773692" y="54257"/>
                    </a:moveTo>
                    <a:cubicBezTo>
                      <a:pt x="1773692" y="84222"/>
                      <a:pt x="1376638" y="108514"/>
                      <a:pt x="886846" y="108514"/>
                    </a:cubicBezTo>
                    <a:cubicBezTo>
                      <a:pt x="397055" y="108514"/>
                      <a:pt x="0" y="84222"/>
                      <a:pt x="0" y="54257"/>
                    </a:cubicBezTo>
                    <a:cubicBezTo>
                      <a:pt x="0" y="24292"/>
                      <a:pt x="397054" y="0"/>
                      <a:pt x="886846" y="0"/>
                    </a:cubicBezTo>
                    <a:cubicBezTo>
                      <a:pt x="1376637" y="0"/>
                      <a:pt x="1773692" y="24292"/>
                      <a:pt x="1773692" y="54257"/>
                    </a:cubicBezTo>
                    <a:close/>
                  </a:path>
                </a:pathLst>
              </a:custGeom>
              <a:solidFill>
                <a:srgbClr val="F7CC7F"/>
              </a:solidFill>
              <a:ln w="3428" cap="flat">
                <a:noFill/>
                <a:prstDash val="solid"/>
                <a:miter/>
              </a:ln>
            </p:spPr>
            <p:txBody>
              <a:bodyPr rtlCol="0" anchor="ctr"/>
              <a:lstStyle/>
              <a:p>
                <a:endParaRPr lang="en-IN"/>
              </a:p>
            </p:txBody>
          </p:sp>
        </p:grpSp>
        <p:grpSp>
          <p:nvGrpSpPr>
            <p:cNvPr id="94" name="Graphic 2">
              <a:extLst>
                <a:ext uri="{FF2B5EF4-FFF2-40B4-BE49-F238E27FC236}">
                  <a16:creationId xmlns:a16="http://schemas.microsoft.com/office/drawing/2014/main" id="{A1DE690F-2165-B259-4CA5-8B98F3403FD4}"/>
                </a:ext>
              </a:extLst>
            </p:cNvPr>
            <p:cNvGrpSpPr/>
            <p:nvPr/>
          </p:nvGrpSpPr>
          <p:grpSpPr>
            <a:xfrm>
              <a:off x="8482950" y="5340540"/>
              <a:ext cx="2153902" cy="426708"/>
              <a:chOff x="8482950" y="5340540"/>
              <a:chExt cx="2153902" cy="426708"/>
            </a:xfrm>
          </p:grpSpPr>
          <p:sp>
            <p:nvSpPr>
              <p:cNvPr id="95" name="Freeform: Shape 94">
                <a:extLst>
                  <a:ext uri="{FF2B5EF4-FFF2-40B4-BE49-F238E27FC236}">
                    <a16:creationId xmlns:a16="http://schemas.microsoft.com/office/drawing/2014/main" id="{9458A088-A29F-82F2-DD70-F119AFAF3F74}"/>
                  </a:ext>
                </a:extLst>
              </p:cNvPr>
              <p:cNvSpPr/>
              <p:nvPr/>
            </p:nvSpPr>
            <p:spPr>
              <a:xfrm>
                <a:off x="8482953" y="5421636"/>
                <a:ext cx="2153899" cy="345608"/>
              </a:xfrm>
              <a:custGeom>
                <a:avLst/>
                <a:gdLst>
                  <a:gd name="connsiteX0" fmla="*/ 2153899 w 2153899"/>
                  <a:gd name="connsiteY0" fmla="*/ 0 h 345608"/>
                  <a:gd name="connsiteX1" fmla="*/ 2153899 w 2153899"/>
                  <a:gd name="connsiteY1" fmla="*/ 267352 h 345608"/>
                  <a:gd name="connsiteX2" fmla="*/ 1076953 w 2153899"/>
                  <a:gd name="connsiteY2" fmla="*/ 345609 h 345608"/>
                  <a:gd name="connsiteX3" fmla="*/ 0 w 2153899"/>
                  <a:gd name="connsiteY3" fmla="*/ 267352 h 345608"/>
                  <a:gd name="connsiteX4" fmla="*/ 0 w 2153899"/>
                  <a:gd name="connsiteY4" fmla="*/ 0 h 345608"/>
                  <a:gd name="connsiteX5" fmla="*/ 2153899 w 2153899"/>
                  <a:gd name="connsiteY5" fmla="*/ 0 h 345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3899" h="345608">
                    <a:moveTo>
                      <a:pt x="2153899" y="0"/>
                    </a:moveTo>
                    <a:lnTo>
                      <a:pt x="2153899" y="267352"/>
                    </a:lnTo>
                    <a:cubicBezTo>
                      <a:pt x="2153899" y="310571"/>
                      <a:pt x="1671734" y="345609"/>
                      <a:pt x="1076953" y="345609"/>
                    </a:cubicBezTo>
                    <a:cubicBezTo>
                      <a:pt x="482169" y="345609"/>
                      <a:pt x="0" y="310571"/>
                      <a:pt x="0" y="267352"/>
                    </a:cubicBezTo>
                    <a:lnTo>
                      <a:pt x="0" y="0"/>
                    </a:lnTo>
                    <a:lnTo>
                      <a:pt x="2153899" y="0"/>
                    </a:lnTo>
                    <a:close/>
                  </a:path>
                </a:pathLst>
              </a:custGeom>
              <a:solidFill>
                <a:srgbClr val="E59F39"/>
              </a:solidFill>
              <a:ln w="3428" cap="flat">
                <a:noFill/>
                <a:prstDash val="solid"/>
                <a:miter/>
              </a:ln>
            </p:spPr>
            <p:txBody>
              <a:bodyPr rtlCol="0" anchor="ctr"/>
              <a:lstStyle/>
              <a:p>
                <a:endParaRPr lang="en-IN"/>
              </a:p>
            </p:txBody>
          </p:sp>
          <p:grpSp>
            <p:nvGrpSpPr>
              <p:cNvPr id="96" name="Graphic 2">
                <a:extLst>
                  <a:ext uri="{FF2B5EF4-FFF2-40B4-BE49-F238E27FC236}">
                    <a16:creationId xmlns:a16="http://schemas.microsoft.com/office/drawing/2014/main" id="{F547D104-8665-C072-6753-E6020B561FBE}"/>
                  </a:ext>
                </a:extLst>
              </p:cNvPr>
              <p:cNvGrpSpPr/>
              <p:nvPr/>
            </p:nvGrpSpPr>
            <p:grpSpPr>
              <a:xfrm>
                <a:off x="8482950" y="5421636"/>
                <a:ext cx="2153902" cy="345612"/>
                <a:chOff x="8482950" y="5421636"/>
                <a:chExt cx="2153902" cy="345612"/>
              </a:xfrm>
              <a:solidFill>
                <a:srgbClr val="EAB054"/>
              </a:solidFill>
            </p:grpSpPr>
            <p:sp>
              <p:nvSpPr>
                <p:cNvPr id="97" name="Freeform: Shape 96">
                  <a:extLst>
                    <a:ext uri="{FF2B5EF4-FFF2-40B4-BE49-F238E27FC236}">
                      <a16:creationId xmlns:a16="http://schemas.microsoft.com/office/drawing/2014/main" id="{DEBD2CD5-4869-E30D-20EB-77C7150CF25F}"/>
                    </a:ext>
                  </a:extLst>
                </p:cNvPr>
                <p:cNvSpPr/>
                <p:nvPr/>
              </p:nvSpPr>
              <p:spPr>
                <a:xfrm>
                  <a:off x="9857485" y="5421636"/>
                  <a:ext cx="779367" cy="342584"/>
                </a:xfrm>
                <a:custGeom>
                  <a:avLst/>
                  <a:gdLst>
                    <a:gd name="connsiteX0" fmla="*/ 0 w 779367"/>
                    <a:gd name="connsiteY0" fmla="*/ 342584 h 342584"/>
                    <a:gd name="connsiteX1" fmla="*/ 0 w 779367"/>
                    <a:gd name="connsiteY1" fmla="*/ 0 h 342584"/>
                    <a:gd name="connsiteX2" fmla="*/ 779368 w 779367"/>
                    <a:gd name="connsiteY2" fmla="*/ 0 h 342584"/>
                    <a:gd name="connsiteX3" fmla="*/ 779368 w 779367"/>
                    <a:gd name="connsiteY3" fmla="*/ 267352 h 342584"/>
                    <a:gd name="connsiteX4" fmla="*/ 0 w 779367"/>
                    <a:gd name="connsiteY4" fmla="*/ 342584 h 342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9367" h="342584">
                      <a:moveTo>
                        <a:pt x="0" y="342584"/>
                      </a:moveTo>
                      <a:lnTo>
                        <a:pt x="0" y="0"/>
                      </a:lnTo>
                      <a:lnTo>
                        <a:pt x="779368" y="0"/>
                      </a:lnTo>
                      <a:lnTo>
                        <a:pt x="779368" y="267352"/>
                      </a:lnTo>
                      <a:cubicBezTo>
                        <a:pt x="779368" y="303072"/>
                        <a:pt x="450043" y="333203"/>
                        <a:pt x="0" y="342584"/>
                      </a:cubicBezTo>
                      <a:close/>
                    </a:path>
                  </a:pathLst>
                </a:custGeom>
                <a:solidFill>
                  <a:srgbClr val="EAB054"/>
                </a:solidFill>
                <a:ln w="3428" cap="flat">
                  <a:noFill/>
                  <a:prstDash val="solid"/>
                  <a:miter/>
                </a:ln>
              </p:spPr>
              <p:txBody>
                <a:bodyPr rtlCol="0" anchor="ctr"/>
                <a:lstStyle/>
                <a:p>
                  <a:endParaRPr lang="en-IN"/>
                </a:p>
              </p:txBody>
            </p:sp>
            <p:sp>
              <p:nvSpPr>
                <p:cNvPr id="98" name="Freeform: Shape 97">
                  <a:extLst>
                    <a:ext uri="{FF2B5EF4-FFF2-40B4-BE49-F238E27FC236}">
                      <a16:creationId xmlns:a16="http://schemas.microsoft.com/office/drawing/2014/main" id="{4644DBB2-0389-5E74-EA48-1DF61CC0393A}"/>
                    </a:ext>
                  </a:extLst>
                </p:cNvPr>
                <p:cNvSpPr/>
                <p:nvPr/>
              </p:nvSpPr>
              <p:spPr>
                <a:xfrm>
                  <a:off x="9178533" y="5421639"/>
                  <a:ext cx="642677" cy="345609"/>
                </a:xfrm>
                <a:custGeom>
                  <a:avLst/>
                  <a:gdLst>
                    <a:gd name="connsiteX0" fmla="*/ 642677 w 642677"/>
                    <a:gd name="connsiteY0" fmla="*/ 343291 h 345609"/>
                    <a:gd name="connsiteX1" fmla="*/ 381373 w 642677"/>
                    <a:gd name="connsiteY1" fmla="*/ 345609 h 345609"/>
                    <a:gd name="connsiteX2" fmla="*/ 0 w 642677"/>
                    <a:gd name="connsiteY2" fmla="*/ 340561 h 345609"/>
                    <a:gd name="connsiteX3" fmla="*/ 0 w 642677"/>
                    <a:gd name="connsiteY3" fmla="*/ 0 h 345609"/>
                    <a:gd name="connsiteX4" fmla="*/ 642677 w 642677"/>
                    <a:gd name="connsiteY4" fmla="*/ 0 h 345609"/>
                    <a:gd name="connsiteX5" fmla="*/ 642677 w 642677"/>
                    <a:gd name="connsiteY5" fmla="*/ 343291 h 345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2677" h="345609">
                      <a:moveTo>
                        <a:pt x="642677" y="343291"/>
                      </a:moveTo>
                      <a:cubicBezTo>
                        <a:pt x="559017" y="344803"/>
                        <a:pt x="471484" y="345609"/>
                        <a:pt x="381373" y="345609"/>
                      </a:cubicBezTo>
                      <a:cubicBezTo>
                        <a:pt x="247091" y="345609"/>
                        <a:pt x="118554" y="343823"/>
                        <a:pt x="0" y="340561"/>
                      </a:cubicBezTo>
                      <a:lnTo>
                        <a:pt x="0" y="0"/>
                      </a:lnTo>
                      <a:lnTo>
                        <a:pt x="642677" y="0"/>
                      </a:lnTo>
                      <a:lnTo>
                        <a:pt x="642677" y="343291"/>
                      </a:lnTo>
                      <a:close/>
                    </a:path>
                  </a:pathLst>
                </a:custGeom>
                <a:solidFill>
                  <a:srgbClr val="EAB054"/>
                </a:solidFill>
                <a:ln w="3428" cap="flat">
                  <a:noFill/>
                  <a:prstDash val="solid"/>
                  <a:miter/>
                </a:ln>
              </p:spPr>
              <p:txBody>
                <a:bodyPr rtlCol="0" anchor="ctr"/>
                <a:lstStyle/>
                <a:p>
                  <a:endParaRPr lang="en-IN"/>
                </a:p>
              </p:txBody>
            </p:sp>
            <p:sp>
              <p:nvSpPr>
                <p:cNvPr id="99" name="Freeform: Shape 98">
                  <a:extLst>
                    <a:ext uri="{FF2B5EF4-FFF2-40B4-BE49-F238E27FC236}">
                      <a16:creationId xmlns:a16="http://schemas.microsoft.com/office/drawing/2014/main" id="{8C8392E8-899E-E82E-8B91-C87B69314B69}"/>
                    </a:ext>
                  </a:extLst>
                </p:cNvPr>
                <p:cNvSpPr/>
                <p:nvPr/>
              </p:nvSpPr>
              <p:spPr>
                <a:xfrm>
                  <a:off x="8482950" y="5421639"/>
                  <a:ext cx="652432" cy="339296"/>
                </a:xfrm>
                <a:custGeom>
                  <a:avLst/>
                  <a:gdLst>
                    <a:gd name="connsiteX0" fmla="*/ 652433 w 652432"/>
                    <a:gd name="connsiteY0" fmla="*/ 339296 h 339296"/>
                    <a:gd name="connsiteX1" fmla="*/ 0 w 652432"/>
                    <a:gd name="connsiteY1" fmla="*/ 267352 h 339296"/>
                    <a:gd name="connsiteX2" fmla="*/ 0 w 652432"/>
                    <a:gd name="connsiteY2" fmla="*/ 0 h 339296"/>
                    <a:gd name="connsiteX3" fmla="*/ 652433 w 652432"/>
                    <a:gd name="connsiteY3" fmla="*/ 0 h 339296"/>
                    <a:gd name="connsiteX4" fmla="*/ 652433 w 652432"/>
                    <a:gd name="connsiteY4" fmla="*/ 339296 h 339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2432" h="339296">
                      <a:moveTo>
                        <a:pt x="652433" y="339296"/>
                      </a:moveTo>
                      <a:cubicBezTo>
                        <a:pt x="268738" y="327326"/>
                        <a:pt x="0" y="299619"/>
                        <a:pt x="0" y="267352"/>
                      </a:cubicBezTo>
                      <a:lnTo>
                        <a:pt x="0" y="0"/>
                      </a:lnTo>
                      <a:lnTo>
                        <a:pt x="652433" y="0"/>
                      </a:lnTo>
                      <a:lnTo>
                        <a:pt x="652433" y="339296"/>
                      </a:lnTo>
                      <a:close/>
                    </a:path>
                  </a:pathLst>
                </a:custGeom>
                <a:solidFill>
                  <a:srgbClr val="EAB054"/>
                </a:solidFill>
                <a:ln w="3428" cap="flat">
                  <a:noFill/>
                  <a:prstDash val="solid"/>
                  <a:miter/>
                </a:ln>
              </p:spPr>
              <p:txBody>
                <a:bodyPr rtlCol="0" anchor="ctr"/>
                <a:lstStyle/>
                <a:p>
                  <a:endParaRPr lang="en-IN"/>
                </a:p>
              </p:txBody>
            </p:sp>
          </p:grpSp>
          <p:sp>
            <p:nvSpPr>
              <p:cNvPr id="100" name="Freeform: Shape 99">
                <a:extLst>
                  <a:ext uri="{FF2B5EF4-FFF2-40B4-BE49-F238E27FC236}">
                    <a16:creationId xmlns:a16="http://schemas.microsoft.com/office/drawing/2014/main" id="{D5AB7EBE-E5C8-59EA-A0EA-568C9F3AF416}"/>
                  </a:ext>
                </a:extLst>
              </p:cNvPr>
              <p:cNvSpPr/>
              <p:nvPr/>
            </p:nvSpPr>
            <p:spPr>
              <a:xfrm>
                <a:off x="8482953" y="5340540"/>
                <a:ext cx="2153898" cy="156513"/>
              </a:xfrm>
              <a:custGeom>
                <a:avLst/>
                <a:gdLst>
                  <a:gd name="connsiteX0" fmla="*/ 2153899 w 2153898"/>
                  <a:gd name="connsiteY0" fmla="*/ 78257 h 156513"/>
                  <a:gd name="connsiteX1" fmla="*/ 1076949 w 2153898"/>
                  <a:gd name="connsiteY1" fmla="*/ 156513 h 156513"/>
                  <a:gd name="connsiteX2" fmla="*/ 0 w 2153898"/>
                  <a:gd name="connsiteY2" fmla="*/ 78257 h 156513"/>
                  <a:gd name="connsiteX3" fmla="*/ 1076949 w 2153898"/>
                  <a:gd name="connsiteY3" fmla="*/ 0 h 156513"/>
                  <a:gd name="connsiteX4" fmla="*/ 2153899 w 2153898"/>
                  <a:gd name="connsiteY4" fmla="*/ 78257 h 1565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3898" h="156513">
                    <a:moveTo>
                      <a:pt x="2153899" y="78257"/>
                    </a:moveTo>
                    <a:cubicBezTo>
                      <a:pt x="2153899" y="121477"/>
                      <a:pt x="1671733" y="156513"/>
                      <a:pt x="1076949" y="156513"/>
                    </a:cubicBezTo>
                    <a:cubicBezTo>
                      <a:pt x="482167" y="156513"/>
                      <a:pt x="0" y="121477"/>
                      <a:pt x="0" y="78257"/>
                    </a:cubicBezTo>
                    <a:cubicBezTo>
                      <a:pt x="0" y="35037"/>
                      <a:pt x="482166" y="0"/>
                      <a:pt x="1076949" y="0"/>
                    </a:cubicBezTo>
                    <a:cubicBezTo>
                      <a:pt x="1671732" y="0"/>
                      <a:pt x="2153899" y="35037"/>
                      <a:pt x="2153899" y="78257"/>
                    </a:cubicBezTo>
                    <a:close/>
                  </a:path>
                </a:pathLst>
              </a:custGeom>
              <a:solidFill>
                <a:srgbClr val="E59F39"/>
              </a:solidFill>
              <a:ln w="3428" cap="flat">
                <a:noFill/>
                <a:prstDash val="solid"/>
                <a:miter/>
              </a:ln>
            </p:spPr>
            <p:txBody>
              <a:bodyPr rtlCol="0" anchor="ctr"/>
              <a:lstStyle/>
              <a:p>
                <a:endParaRPr lang="en-IN"/>
              </a:p>
            </p:txBody>
          </p:sp>
          <p:sp>
            <p:nvSpPr>
              <p:cNvPr id="101" name="Freeform: Shape 100">
                <a:extLst>
                  <a:ext uri="{FF2B5EF4-FFF2-40B4-BE49-F238E27FC236}">
                    <a16:creationId xmlns:a16="http://schemas.microsoft.com/office/drawing/2014/main" id="{5057FDA6-B560-E9C4-11EB-CB5ABAC50307}"/>
                  </a:ext>
                </a:extLst>
              </p:cNvPr>
              <p:cNvSpPr/>
              <p:nvPr/>
            </p:nvSpPr>
            <p:spPr>
              <a:xfrm>
                <a:off x="8673061" y="5364540"/>
                <a:ext cx="1773684" cy="108514"/>
              </a:xfrm>
              <a:custGeom>
                <a:avLst/>
                <a:gdLst>
                  <a:gd name="connsiteX0" fmla="*/ 1773685 w 1773684"/>
                  <a:gd name="connsiteY0" fmla="*/ 54257 h 108514"/>
                  <a:gd name="connsiteX1" fmla="*/ 886843 w 1773684"/>
                  <a:gd name="connsiteY1" fmla="*/ 108514 h 108514"/>
                  <a:gd name="connsiteX2" fmla="*/ 1 w 1773684"/>
                  <a:gd name="connsiteY2" fmla="*/ 54257 h 108514"/>
                  <a:gd name="connsiteX3" fmla="*/ 886843 w 1773684"/>
                  <a:gd name="connsiteY3" fmla="*/ 0 h 108514"/>
                  <a:gd name="connsiteX4" fmla="*/ 1773685 w 1773684"/>
                  <a:gd name="connsiteY4" fmla="*/ 54257 h 108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3684" h="108514">
                    <a:moveTo>
                      <a:pt x="1773685" y="54257"/>
                    </a:moveTo>
                    <a:cubicBezTo>
                      <a:pt x="1773685" y="84222"/>
                      <a:pt x="1376632" y="108514"/>
                      <a:pt x="886843" y="108514"/>
                    </a:cubicBezTo>
                    <a:cubicBezTo>
                      <a:pt x="397054" y="108514"/>
                      <a:pt x="1" y="84222"/>
                      <a:pt x="1" y="54257"/>
                    </a:cubicBezTo>
                    <a:cubicBezTo>
                      <a:pt x="1" y="24292"/>
                      <a:pt x="397054" y="0"/>
                      <a:pt x="886843" y="0"/>
                    </a:cubicBezTo>
                    <a:cubicBezTo>
                      <a:pt x="1376632" y="0"/>
                      <a:pt x="1773685" y="24292"/>
                      <a:pt x="1773685" y="54257"/>
                    </a:cubicBezTo>
                    <a:close/>
                  </a:path>
                </a:pathLst>
              </a:custGeom>
              <a:solidFill>
                <a:srgbClr val="F7CC7F"/>
              </a:solidFill>
              <a:ln w="3428" cap="flat">
                <a:noFill/>
                <a:prstDash val="solid"/>
                <a:miter/>
              </a:ln>
            </p:spPr>
            <p:txBody>
              <a:bodyPr rtlCol="0" anchor="ctr"/>
              <a:lstStyle/>
              <a:p>
                <a:endParaRPr lang="en-IN"/>
              </a:p>
            </p:txBody>
          </p:sp>
        </p:grpSp>
        <p:grpSp>
          <p:nvGrpSpPr>
            <p:cNvPr id="102" name="Graphic 2">
              <a:extLst>
                <a:ext uri="{FF2B5EF4-FFF2-40B4-BE49-F238E27FC236}">
                  <a16:creationId xmlns:a16="http://schemas.microsoft.com/office/drawing/2014/main" id="{9E0B43F3-6FB7-0D21-B92F-0A43BF2ABEEC}"/>
                </a:ext>
              </a:extLst>
            </p:cNvPr>
            <p:cNvGrpSpPr/>
            <p:nvPr/>
          </p:nvGrpSpPr>
          <p:grpSpPr>
            <a:xfrm>
              <a:off x="8605715" y="5054092"/>
              <a:ext cx="2153902" cy="426707"/>
              <a:chOff x="8605715" y="5054092"/>
              <a:chExt cx="2153902" cy="426707"/>
            </a:xfrm>
          </p:grpSpPr>
          <p:sp>
            <p:nvSpPr>
              <p:cNvPr id="103" name="Freeform: Shape 102">
                <a:extLst>
                  <a:ext uri="{FF2B5EF4-FFF2-40B4-BE49-F238E27FC236}">
                    <a16:creationId xmlns:a16="http://schemas.microsoft.com/office/drawing/2014/main" id="{71D96B47-7BB2-DE80-CA1D-2BF3A7F4366E}"/>
                  </a:ext>
                </a:extLst>
              </p:cNvPr>
              <p:cNvSpPr/>
              <p:nvPr/>
            </p:nvSpPr>
            <p:spPr>
              <a:xfrm>
                <a:off x="8605718" y="5135188"/>
                <a:ext cx="2153899" cy="345611"/>
              </a:xfrm>
              <a:custGeom>
                <a:avLst/>
                <a:gdLst>
                  <a:gd name="connsiteX0" fmla="*/ 2153899 w 2153899"/>
                  <a:gd name="connsiteY0" fmla="*/ 0 h 345611"/>
                  <a:gd name="connsiteX1" fmla="*/ 2153899 w 2153899"/>
                  <a:gd name="connsiteY1" fmla="*/ 267352 h 345611"/>
                  <a:gd name="connsiteX2" fmla="*/ 1076950 w 2153899"/>
                  <a:gd name="connsiteY2" fmla="*/ 345612 h 345611"/>
                  <a:gd name="connsiteX3" fmla="*/ 0 w 2153899"/>
                  <a:gd name="connsiteY3" fmla="*/ 267352 h 345611"/>
                  <a:gd name="connsiteX4" fmla="*/ 0 w 2153899"/>
                  <a:gd name="connsiteY4" fmla="*/ 0 h 345611"/>
                  <a:gd name="connsiteX5" fmla="*/ 2153899 w 2153899"/>
                  <a:gd name="connsiteY5" fmla="*/ 0 h 34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3899" h="345611">
                    <a:moveTo>
                      <a:pt x="2153899" y="0"/>
                    </a:moveTo>
                    <a:lnTo>
                      <a:pt x="2153899" y="267352"/>
                    </a:lnTo>
                    <a:cubicBezTo>
                      <a:pt x="2153899" y="310571"/>
                      <a:pt x="1671734" y="345612"/>
                      <a:pt x="1076950" y="345612"/>
                    </a:cubicBezTo>
                    <a:cubicBezTo>
                      <a:pt x="482165" y="345612"/>
                      <a:pt x="0" y="310571"/>
                      <a:pt x="0" y="267352"/>
                    </a:cubicBezTo>
                    <a:lnTo>
                      <a:pt x="0" y="0"/>
                    </a:lnTo>
                    <a:lnTo>
                      <a:pt x="2153899" y="0"/>
                    </a:lnTo>
                    <a:close/>
                  </a:path>
                </a:pathLst>
              </a:custGeom>
              <a:solidFill>
                <a:srgbClr val="E59F39"/>
              </a:solidFill>
              <a:ln w="3428" cap="flat">
                <a:noFill/>
                <a:prstDash val="solid"/>
                <a:miter/>
              </a:ln>
            </p:spPr>
            <p:txBody>
              <a:bodyPr rtlCol="0" anchor="ctr"/>
              <a:lstStyle/>
              <a:p>
                <a:endParaRPr lang="en-IN"/>
              </a:p>
            </p:txBody>
          </p:sp>
          <p:grpSp>
            <p:nvGrpSpPr>
              <p:cNvPr id="104" name="Graphic 2">
                <a:extLst>
                  <a:ext uri="{FF2B5EF4-FFF2-40B4-BE49-F238E27FC236}">
                    <a16:creationId xmlns:a16="http://schemas.microsoft.com/office/drawing/2014/main" id="{A7151E7F-960B-1AA6-58EB-49B2E54D9655}"/>
                  </a:ext>
                </a:extLst>
              </p:cNvPr>
              <p:cNvGrpSpPr/>
              <p:nvPr/>
            </p:nvGrpSpPr>
            <p:grpSpPr>
              <a:xfrm>
                <a:off x="8605715" y="5135188"/>
                <a:ext cx="2153902" cy="345611"/>
                <a:chOff x="8605715" y="5135188"/>
                <a:chExt cx="2153902" cy="345611"/>
              </a:xfrm>
              <a:solidFill>
                <a:srgbClr val="EAB054"/>
              </a:solidFill>
            </p:grpSpPr>
            <p:sp>
              <p:nvSpPr>
                <p:cNvPr id="105" name="Freeform: Shape 104">
                  <a:extLst>
                    <a:ext uri="{FF2B5EF4-FFF2-40B4-BE49-F238E27FC236}">
                      <a16:creationId xmlns:a16="http://schemas.microsoft.com/office/drawing/2014/main" id="{8CD60B5D-DD21-1C9A-2D84-F11A951C4B7B}"/>
                    </a:ext>
                  </a:extLst>
                </p:cNvPr>
                <p:cNvSpPr/>
                <p:nvPr/>
              </p:nvSpPr>
              <p:spPr>
                <a:xfrm>
                  <a:off x="9980246" y="5135188"/>
                  <a:ext cx="779370" cy="342584"/>
                </a:xfrm>
                <a:custGeom>
                  <a:avLst/>
                  <a:gdLst>
                    <a:gd name="connsiteX0" fmla="*/ 0 w 779370"/>
                    <a:gd name="connsiteY0" fmla="*/ 342584 h 342584"/>
                    <a:gd name="connsiteX1" fmla="*/ 0 w 779370"/>
                    <a:gd name="connsiteY1" fmla="*/ 0 h 342584"/>
                    <a:gd name="connsiteX2" fmla="*/ 779371 w 779370"/>
                    <a:gd name="connsiteY2" fmla="*/ 0 h 342584"/>
                    <a:gd name="connsiteX3" fmla="*/ 779371 w 779370"/>
                    <a:gd name="connsiteY3" fmla="*/ 267352 h 342584"/>
                    <a:gd name="connsiteX4" fmla="*/ 0 w 779370"/>
                    <a:gd name="connsiteY4" fmla="*/ 342584 h 342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9370" h="342584">
                      <a:moveTo>
                        <a:pt x="0" y="342584"/>
                      </a:moveTo>
                      <a:lnTo>
                        <a:pt x="0" y="0"/>
                      </a:lnTo>
                      <a:lnTo>
                        <a:pt x="779371" y="0"/>
                      </a:lnTo>
                      <a:lnTo>
                        <a:pt x="779371" y="267352"/>
                      </a:lnTo>
                      <a:cubicBezTo>
                        <a:pt x="779371" y="303072"/>
                        <a:pt x="450050" y="333203"/>
                        <a:pt x="0" y="342584"/>
                      </a:cubicBezTo>
                      <a:close/>
                    </a:path>
                  </a:pathLst>
                </a:custGeom>
                <a:solidFill>
                  <a:srgbClr val="EAB054"/>
                </a:solidFill>
                <a:ln w="3428" cap="flat">
                  <a:noFill/>
                  <a:prstDash val="solid"/>
                  <a:miter/>
                </a:ln>
              </p:spPr>
              <p:txBody>
                <a:bodyPr rtlCol="0" anchor="ctr"/>
                <a:lstStyle/>
                <a:p>
                  <a:endParaRPr lang="en-IN"/>
                </a:p>
              </p:txBody>
            </p:sp>
            <p:sp>
              <p:nvSpPr>
                <p:cNvPr id="106" name="Freeform: Shape 105">
                  <a:extLst>
                    <a:ext uri="{FF2B5EF4-FFF2-40B4-BE49-F238E27FC236}">
                      <a16:creationId xmlns:a16="http://schemas.microsoft.com/office/drawing/2014/main" id="{8AD58DCB-3611-77AF-4596-FA96F3C6121E}"/>
                    </a:ext>
                  </a:extLst>
                </p:cNvPr>
                <p:cNvSpPr/>
                <p:nvPr/>
              </p:nvSpPr>
              <p:spPr>
                <a:xfrm>
                  <a:off x="9301298" y="5135188"/>
                  <a:ext cx="642677" cy="345611"/>
                </a:xfrm>
                <a:custGeom>
                  <a:avLst/>
                  <a:gdLst>
                    <a:gd name="connsiteX0" fmla="*/ 642677 w 642677"/>
                    <a:gd name="connsiteY0" fmla="*/ 343291 h 345611"/>
                    <a:gd name="connsiteX1" fmla="*/ 381370 w 642677"/>
                    <a:gd name="connsiteY1" fmla="*/ 345612 h 345611"/>
                    <a:gd name="connsiteX2" fmla="*/ 0 w 642677"/>
                    <a:gd name="connsiteY2" fmla="*/ 340561 h 345611"/>
                    <a:gd name="connsiteX3" fmla="*/ 0 w 642677"/>
                    <a:gd name="connsiteY3" fmla="*/ 0 h 345611"/>
                    <a:gd name="connsiteX4" fmla="*/ 642677 w 642677"/>
                    <a:gd name="connsiteY4" fmla="*/ 0 h 345611"/>
                    <a:gd name="connsiteX5" fmla="*/ 642677 w 642677"/>
                    <a:gd name="connsiteY5" fmla="*/ 343291 h 34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2677" h="345611">
                      <a:moveTo>
                        <a:pt x="642677" y="343291"/>
                      </a:moveTo>
                      <a:cubicBezTo>
                        <a:pt x="559017" y="344803"/>
                        <a:pt x="471488" y="345612"/>
                        <a:pt x="381370" y="345612"/>
                      </a:cubicBezTo>
                      <a:cubicBezTo>
                        <a:pt x="247091" y="345612"/>
                        <a:pt x="118551" y="343825"/>
                        <a:pt x="0" y="340561"/>
                      </a:cubicBezTo>
                      <a:lnTo>
                        <a:pt x="0" y="0"/>
                      </a:lnTo>
                      <a:lnTo>
                        <a:pt x="642677" y="0"/>
                      </a:lnTo>
                      <a:lnTo>
                        <a:pt x="642677" y="343291"/>
                      </a:lnTo>
                      <a:close/>
                    </a:path>
                  </a:pathLst>
                </a:custGeom>
                <a:solidFill>
                  <a:srgbClr val="EAB054"/>
                </a:solidFill>
                <a:ln w="3428" cap="flat">
                  <a:noFill/>
                  <a:prstDash val="solid"/>
                  <a:miter/>
                </a:ln>
              </p:spPr>
              <p:txBody>
                <a:bodyPr rtlCol="0" anchor="ctr"/>
                <a:lstStyle/>
                <a:p>
                  <a:endParaRPr lang="en-IN"/>
                </a:p>
              </p:txBody>
            </p:sp>
            <p:sp>
              <p:nvSpPr>
                <p:cNvPr id="107" name="Freeform: Shape 106">
                  <a:extLst>
                    <a:ext uri="{FF2B5EF4-FFF2-40B4-BE49-F238E27FC236}">
                      <a16:creationId xmlns:a16="http://schemas.microsoft.com/office/drawing/2014/main" id="{29EA1EE3-279C-4449-F897-EE3A6C939E9C}"/>
                    </a:ext>
                  </a:extLst>
                </p:cNvPr>
                <p:cNvSpPr/>
                <p:nvPr/>
              </p:nvSpPr>
              <p:spPr>
                <a:xfrm>
                  <a:off x="8605715" y="5135188"/>
                  <a:ext cx="652432" cy="339296"/>
                </a:xfrm>
                <a:custGeom>
                  <a:avLst/>
                  <a:gdLst>
                    <a:gd name="connsiteX0" fmla="*/ 652433 w 652432"/>
                    <a:gd name="connsiteY0" fmla="*/ 339296 h 339296"/>
                    <a:gd name="connsiteX1" fmla="*/ 0 w 652432"/>
                    <a:gd name="connsiteY1" fmla="*/ 267352 h 339296"/>
                    <a:gd name="connsiteX2" fmla="*/ 0 w 652432"/>
                    <a:gd name="connsiteY2" fmla="*/ 0 h 339296"/>
                    <a:gd name="connsiteX3" fmla="*/ 652433 w 652432"/>
                    <a:gd name="connsiteY3" fmla="*/ 0 h 339296"/>
                    <a:gd name="connsiteX4" fmla="*/ 652433 w 652432"/>
                    <a:gd name="connsiteY4" fmla="*/ 339296 h 339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2432" h="339296">
                      <a:moveTo>
                        <a:pt x="652433" y="339296"/>
                      </a:moveTo>
                      <a:cubicBezTo>
                        <a:pt x="268734" y="327326"/>
                        <a:pt x="0" y="299619"/>
                        <a:pt x="0" y="267352"/>
                      </a:cubicBezTo>
                      <a:lnTo>
                        <a:pt x="0" y="0"/>
                      </a:lnTo>
                      <a:lnTo>
                        <a:pt x="652433" y="0"/>
                      </a:lnTo>
                      <a:lnTo>
                        <a:pt x="652433" y="339296"/>
                      </a:lnTo>
                      <a:close/>
                    </a:path>
                  </a:pathLst>
                </a:custGeom>
                <a:solidFill>
                  <a:srgbClr val="EAB054"/>
                </a:solidFill>
                <a:ln w="3428" cap="flat">
                  <a:noFill/>
                  <a:prstDash val="solid"/>
                  <a:miter/>
                </a:ln>
              </p:spPr>
              <p:txBody>
                <a:bodyPr rtlCol="0" anchor="ctr"/>
                <a:lstStyle/>
                <a:p>
                  <a:endParaRPr lang="en-IN"/>
                </a:p>
              </p:txBody>
            </p:sp>
          </p:grpSp>
          <p:sp>
            <p:nvSpPr>
              <p:cNvPr id="108" name="Freeform: Shape 107">
                <a:extLst>
                  <a:ext uri="{FF2B5EF4-FFF2-40B4-BE49-F238E27FC236}">
                    <a16:creationId xmlns:a16="http://schemas.microsoft.com/office/drawing/2014/main" id="{A89AEB18-94EB-9D46-FE18-6A4ED9B06E45}"/>
                  </a:ext>
                </a:extLst>
              </p:cNvPr>
              <p:cNvSpPr/>
              <p:nvPr/>
            </p:nvSpPr>
            <p:spPr>
              <a:xfrm>
                <a:off x="8605715" y="5054092"/>
                <a:ext cx="2153898" cy="156513"/>
              </a:xfrm>
              <a:custGeom>
                <a:avLst/>
                <a:gdLst>
                  <a:gd name="connsiteX0" fmla="*/ 2153899 w 2153898"/>
                  <a:gd name="connsiteY0" fmla="*/ 78257 h 156513"/>
                  <a:gd name="connsiteX1" fmla="*/ 1076949 w 2153898"/>
                  <a:gd name="connsiteY1" fmla="*/ 156514 h 156513"/>
                  <a:gd name="connsiteX2" fmla="*/ 0 w 2153898"/>
                  <a:gd name="connsiteY2" fmla="*/ 78257 h 156513"/>
                  <a:gd name="connsiteX3" fmla="*/ 1076949 w 2153898"/>
                  <a:gd name="connsiteY3" fmla="*/ 0 h 156513"/>
                  <a:gd name="connsiteX4" fmla="*/ 2153899 w 2153898"/>
                  <a:gd name="connsiteY4" fmla="*/ 78257 h 1565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3898" h="156513">
                    <a:moveTo>
                      <a:pt x="2153899" y="78257"/>
                    </a:moveTo>
                    <a:cubicBezTo>
                      <a:pt x="2153899" y="121477"/>
                      <a:pt x="1671733" y="156514"/>
                      <a:pt x="1076949" y="156514"/>
                    </a:cubicBezTo>
                    <a:cubicBezTo>
                      <a:pt x="482167" y="156514"/>
                      <a:pt x="0" y="121477"/>
                      <a:pt x="0" y="78257"/>
                    </a:cubicBezTo>
                    <a:cubicBezTo>
                      <a:pt x="0" y="35037"/>
                      <a:pt x="482166" y="0"/>
                      <a:pt x="1076949" y="0"/>
                    </a:cubicBezTo>
                    <a:cubicBezTo>
                      <a:pt x="1671732" y="0"/>
                      <a:pt x="2153899" y="35037"/>
                      <a:pt x="2153899" y="78257"/>
                    </a:cubicBezTo>
                    <a:close/>
                  </a:path>
                </a:pathLst>
              </a:custGeom>
              <a:solidFill>
                <a:srgbClr val="E59F39"/>
              </a:solidFill>
              <a:ln w="3428" cap="flat">
                <a:noFill/>
                <a:prstDash val="solid"/>
                <a:miter/>
              </a:ln>
            </p:spPr>
            <p:txBody>
              <a:bodyPr rtlCol="0" anchor="ctr"/>
              <a:lstStyle/>
              <a:p>
                <a:endParaRPr lang="en-IN"/>
              </a:p>
            </p:txBody>
          </p:sp>
          <p:sp>
            <p:nvSpPr>
              <p:cNvPr id="109" name="Freeform: Shape 108">
                <a:extLst>
                  <a:ext uri="{FF2B5EF4-FFF2-40B4-BE49-F238E27FC236}">
                    <a16:creationId xmlns:a16="http://schemas.microsoft.com/office/drawing/2014/main" id="{DF7D26C9-AF7B-F7FB-8CA8-94918C336C2A}"/>
                  </a:ext>
                </a:extLst>
              </p:cNvPr>
              <p:cNvSpPr/>
              <p:nvPr/>
            </p:nvSpPr>
            <p:spPr>
              <a:xfrm>
                <a:off x="8795819" y="5078091"/>
                <a:ext cx="1773691" cy="108514"/>
              </a:xfrm>
              <a:custGeom>
                <a:avLst/>
                <a:gdLst>
                  <a:gd name="connsiteX0" fmla="*/ 1773692 w 1773691"/>
                  <a:gd name="connsiteY0" fmla="*/ 54257 h 108514"/>
                  <a:gd name="connsiteX1" fmla="*/ 886846 w 1773691"/>
                  <a:gd name="connsiteY1" fmla="*/ 108514 h 108514"/>
                  <a:gd name="connsiteX2" fmla="*/ 0 w 1773691"/>
                  <a:gd name="connsiteY2" fmla="*/ 54257 h 108514"/>
                  <a:gd name="connsiteX3" fmla="*/ 886846 w 1773691"/>
                  <a:gd name="connsiteY3" fmla="*/ 0 h 108514"/>
                  <a:gd name="connsiteX4" fmla="*/ 1773692 w 1773691"/>
                  <a:gd name="connsiteY4" fmla="*/ 54257 h 108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3691" h="108514">
                    <a:moveTo>
                      <a:pt x="1773692" y="54257"/>
                    </a:moveTo>
                    <a:cubicBezTo>
                      <a:pt x="1773692" y="84222"/>
                      <a:pt x="1376638" y="108514"/>
                      <a:pt x="886846" y="108514"/>
                    </a:cubicBezTo>
                    <a:cubicBezTo>
                      <a:pt x="397055" y="108514"/>
                      <a:pt x="0" y="84222"/>
                      <a:pt x="0" y="54257"/>
                    </a:cubicBezTo>
                    <a:cubicBezTo>
                      <a:pt x="0" y="24292"/>
                      <a:pt x="397054" y="0"/>
                      <a:pt x="886846" y="0"/>
                    </a:cubicBezTo>
                    <a:cubicBezTo>
                      <a:pt x="1376637" y="0"/>
                      <a:pt x="1773692" y="24292"/>
                      <a:pt x="1773692" y="54257"/>
                    </a:cubicBezTo>
                    <a:close/>
                  </a:path>
                </a:pathLst>
              </a:custGeom>
              <a:solidFill>
                <a:srgbClr val="F7CC7F"/>
              </a:solidFill>
              <a:ln w="3428" cap="flat">
                <a:noFill/>
                <a:prstDash val="solid"/>
                <a:miter/>
              </a:ln>
            </p:spPr>
            <p:txBody>
              <a:bodyPr rtlCol="0" anchor="ctr"/>
              <a:lstStyle/>
              <a:p>
                <a:endParaRPr lang="en-IN"/>
              </a:p>
            </p:txBody>
          </p:sp>
        </p:grpSp>
        <p:grpSp>
          <p:nvGrpSpPr>
            <p:cNvPr id="110" name="Graphic 2">
              <a:extLst>
                <a:ext uri="{FF2B5EF4-FFF2-40B4-BE49-F238E27FC236}">
                  <a16:creationId xmlns:a16="http://schemas.microsoft.com/office/drawing/2014/main" id="{A99E8518-682D-3B85-5DD2-ACBE91DE77EE}"/>
                </a:ext>
              </a:extLst>
            </p:cNvPr>
            <p:cNvGrpSpPr/>
            <p:nvPr/>
          </p:nvGrpSpPr>
          <p:grpSpPr>
            <a:xfrm>
              <a:off x="9376219" y="4278396"/>
              <a:ext cx="1885375" cy="766086"/>
              <a:chOff x="9376219" y="4278396"/>
              <a:chExt cx="1885375" cy="766086"/>
            </a:xfrm>
          </p:grpSpPr>
          <p:sp>
            <p:nvSpPr>
              <p:cNvPr id="111" name="Freeform: Shape 110">
                <a:extLst>
                  <a:ext uri="{FF2B5EF4-FFF2-40B4-BE49-F238E27FC236}">
                    <a16:creationId xmlns:a16="http://schemas.microsoft.com/office/drawing/2014/main" id="{D9BF139B-01A6-122C-A5CB-784D0FF79905}"/>
                  </a:ext>
                </a:extLst>
              </p:cNvPr>
              <p:cNvSpPr/>
              <p:nvPr/>
            </p:nvSpPr>
            <p:spPr>
              <a:xfrm>
                <a:off x="9376219" y="4289116"/>
                <a:ext cx="1884488" cy="755364"/>
              </a:xfrm>
              <a:custGeom>
                <a:avLst/>
                <a:gdLst>
                  <a:gd name="connsiteX0" fmla="*/ 1884489 w 1884488"/>
                  <a:gd name="connsiteY0" fmla="*/ 521191 h 755364"/>
                  <a:gd name="connsiteX1" fmla="*/ 1819797 w 1884488"/>
                  <a:gd name="connsiteY1" fmla="*/ 747045 h 755364"/>
                  <a:gd name="connsiteX2" fmla="*/ 891062 w 1884488"/>
                  <a:gd name="connsiteY2" fmla="*/ 552563 h 755364"/>
                  <a:gd name="connsiteX3" fmla="*/ 201 w 1884488"/>
                  <a:gd name="connsiteY3" fmla="*/ 225854 h 755364"/>
                  <a:gd name="connsiteX4" fmla="*/ 64892 w 1884488"/>
                  <a:gd name="connsiteY4" fmla="*/ 0 h 755364"/>
                  <a:gd name="connsiteX5" fmla="*/ 1884489 w 1884488"/>
                  <a:gd name="connsiteY5" fmla="*/ 521191 h 755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4488" h="755364">
                    <a:moveTo>
                      <a:pt x="1884489" y="521191"/>
                    </a:moveTo>
                    <a:lnTo>
                      <a:pt x="1819797" y="747045"/>
                    </a:lnTo>
                    <a:cubicBezTo>
                      <a:pt x="1809335" y="783557"/>
                      <a:pt x="1393528" y="696485"/>
                      <a:pt x="891062" y="552563"/>
                    </a:cubicBezTo>
                    <a:cubicBezTo>
                      <a:pt x="388597" y="408637"/>
                      <a:pt x="-10257" y="262363"/>
                      <a:pt x="201" y="225854"/>
                    </a:cubicBezTo>
                    <a:lnTo>
                      <a:pt x="64892" y="0"/>
                    </a:lnTo>
                    <a:lnTo>
                      <a:pt x="1884489" y="521191"/>
                    </a:lnTo>
                    <a:close/>
                  </a:path>
                </a:pathLst>
              </a:custGeom>
              <a:solidFill>
                <a:srgbClr val="E59F39"/>
              </a:solidFill>
              <a:ln w="3428" cap="flat">
                <a:noFill/>
                <a:prstDash val="solid"/>
                <a:miter/>
              </a:ln>
            </p:spPr>
            <p:txBody>
              <a:bodyPr rtlCol="0" anchor="ctr"/>
              <a:lstStyle/>
              <a:p>
                <a:endParaRPr lang="en-IN"/>
              </a:p>
            </p:txBody>
          </p:sp>
          <p:grpSp>
            <p:nvGrpSpPr>
              <p:cNvPr id="112" name="Graphic 2">
                <a:extLst>
                  <a:ext uri="{FF2B5EF4-FFF2-40B4-BE49-F238E27FC236}">
                    <a16:creationId xmlns:a16="http://schemas.microsoft.com/office/drawing/2014/main" id="{8B8337D7-8C24-82B6-58B5-4A21C2D46988}"/>
                  </a:ext>
                </a:extLst>
              </p:cNvPr>
              <p:cNvGrpSpPr/>
              <p:nvPr/>
            </p:nvGrpSpPr>
            <p:grpSpPr>
              <a:xfrm>
                <a:off x="9376219" y="4289116"/>
                <a:ext cx="1884488" cy="755366"/>
                <a:chOff x="9376219" y="4289116"/>
                <a:chExt cx="1884488" cy="755366"/>
              </a:xfrm>
              <a:solidFill>
                <a:srgbClr val="EAB054"/>
              </a:solidFill>
            </p:grpSpPr>
            <p:sp>
              <p:nvSpPr>
                <p:cNvPr id="113" name="Freeform: Shape 112">
                  <a:extLst>
                    <a:ext uri="{FF2B5EF4-FFF2-40B4-BE49-F238E27FC236}">
                      <a16:creationId xmlns:a16="http://schemas.microsoft.com/office/drawing/2014/main" id="{96AAE896-04F2-873F-DF64-2E5A160E177C}"/>
                    </a:ext>
                  </a:extLst>
                </p:cNvPr>
                <p:cNvSpPr/>
                <p:nvPr/>
              </p:nvSpPr>
              <p:spPr>
                <a:xfrm>
                  <a:off x="10519406" y="4621719"/>
                  <a:ext cx="741301" cy="422763"/>
                </a:xfrm>
                <a:custGeom>
                  <a:avLst/>
                  <a:gdLst>
                    <a:gd name="connsiteX0" fmla="*/ 0 w 741301"/>
                    <a:gd name="connsiteY0" fmla="*/ 289411 h 422763"/>
                    <a:gd name="connsiteX1" fmla="*/ 82896 w 741301"/>
                    <a:gd name="connsiteY1" fmla="*/ 0 h 422763"/>
                    <a:gd name="connsiteX2" fmla="*/ 741302 w 741301"/>
                    <a:gd name="connsiteY2" fmla="*/ 188588 h 422763"/>
                    <a:gd name="connsiteX3" fmla="*/ 676611 w 741301"/>
                    <a:gd name="connsiteY3" fmla="*/ 414443 h 422763"/>
                    <a:gd name="connsiteX4" fmla="*/ 0 w 741301"/>
                    <a:gd name="connsiteY4" fmla="*/ 289411 h 422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1301" h="422763">
                      <a:moveTo>
                        <a:pt x="0" y="289411"/>
                      </a:moveTo>
                      <a:lnTo>
                        <a:pt x="82896" y="0"/>
                      </a:lnTo>
                      <a:lnTo>
                        <a:pt x="741302" y="188588"/>
                      </a:lnTo>
                      <a:lnTo>
                        <a:pt x="676611" y="414443"/>
                      </a:lnTo>
                      <a:cubicBezTo>
                        <a:pt x="667963" y="444621"/>
                        <a:pt x="382464" y="390388"/>
                        <a:pt x="0" y="289411"/>
                      </a:cubicBezTo>
                      <a:close/>
                    </a:path>
                  </a:pathLst>
                </a:custGeom>
                <a:solidFill>
                  <a:srgbClr val="EAB054"/>
                </a:solidFill>
                <a:ln w="3428" cap="flat">
                  <a:noFill/>
                  <a:prstDash val="solid"/>
                  <a:miter/>
                </a:ln>
              </p:spPr>
              <p:txBody>
                <a:bodyPr rtlCol="0" anchor="ctr"/>
                <a:lstStyle/>
                <a:p>
                  <a:endParaRPr lang="en-IN"/>
                </a:p>
              </p:txBody>
            </p:sp>
            <p:sp>
              <p:nvSpPr>
                <p:cNvPr id="114" name="Freeform: Shape 113">
                  <a:extLst>
                    <a:ext uri="{FF2B5EF4-FFF2-40B4-BE49-F238E27FC236}">
                      <a16:creationId xmlns:a16="http://schemas.microsoft.com/office/drawing/2014/main" id="{9C0EA725-DBB2-68C5-DA81-5C1990669B5D}"/>
                    </a:ext>
                  </a:extLst>
                </p:cNvPr>
                <p:cNvSpPr/>
                <p:nvPr/>
              </p:nvSpPr>
              <p:spPr>
                <a:xfrm>
                  <a:off x="9946324" y="4457432"/>
                  <a:ext cx="625332" cy="445519"/>
                </a:xfrm>
                <a:custGeom>
                  <a:avLst/>
                  <a:gdLst>
                    <a:gd name="connsiteX0" fmla="*/ 542265 w 625332"/>
                    <a:gd name="connsiteY0" fmla="*/ 445520 h 445519"/>
                    <a:gd name="connsiteX1" fmla="*/ 320957 w 625332"/>
                    <a:gd name="connsiteY1" fmla="*/ 384250 h 445519"/>
                    <a:gd name="connsiteX2" fmla="*/ 0 w 625332"/>
                    <a:gd name="connsiteY2" fmla="*/ 287703 h 445519"/>
                    <a:gd name="connsiteX3" fmla="*/ 82409 w 625332"/>
                    <a:gd name="connsiteY3" fmla="*/ 0 h 445519"/>
                    <a:gd name="connsiteX4" fmla="*/ 625333 w 625332"/>
                    <a:gd name="connsiteY4" fmla="*/ 155516 h 445519"/>
                    <a:gd name="connsiteX5" fmla="*/ 542265 w 625332"/>
                    <a:gd name="connsiteY5" fmla="*/ 445520 h 445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5332" h="445519">
                      <a:moveTo>
                        <a:pt x="542265" y="445520"/>
                      </a:moveTo>
                      <a:cubicBezTo>
                        <a:pt x="471226" y="426557"/>
                        <a:pt x="397085" y="406055"/>
                        <a:pt x="320957" y="384250"/>
                      </a:cubicBezTo>
                      <a:cubicBezTo>
                        <a:pt x="207519" y="351754"/>
                        <a:pt x="99361" y="319144"/>
                        <a:pt x="0" y="287703"/>
                      </a:cubicBezTo>
                      <a:lnTo>
                        <a:pt x="82409" y="0"/>
                      </a:lnTo>
                      <a:lnTo>
                        <a:pt x="625333" y="155516"/>
                      </a:lnTo>
                      <a:lnTo>
                        <a:pt x="542265" y="445520"/>
                      </a:lnTo>
                      <a:close/>
                    </a:path>
                  </a:pathLst>
                </a:custGeom>
                <a:solidFill>
                  <a:srgbClr val="EAB054"/>
                </a:solidFill>
                <a:ln w="3428" cap="flat">
                  <a:noFill/>
                  <a:prstDash val="solid"/>
                  <a:miter/>
                </a:ln>
              </p:spPr>
              <p:txBody>
                <a:bodyPr rtlCol="0" anchor="ctr"/>
                <a:lstStyle/>
                <a:p>
                  <a:endParaRPr lang="en-IN"/>
                </a:p>
              </p:txBody>
            </p:sp>
            <p:sp>
              <p:nvSpPr>
                <p:cNvPr id="115" name="Freeform: Shape 114">
                  <a:extLst>
                    <a:ext uri="{FF2B5EF4-FFF2-40B4-BE49-F238E27FC236}">
                      <a16:creationId xmlns:a16="http://schemas.microsoft.com/office/drawing/2014/main" id="{27AA70A1-2D34-5424-796D-D3C45456F792}"/>
                    </a:ext>
                  </a:extLst>
                </p:cNvPr>
                <p:cNvSpPr/>
                <p:nvPr/>
              </p:nvSpPr>
              <p:spPr>
                <a:xfrm>
                  <a:off x="9376219" y="4289116"/>
                  <a:ext cx="616059" cy="444504"/>
                </a:xfrm>
                <a:custGeom>
                  <a:avLst/>
                  <a:gdLst>
                    <a:gd name="connsiteX0" fmla="*/ 533960 w 616059"/>
                    <a:gd name="connsiteY0" fmla="*/ 444505 h 444504"/>
                    <a:gd name="connsiteX1" fmla="*/ 201 w 616059"/>
                    <a:gd name="connsiteY1" fmla="*/ 225854 h 444504"/>
                    <a:gd name="connsiteX2" fmla="*/ 64893 w 616059"/>
                    <a:gd name="connsiteY2" fmla="*/ 0 h 444504"/>
                    <a:gd name="connsiteX3" fmla="*/ 616060 w 616059"/>
                    <a:gd name="connsiteY3" fmla="*/ 157871 h 444504"/>
                    <a:gd name="connsiteX4" fmla="*/ 533960 w 616059"/>
                    <a:gd name="connsiteY4" fmla="*/ 444505 h 444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6059" h="444504">
                      <a:moveTo>
                        <a:pt x="533960" y="444505"/>
                      </a:moveTo>
                      <a:cubicBezTo>
                        <a:pt x="212710" y="341549"/>
                        <a:pt x="-7609" y="253115"/>
                        <a:pt x="201" y="225854"/>
                      </a:cubicBezTo>
                      <a:lnTo>
                        <a:pt x="64893" y="0"/>
                      </a:lnTo>
                      <a:lnTo>
                        <a:pt x="616060" y="157871"/>
                      </a:lnTo>
                      <a:lnTo>
                        <a:pt x="533960" y="444505"/>
                      </a:lnTo>
                      <a:close/>
                    </a:path>
                  </a:pathLst>
                </a:custGeom>
                <a:solidFill>
                  <a:srgbClr val="EAB054"/>
                </a:solidFill>
                <a:ln w="3428" cap="flat">
                  <a:noFill/>
                  <a:prstDash val="solid"/>
                  <a:miter/>
                </a:ln>
              </p:spPr>
              <p:txBody>
                <a:bodyPr rtlCol="0" anchor="ctr"/>
                <a:lstStyle/>
                <a:p>
                  <a:endParaRPr lang="en-IN"/>
                </a:p>
              </p:txBody>
            </p:sp>
          </p:grpSp>
          <p:sp>
            <p:nvSpPr>
              <p:cNvPr id="116" name="Freeform: Shape 115">
                <a:extLst>
                  <a:ext uri="{FF2B5EF4-FFF2-40B4-BE49-F238E27FC236}">
                    <a16:creationId xmlns:a16="http://schemas.microsoft.com/office/drawing/2014/main" id="{6831A313-B4CF-2749-EF75-3B1E4C668C07}"/>
                  </a:ext>
                </a:extLst>
              </p:cNvPr>
              <p:cNvSpPr/>
              <p:nvPr/>
            </p:nvSpPr>
            <p:spPr>
              <a:xfrm>
                <a:off x="9441597" y="4278396"/>
                <a:ext cx="1819997" cy="537831"/>
              </a:xfrm>
              <a:custGeom>
                <a:avLst/>
                <a:gdLst>
                  <a:gd name="connsiteX0" fmla="*/ 201 w 1819997"/>
                  <a:gd name="connsiteY0" fmla="*/ 8319 h 537831"/>
                  <a:gd name="connsiteX1" fmla="*/ 891062 w 1819997"/>
                  <a:gd name="connsiteY1" fmla="*/ 335028 h 537831"/>
                  <a:gd name="connsiteX2" fmla="*/ 1819796 w 1819997"/>
                  <a:gd name="connsiteY2" fmla="*/ 529514 h 537831"/>
                  <a:gd name="connsiteX3" fmla="*/ 928935 w 1819997"/>
                  <a:gd name="connsiteY3" fmla="*/ 202806 h 537831"/>
                  <a:gd name="connsiteX4" fmla="*/ 201 w 1819997"/>
                  <a:gd name="connsiteY4" fmla="*/ 8319 h 537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9997" h="537831">
                    <a:moveTo>
                      <a:pt x="201" y="8319"/>
                    </a:moveTo>
                    <a:cubicBezTo>
                      <a:pt x="-10258" y="44832"/>
                      <a:pt x="388596" y="191106"/>
                      <a:pt x="891062" y="335028"/>
                    </a:cubicBezTo>
                    <a:cubicBezTo>
                      <a:pt x="1393527" y="478950"/>
                      <a:pt x="1809338" y="566023"/>
                      <a:pt x="1819796" y="529514"/>
                    </a:cubicBezTo>
                    <a:cubicBezTo>
                      <a:pt x="1830255" y="493002"/>
                      <a:pt x="1431403" y="346728"/>
                      <a:pt x="928935" y="202806"/>
                    </a:cubicBezTo>
                    <a:cubicBezTo>
                      <a:pt x="426470" y="58880"/>
                      <a:pt x="10663" y="-28192"/>
                      <a:pt x="201" y="8319"/>
                    </a:cubicBezTo>
                    <a:close/>
                  </a:path>
                </a:pathLst>
              </a:custGeom>
              <a:solidFill>
                <a:srgbClr val="E59F39"/>
              </a:solidFill>
              <a:ln w="3428" cap="flat">
                <a:noFill/>
                <a:prstDash val="solid"/>
                <a:miter/>
              </a:ln>
            </p:spPr>
            <p:txBody>
              <a:bodyPr rtlCol="0" anchor="ctr"/>
              <a:lstStyle/>
              <a:p>
                <a:endParaRPr lang="en-IN"/>
              </a:p>
            </p:txBody>
          </p:sp>
          <p:sp>
            <p:nvSpPr>
              <p:cNvPr id="117" name="Freeform: Shape 116">
                <a:extLst>
                  <a:ext uri="{FF2B5EF4-FFF2-40B4-BE49-F238E27FC236}">
                    <a16:creationId xmlns:a16="http://schemas.microsoft.com/office/drawing/2014/main" id="{97A3C64C-C441-1D39-1ACD-1F98AD20EC05}"/>
                  </a:ext>
                </a:extLst>
              </p:cNvPr>
              <p:cNvSpPr/>
              <p:nvPr/>
            </p:nvSpPr>
            <p:spPr>
              <a:xfrm>
                <a:off x="9602281" y="4327831"/>
                <a:ext cx="1498625" cy="438965"/>
              </a:xfrm>
              <a:custGeom>
                <a:avLst/>
                <a:gdLst>
                  <a:gd name="connsiteX0" fmla="*/ 117 w 1498625"/>
                  <a:gd name="connsiteY0" fmla="*/ 4885 h 438965"/>
                  <a:gd name="connsiteX1" fmla="*/ 736186 w 1498625"/>
                  <a:gd name="connsiteY1" fmla="*/ 265321 h 438965"/>
                  <a:gd name="connsiteX2" fmla="*/ 1498508 w 1498625"/>
                  <a:gd name="connsiteY2" fmla="*/ 434080 h 438965"/>
                  <a:gd name="connsiteX3" fmla="*/ 762442 w 1498625"/>
                  <a:gd name="connsiteY3" fmla="*/ 173647 h 438965"/>
                  <a:gd name="connsiteX4" fmla="*/ 117 w 1498625"/>
                  <a:gd name="connsiteY4" fmla="*/ 4885 h 43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8625" h="438965">
                    <a:moveTo>
                      <a:pt x="117" y="4885"/>
                    </a:moveTo>
                    <a:cubicBezTo>
                      <a:pt x="-7135" y="30201"/>
                      <a:pt x="322416" y="146805"/>
                      <a:pt x="736186" y="265321"/>
                    </a:cubicBezTo>
                    <a:cubicBezTo>
                      <a:pt x="1149957" y="383838"/>
                      <a:pt x="1491260" y="459396"/>
                      <a:pt x="1498508" y="434080"/>
                    </a:cubicBezTo>
                    <a:cubicBezTo>
                      <a:pt x="1505761" y="408763"/>
                      <a:pt x="1176213" y="292163"/>
                      <a:pt x="762442" y="173647"/>
                    </a:cubicBezTo>
                    <a:cubicBezTo>
                      <a:pt x="348678" y="55127"/>
                      <a:pt x="7370" y="-20428"/>
                      <a:pt x="117" y="4885"/>
                    </a:cubicBezTo>
                    <a:close/>
                  </a:path>
                </a:pathLst>
              </a:custGeom>
              <a:solidFill>
                <a:srgbClr val="F7CC7F"/>
              </a:solidFill>
              <a:ln w="3428" cap="flat">
                <a:noFill/>
                <a:prstDash val="solid"/>
                <a:miter/>
              </a:ln>
            </p:spPr>
            <p:txBody>
              <a:bodyPr rtlCol="0" anchor="ctr"/>
              <a:lstStyle/>
              <a:p>
                <a:endParaRPr lang="en-IN"/>
              </a:p>
            </p:txBody>
          </p:sp>
        </p:grpSp>
        <p:grpSp>
          <p:nvGrpSpPr>
            <p:cNvPr id="118" name="Graphic 2">
              <a:extLst>
                <a:ext uri="{FF2B5EF4-FFF2-40B4-BE49-F238E27FC236}">
                  <a16:creationId xmlns:a16="http://schemas.microsoft.com/office/drawing/2014/main" id="{D3FCC8EE-FF95-584E-CAF6-DD7B20B8C1C7}"/>
                </a:ext>
              </a:extLst>
            </p:cNvPr>
            <p:cNvGrpSpPr/>
            <p:nvPr/>
          </p:nvGrpSpPr>
          <p:grpSpPr>
            <a:xfrm>
              <a:off x="8861735" y="3245715"/>
              <a:ext cx="1879650" cy="797450"/>
              <a:chOff x="8861735" y="3245715"/>
              <a:chExt cx="1879650" cy="797450"/>
            </a:xfrm>
          </p:grpSpPr>
          <p:sp>
            <p:nvSpPr>
              <p:cNvPr id="119" name="Freeform: Shape 118">
                <a:extLst>
                  <a:ext uri="{FF2B5EF4-FFF2-40B4-BE49-F238E27FC236}">
                    <a16:creationId xmlns:a16="http://schemas.microsoft.com/office/drawing/2014/main" id="{6ED88C0A-E719-C702-7BA5-C8E064D97838}"/>
                  </a:ext>
                </a:extLst>
              </p:cNvPr>
              <p:cNvSpPr/>
              <p:nvPr/>
            </p:nvSpPr>
            <p:spPr>
              <a:xfrm>
                <a:off x="8862695" y="3255849"/>
                <a:ext cx="1878690" cy="787316"/>
              </a:xfrm>
              <a:custGeom>
                <a:avLst/>
                <a:gdLst>
                  <a:gd name="connsiteX0" fmla="*/ 1809579 w 1878690"/>
                  <a:gd name="connsiteY0" fmla="*/ 0 h 787316"/>
                  <a:gd name="connsiteX1" fmla="*/ 1878461 w 1878690"/>
                  <a:gd name="connsiteY1" fmla="*/ 224613 h 787316"/>
                  <a:gd name="connsiteX2" fmla="*/ 993837 w 1878690"/>
                  <a:gd name="connsiteY2" fmla="*/ 567839 h 787316"/>
                  <a:gd name="connsiteX3" fmla="*/ 68881 w 1878690"/>
                  <a:gd name="connsiteY3" fmla="*/ 779569 h 787316"/>
                  <a:gd name="connsiteX4" fmla="*/ 0 w 1878690"/>
                  <a:gd name="connsiteY4" fmla="*/ 554956 h 787316"/>
                  <a:gd name="connsiteX5" fmla="*/ 1809579 w 1878690"/>
                  <a:gd name="connsiteY5" fmla="*/ 0 h 787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8690" h="787316">
                    <a:moveTo>
                      <a:pt x="1809579" y="0"/>
                    </a:moveTo>
                    <a:lnTo>
                      <a:pt x="1878461" y="224613"/>
                    </a:lnTo>
                    <a:cubicBezTo>
                      <a:pt x="1889598" y="260926"/>
                      <a:pt x="1493536" y="414590"/>
                      <a:pt x="993837" y="567839"/>
                    </a:cubicBezTo>
                    <a:cubicBezTo>
                      <a:pt x="494133" y="721084"/>
                      <a:pt x="80019" y="815879"/>
                      <a:pt x="68881" y="779569"/>
                    </a:cubicBezTo>
                    <a:lnTo>
                      <a:pt x="0" y="554956"/>
                    </a:lnTo>
                    <a:lnTo>
                      <a:pt x="1809579" y="0"/>
                    </a:lnTo>
                    <a:close/>
                  </a:path>
                </a:pathLst>
              </a:custGeom>
              <a:solidFill>
                <a:srgbClr val="E59F39"/>
              </a:solidFill>
              <a:ln w="3428" cap="flat">
                <a:noFill/>
                <a:prstDash val="solid"/>
                <a:miter/>
              </a:ln>
            </p:spPr>
            <p:txBody>
              <a:bodyPr rtlCol="0" anchor="ctr"/>
              <a:lstStyle/>
              <a:p>
                <a:endParaRPr lang="en-IN"/>
              </a:p>
            </p:txBody>
          </p:sp>
          <p:grpSp>
            <p:nvGrpSpPr>
              <p:cNvPr id="120" name="Graphic 2">
                <a:extLst>
                  <a:ext uri="{FF2B5EF4-FFF2-40B4-BE49-F238E27FC236}">
                    <a16:creationId xmlns:a16="http://schemas.microsoft.com/office/drawing/2014/main" id="{C1E3C02E-B184-0361-D9E1-384F142656D2}"/>
                  </a:ext>
                </a:extLst>
              </p:cNvPr>
              <p:cNvGrpSpPr/>
              <p:nvPr/>
            </p:nvGrpSpPr>
            <p:grpSpPr>
              <a:xfrm>
                <a:off x="8862691" y="3255849"/>
                <a:ext cx="1878693" cy="787313"/>
                <a:chOff x="8862691" y="3255849"/>
                <a:chExt cx="1878693" cy="787313"/>
              </a:xfrm>
              <a:solidFill>
                <a:srgbClr val="EAB054"/>
              </a:solidFill>
            </p:grpSpPr>
            <p:sp>
              <p:nvSpPr>
                <p:cNvPr id="121" name="Freeform: Shape 120">
                  <a:extLst>
                    <a:ext uri="{FF2B5EF4-FFF2-40B4-BE49-F238E27FC236}">
                      <a16:creationId xmlns:a16="http://schemas.microsoft.com/office/drawing/2014/main" id="{90E06473-37C0-4BA8-9B0E-F28AA33F259D}"/>
                    </a:ext>
                  </a:extLst>
                </p:cNvPr>
                <p:cNvSpPr/>
                <p:nvPr/>
              </p:nvSpPr>
              <p:spPr>
                <a:xfrm>
                  <a:off x="10017492" y="3255849"/>
                  <a:ext cx="723892" cy="488625"/>
                </a:xfrm>
                <a:custGeom>
                  <a:avLst/>
                  <a:gdLst>
                    <a:gd name="connsiteX0" fmla="*/ 88266 w 723892"/>
                    <a:gd name="connsiteY0" fmla="*/ 488625 h 488625"/>
                    <a:gd name="connsiteX1" fmla="*/ 0 w 723892"/>
                    <a:gd name="connsiteY1" fmla="*/ 200806 h 488625"/>
                    <a:gd name="connsiteX2" fmla="*/ 654782 w 723892"/>
                    <a:gd name="connsiteY2" fmla="*/ 0 h 488625"/>
                    <a:gd name="connsiteX3" fmla="*/ 723663 w 723892"/>
                    <a:gd name="connsiteY3" fmla="*/ 224613 h 488625"/>
                    <a:gd name="connsiteX4" fmla="*/ 88266 w 723892"/>
                    <a:gd name="connsiteY4" fmla="*/ 488625 h 488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3892" h="488625">
                      <a:moveTo>
                        <a:pt x="88266" y="488625"/>
                      </a:moveTo>
                      <a:lnTo>
                        <a:pt x="0" y="200806"/>
                      </a:lnTo>
                      <a:lnTo>
                        <a:pt x="654782" y="0"/>
                      </a:lnTo>
                      <a:lnTo>
                        <a:pt x="723663" y="224613"/>
                      </a:lnTo>
                      <a:cubicBezTo>
                        <a:pt x="732867" y="254624"/>
                        <a:pt x="463951" y="364787"/>
                        <a:pt x="88266" y="488625"/>
                      </a:cubicBezTo>
                      <a:close/>
                    </a:path>
                  </a:pathLst>
                </a:custGeom>
                <a:solidFill>
                  <a:srgbClr val="EAB054"/>
                </a:solidFill>
                <a:ln w="3428" cap="flat">
                  <a:noFill/>
                  <a:prstDash val="solid"/>
                  <a:miter/>
                </a:ln>
              </p:spPr>
              <p:txBody>
                <a:bodyPr rtlCol="0" anchor="ctr"/>
                <a:lstStyle/>
                <a:p>
                  <a:endParaRPr lang="en-IN"/>
                </a:p>
              </p:txBody>
            </p:sp>
            <p:sp>
              <p:nvSpPr>
                <p:cNvPr id="122" name="Freeform: Shape 121">
                  <a:extLst>
                    <a:ext uri="{FF2B5EF4-FFF2-40B4-BE49-F238E27FC236}">
                      <a16:creationId xmlns:a16="http://schemas.microsoft.com/office/drawing/2014/main" id="{A4FCDF2B-0BB4-94EB-CFB2-58415F37455A}"/>
                    </a:ext>
                  </a:extLst>
                </p:cNvPr>
                <p:cNvSpPr/>
                <p:nvPr/>
              </p:nvSpPr>
              <p:spPr>
                <a:xfrm>
                  <a:off x="9447078" y="3465998"/>
                  <a:ext cx="628388" cy="451705"/>
                </a:xfrm>
                <a:custGeom>
                  <a:avLst/>
                  <a:gdLst>
                    <a:gd name="connsiteX0" fmla="*/ 628389 w 628388"/>
                    <a:gd name="connsiteY0" fmla="*/ 288413 h 451705"/>
                    <a:gd name="connsiteX1" fmla="*/ 409451 w 628388"/>
                    <a:gd name="connsiteY1" fmla="*/ 357686 h 451705"/>
                    <a:gd name="connsiteX2" fmla="*/ 87745 w 628388"/>
                    <a:gd name="connsiteY2" fmla="*/ 451706 h 451705"/>
                    <a:gd name="connsiteX3" fmla="*/ 0 w 628388"/>
                    <a:gd name="connsiteY3" fmla="*/ 165586 h 451705"/>
                    <a:gd name="connsiteX4" fmla="*/ 539938 w 628388"/>
                    <a:gd name="connsiteY4" fmla="*/ 0 h 451705"/>
                    <a:gd name="connsiteX5" fmla="*/ 628389 w 628388"/>
                    <a:gd name="connsiteY5" fmla="*/ 288413 h 451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8388" h="451705">
                      <a:moveTo>
                        <a:pt x="628389" y="288413"/>
                      </a:moveTo>
                      <a:cubicBezTo>
                        <a:pt x="558492" y="311240"/>
                        <a:pt x="485159" y="334468"/>
                        <a:pt x="409451" y="357686"/>
                      </a:cubicBezTo>
                      <a:cubicBezTo>
                        <a:pt x="296636" y="392285"/>
                        <a:pt x="188184" y="423903"/>
                        <a:pt x="87745" y="451706"/>
                      </a:cubicBezTo>
                      <a:lnTo>
                        <a:pt x="0" y="165586"/>
                      </a:lnTo>
                      <a:lnTo>
                        <a:pt x="539938" y="0"/>
                      </a:lnTo>
                      <a:lnTo>
                        <a:pt x="628389" y="288413"/>
                      </a:lnTo>
                      <a:close/>
                    </a:path>
                  </a:pathLst>
                </a:custGeom>
                <a:solidFill>
                  <a:srgbClr val="EAB054"/>
                </a:solidFill>
                <a:ln w="3428" cap="flat">
                  <a:noFill/>
                  <a:prstDash val="solid"/>
                  <a:miter/>
                </a:ln>
              </p:spPr>
              <p:txBody>
                <a:bodyPr rtlCol="0" anchor="ctr"/>
                <a:lstStyle/>
                <a:p>
                  <a:endParaRPr lang="en-IN"/>
                </a:p>
              </p:txBody>
            </p:sp>
            <p:sp>
              <p:nvSpPr>
                <p:cNvPr id="123" name="Freeform: Shape 122">
                  <a:extLst>
                    <a:ext uri="{FF2B5EF4-FFF2-40B4-BE49-F238E27FC236}">
                      <a16:creationId xmlns:a16="http://schemas.microsoft.com/office/drawing/2014/main" id="{25B017A4-2622-B882-DD1A-3095B2A7FEEE}"/>
                    </a:ext>
                  </a:extLst>
                </p:cNvPr>
                <p:cNvSpPr/>
                <p:nvPr/>
              </p:nvSpPr>
              <p:spPr>
                <a:xfrm>
                  <a:off x="8862691" y="3642702"/>
                  <a:ext cx="635554" cy="400460"/>
                </a:xfrm>
                <a:custGeom>
                  <a:avLst/>
                  <a:gdLst>
                    <a:gd name="connsiteX0" fmla="*/ 635555 w 635554"/>
                    <a:gd name="connsiteY0" fmla="*/ 285056 h 400460"/>
                    <a:gd name="connsiteX1" fmla="*/ 68881 w 635554"/>
                    <a:gd name="connsiteY1" fmla="*/ 392713 h 400460"/>
                    <a:gd name="connsiteX2" fmla="*/ 0 w 635554"/>
                    <a:gd name="connsiteY2" fmla="*/ 168100 h 400460"/>
                    <a:gd name="connsiteX3" fmla="*/ 548132 w 635554"/>
                    <a:gd name="connsiteY3" fmla="*/ 0 h 400460"/>
                    <a:gd name="connsiteX4" fmla="*/ 635555 w 635554"/>
                    <a:gd name="connsiteY4" fmla="*/ 285056 h 400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5554" h="400460">
                      <a:moveTo>
                        <a:pt x="635555" y="285056"/>
                      </a:moveTo>
                      <a:cubicBezTo>
                        <a:pt x="310109" y="373857"/>
                        <a:pt x="77197" y="419823"/>
                        <a:pt x="68881" y="392713"/>
                      </a:cubicBezTo>
                      <a:lnTo>
                        <a:pt x="0" y="168100"/>
                      </a:lnTo>
                      <a:lnTo>
                        <a:pt x="548132" y="0"/>
                      </a:lnTo>
                      <a:lnTo>
                        <a:pt x="635555" y="285056"/>
                      </a:lnTo>
                      <a:close/>
                    </a:path>
                  </a:pathLst>
                </a:custGeom>
                <a:solidFill>
                  <a:srgbClr val="EAB054"/>
                </a:solidFill>
                <a:ln w="3428" cap="flat">
                  <a:noFill/>
                  <a:prstDash val="solid"/>
                  <a:miter/>
                </a:ln>
              </p:spPr>
              <p:txBody>
                <a:bodyPr rtlCol="0" anchor="ctr"/>
                <a:lstStyle/>
                <a:p>
                  <a:endParaRPr lang="en-IN"/>
                </a:p>
              </p:txBody>
            </p:sp>
          </p:grpSp>
          <p:sp>
            <p:nvSpPr>
              <p:cNvPr id="124" name="Freeform: Shape 123">
                <a:extLst>
                  <a:ext uri="{FF2B5EF4-FFF2-40B4-BE49-F238E27FC236}">
                    <a16:creationId xmlns:a16="http://schemas.microsoft.com/office/drawing/2014/main" id="{17B26523-A653-E753-7EE0-C8CF5716C380}"/>
                  </a:ext>
                </a:extLst>
              </p:cNvPr>
              <p:cNvSpPr/>
              <p:nvPr/>
            </p:nvSpPr>
            <p:spPr>
              <a:xfrm>
                <a:off x="8861735" y="3245715"/>
                <a:ext cx="1810034" cy="570448"/>
              </a:xfrm>
              <a:custGeom>
                <a:avLst/>
                <a:gdLst>
                  <a:gd name="connsiteX0" fmla="*/ 229 w 1810034"/>
                  <a:gd name="connsiteY0" fmla="*/ 562700 h 570448"/>
                  <a:gd name="connsiteX1" fmla="*/ 925182 w 1810034"/>
                  <a:gd name="connsiteY1" fmla="*/ 350969 h 570448"/>
                  <a:gd name="connsiteX2" fmla="*/ 1809805 w 1810034"/>
                  <a:gd name="connsiteY2" fmla="*/ 7747 h 570448"/>
                  <a:gd name="connsiteX3" fmla="*/ 884853 w 1810034"/>
                  <a:gd name="connsiteY3" fmla="*/ 219478 h 570448"/>
                  <a:gd name="connsiteX4" fmla="*/ 229 w 1810034"/>
                  <a:gd name="connsiteY4" fmla="*/ 562700 h 570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0034" h="570448">
                    <a:moveTo>
                      <a:pt x="229" y="562700"/>
                    </a:moveTo>
                    <a:cubicBezTo>
                      <a:pt x="11363" y="599013"/>
                      <a:pt x="425480" y="504215"/>
                      <a:pt x="925182" y="350969"/>
                    </a:cubicBezTo>
                    <a:cubicBezTo>
                      <a:pt x="1424887" y="197724"/>
                      <a:pt x="1820943" y="44057"/>
                      <a:pt x="1809805" y="7747"/>
                    </a:cubicBezTo>
                    <a:cubicBezTo>
                      <a:pt x="1798671" y="-28562"/>
                      <a:pt x="1384555" y="66229"/>
                      <a:pt x="884853" y="219478"/>
                    </a:cubicBezTo>
                    <a:cubicBezTo>
                      <a:pt x="385155" y="372723"/>
                      <a:pt x="-10907" y="526391"/>
                      <a:pt x="229" y="562700"/>
                    </a:cubicBezTo>
                    <a:close/>
                  </a:path>
                </a:pathLst>
              </a:custGeom>
              <a:solidFill>
                <a:srgbClr val="E59F39"/>
              </a:solidFill>
              <a:ln w="3428" cap="flat">
                <a:noFill/>
                <a:prstDash val="solid"/>
                <a:miter/>
              </a:ln>
            </p:spPr>
            <p:txBody>
              <a:bodyPr rtlCol="0" anchor="ctr"/>
              <a:lstStyle/>
              <a:p>
                <a:endParaRPr lang="en-IN"/>
              </a:p>
            </p:txBody>
          </p:sp>
          <p:sp>
            <p:nvSpPr>
              <p:cNvPr id="125" name="Freeform: Shape 124">
                <a:extLst>
                  <a:ext uri="{FF2B5EF4-FFF2-40B4-BE49-F238E27FC236}">
                    <a16:creationId xmlns:a16="http://schemas.microsoft.com/office/drawing/2014/main" id="{2904BC4B-7285-9B04-4A91-A0D550EBB622}"/>
                  </a:ext>
                </a:extLst>
              </p:cNvPr>
              <p:cNvSpPr/>
              <p:nvPr/>
            </p:nvSpPr>
            <p:spPr>
              <a:xfrm>
                <a:off x="9021543" y="3297894"/>
                <a:ext cx="1490418" cy="466088"/>
              </a:xfrm>
              <a:custGeom>
                <a:avLst/>
                <a:gdLst>
                  <a:gd name="connsiteX0" fmla="*/ 134 w 1490418"/>
                  <a:gd name="connsiteY0" fmla="*/ 461541 h 466088"/>
                  <a:gd name="connsiteX1" fmla="*/ 759188 w 1490418"/>
                  <a:gd name="connsiteY1" fmla="*/ 278627 h 466088"/>
                  <a:gd name="connsiteX2" fmla="*/ 1490285 w 1490418"/>
                  <a:gd name="connsiteY2" fmla="*/ 4548 h 466088"/>
                  <a:gd name="connsiteX3" fmla="*/ 731231 w 1490418"/>
                  <a:gd name="connsiteY3" fmla="*/ 187457 h 466088"/>
                  <a:gd name="connsiteX4" fmla="*/ 134 w 1490418"/>
                  <a:gd name="connsiteY4" fmla="*/ 461541 h 466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0418" h="466088">
                    <a:moveTo>
                      <a:pt x="134" y="461541"/>
                    </a:moveTo>
                    <a:cubicBezTo>
                      <a:pt x="7852" y="486717"/>
                      <a:pt x="347694" y="404825"/>
                      <a:pt x="759188" y="278627"/>
                    </a:cubicBezTo>
                    <a:cubicBezTo>
                      <a:pt x="1170681" y="152433"/>
                      <a:pt x="1498003" y="29723"/>
                      <a:pt x="1490285" y="4548"/>
                    </a:cubicBezTo>
                    <a:cubicBezTo>
                      <a:pt x="1482563" y="-20628"/>
                      <a:pt x="1142724" y="61263"/>
                      <a:pt x="731231" y="187457"/>
                    </a:cubicBezTo>
                    <a:cubicBezTo>
                      <a:pt x="319737" y="313655"/>
                      <a:pt x="-7588" y="436365"/>
                      <a:pt x="134" y="461541"/>
                    </a:cubicBezTo>
                    <a:close/>
                  </a:path>
                </a:pathLst>
              </a:custGeom>
              <a:solidFill>
                <a:srgbClr val="F7CC7F"/>
              </a:solidFill>
              <a:ln w="3428" cap="flat">
                <a:noFill/>
                <a:prstDash val="solid"/>
                <a:miter/>
              </a:ln>
            </p:spPr>
            <p:txBody>
              <a:bodyPr rtlCol="0" anchor="ctr"/>
              <a:lstStyle/>
              <a:p>
                <a:endParaRPr lang="en-IN"/>
              </a:p>
            </p:txBody>
          </p:sp>
        </p:grpSp>
        <p:sp>
          <p:nvSpPr>
            <p:cNvPr id="126" name="Freeform: Shape 125">
              <a:extLst>
                <a:ext uri="{FF2B5EF4-FFF2-40B4-BE49-F238E27FC236}">
                  <a16:creationId xmlns:a16="http://schemas.microsoft.com/office/drawing/2014/main" id="{4DA7EE7F-C77E-3C5E-A8EB-AE739C69CD87}"/>
                </a:ext>
              </a:extLst>
            </p:cNvPr>
            <p:cNvSpPr/>
            <p:nvPr/>
          </p:nvSpPr>
          <p:spPr>
            <a:xfrm>
              <a:off x="4767488" y="6017383"/>
              <a:ext cx="245030" cy="270083"/>
            </a:xfrm>
            <a:custGeom>
              <a:avLst/>
              <a:gdLst>
                <a:gd name="connsiteX0" fmla="*/ 0 w 245030"/>
                <a:gd name="connsiteY0" fmla="*/ 33004 h 270083"/>
                <a:gd name="connsiteX1" fmla="*/ 26647 w 245030"/>
                <a:gd name="connsiteY1" fmla="*/ 174553 h 270083"/>
                <a:gd name="connsiteX2" fmla="*/ 31553 w 245030"/>
                <a:gd name="connsiteY2" fmla="*/ 255563 h 270083"/>
                <a:gd name="connsiteX3" fmla="*/ 233909 w 245030"/>
                <a:gd name="connsiteY3" fmla="*/ 157360 h 270083"/>
                <a:gd name="connsiteX4" fmla="*/ 174141 w 245030"/>
                <a:gd name="connsiteY4" fmla="*/ 93317 h 270083"/>
                <a:gd name="connsiteX5" fmla="*/ 140705 w 245030"/>
                <a:gd name="connsiteY5" fmla="*/ 0 h 270083"/>
                <a:gd name="connsiteX6" fmla="*/ 0 w 245030"/>
                <a:gd name="connsiteY6" fmla="*/ 33004 h 27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030" h="270083">
                  <a:moveTo>
                    <a:pt x="0" y="33004"/>
                  </a:moveTo>
                  <a:cubicBezTo>
                    <a:pt x="0" y="33004"/>
                    <a:pt x="26619" y="174255"/>
                    <a:pt x="26647" y="174553"/>
                  </a:cubicBezTo>
                  <a:cubicBezTo>
                    <a:pt x="28135" y="192960"/>
                    <a:pt x="27576" y="239492"/>
                    <a:pt x="31553" y="255563"/>
                  </a:cubicBezTo>
                  <a:cubicBezTo>
                    <a:pt x="46500" y="315962"/>
                    <a:pt x="300559" y="169163"/>
                    <a:pt x="233909" y="157360"/>
                  </a:cubicBezTo>
                  <a:cubicBezTo>
                    <a:pt x="227874" y="156291"/>
                    <a:pt x="184158" y="112049"/>
                    <a:pt x="174141" y="93317"/>
                  </a:cubicBezTo>
                  <a:cubicBezTo>
                    <a:pt x="156722" y="60728"/>
                    <a:pt x="140705" y="0"/>
                    <a:pt x="140705" y="0"/>
                  </a:cubicBezTo>
                  <a:lnTo>
                    <a:pt x="0" y="33004"/>
                  </a:lnTo>
                  <a:close/>
                </a:path>
              </a:pathLst>
            </a:custGeom>
            <a:solidFill>
              <a:srgbClr val="F7A491"/>
            </a:solidFill>
            <a:ln w="3428" cap="flat">
              <a:noFill/>
              <a:prstDash val="solid"/>
              <a:miter/>
            </a:ln>
          </p:spPr>
          <p:txBody>
            <a:bodyPr rtlCol="0" anchor="ctr"/>
            <a:lstStyle/>
            <a:p>
              <a:endParaRPr lang="en-IN"/>
            </a:p>
          </p:txBody>
        </p:sp>
        <p:sp>
          <p:nvSpPr>
            <p:cNvPr id="127" name="Freeform: Shape 126">
              <a:extLst>
                <a:ext uri="{FF2B5EF4-FFF2-40B4-BE49-F238E27FC236}">
                  <a16:creationId xmlns:a16="http://schemas.microsoft.com/office/drawing/2014/main" id="{74895BE5-4628-E4DD-AA69-A40FA95159DA}"/>
                </a:ext>
              </a:extLst>
            </p:cNvPr>
            <p:cNvSpPr/>
            <p:nvPr/>
          </p:nvSpPr>
          <p:spPr>
            <a:xfrm>
              <a:off x="4748981" y="6145558"/>
              <a:ext cx="523403" cy="183004"/>
            </a:xfrm>
            <a:custGeom>
              <a:avLst/>
              <a:gdLst>
                <a:gd name="connsiteX0" fmla="*/ 239807 w 523403"/>
                <a:gd name="connsiteY0" fmla="*/ 20373 h 183004"/>
                <a:gd name="connsiteX1" fmla="*/ 140843 w 523403"/>
                <a:gd name="connsiteY1" fmla="*/ 39939 h 183004"/>
                <a:gd name="connsiteX2" fmla="*/ 40696 w 523403"/>
                <a:gd name="connsiteY2" fmla="*/ 1236 h 183004"/>
                <a:gd name="connsiteX3" fmla="*/ 0 w 523403"/>
                <a:gd name="connsiteY3" fmla="*/ 176530 h 183004"/>
                <a:gd name="connsiteX4" fmla="*/ 518101 w 523403"/>
                <a:gd name="connsiteY4" fmla="*/ 168259 h 183004"/>
                <a:gd name="connsiteX5" fmla="*/ 239807 w 523403"/>
                <a:gd name="connsiteY5" fmla="*/ 20373 h 18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403" h="183004">
                  <a:moveTo>
                    <a:pt x="239807" y="20373"/>
                  </a:moveTo>
                  <a:cubicBezTo>
                    <a:pt x="239807" y="20373"/>
                    <a:pt x="174217" y="36610"/>
                    <a:pt x="140843" y="39939"/>
                  </a:cubicBezTo>
                  <a:cubicBezTo>
                    <a:pt x="107469" y="43272"/>
                    <a:pt x="64633" y="-8567"/>
                    <a:pt x="40696" y="1236"/>
                  </a:cubicBezTo>
                  <a:cubicBezTo>
                    <a:pt x="14347" y="12027"/>
                    <a:pt x="0" y="176530"/>
                    <a:pt x="0" y="176530"/>
                  </a:cubicBezTo>
                  <a:cubicBezTo>
                    <a:pt x="0" y="176530"/>
                    <a:pt x="419062" y="195612"/>
                    <a:pt x="518101" y="168259"/>
                  </a:cubicBezTo>
                  <a:cubicBezTo>
                    <a:pt x="557340" y="157424"/>
                    <a:pt x="370202" y="70337"/>
                    <a:pt x="239807" y="20373"/>
                  </a:cubicBezTo>
                  <a:close/>
                </a:path>
              </a:pathLst>
            </a:custGeom>
            <a:solidFill>
              <a:srgbClr val="F47458"/>
            </a:solidFill>
            <a:ln w="3428" cap="flat">
              <a:noFill/>
              <a:prstDash val="solid"/>
              <a:miter/>
            </a:ln>
          </p:spPr>
          <p:txBody>
            <a:bodyPr rtlCol="0" anchor="ctr"/>
            <a:lstStyle/>
            <a:p>
              <a:endParaRPr lang="en-IN"/>
            </a:p>
          </p:txBody>
        </p:sp>
        <p:sp>
          <p:nvSpPr>
            <p:cNvPr id="128" name="Freeform: Shape 127">
              <a:extLst>
                <a:ext uri="{FF2B5EF4-FFF2-40B4-BE49-F238E27FC236}">
                  <a16:creationId xmlns:a16="http://schemas.microsoft.com/office/drawing/2014/main" id="{06007892-79B9-3CCF-DE16-1A83F37EA0E0}"/>
                </a:ext>
              </a:extLst>
            </p:cNvPr>
            <p:cNvSpPr/>
            <p:nvPr/>
          </p:nvSpPr>
          <p:spPr>
            <a:xfrm>
              <a:off x="5351817" y="6010944"/>
              <a:ext cx="240527" cy="270861"/>
            </a:xfrm>
            <a:custGeom>
              <a:avLst/>
              <a:gdLst>
                <a:gd name="connsiteX0" fmla="*/ 0 w 240527"/>
                <a:gd name="connsiteY0" fmla="*/ 33001 h 270861"/>
                <a:gd name="connsiteX1" fmla="*/ 26647 w 240527"/>
                <a:gd name="connsiteY1" fmla="*/ 174553 h 270861"/>
                <a:gd name="connsiteX2" fmla="*/ 31554 w 240527"/>
                <a:gd name="connsiteY2" fmla="*/ 255563 h 270861"/>
                <a:gd name="connsiteX3" fmla="*/ 229229 w 240527"/>
                <a:gd name="connsiteY3" fmla="*/ 167020 h 270861"/>
                <a:gd name="connsiteX4" fmla="*/ 174142 w 240527"/>
                <a:gd name="connsiteY4" fmla="*/ 93320 h 270861"/>
                <a:gd name="connsiteX5" fmla="*/ 140706 w 240527"/>
                <a:gd name="connsiteY5" fmla="*/ 0 h 270861"/>
                <a:gd name="connsiteX6" fmla="*/ 0 w 240527"/>
                <a:gd name="connsiteY6" fmla="*/ 33001 h 270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0527" h="270861">
                  <a:moveTo>
                    <a:pt x="0" y="33001"/>
                  </a:moveTo>
                  <a:cubicBezTo>
                    <a:pt x="0" y="33001"/>
                    <a:pt x="26620" y="174255"/>
                    <a:pt x="26647" y="174553"/>
                  </a:cubicBezTo>
                  <a:cubicBezTo>
                    <a:pt x="28135" y="192960"/>
                    <a:pt x="27576" y="239488"/>
                    <a:pt x="31554" y="255563"/>
                  </a:cubicBezTo>
                  <a:cubicBezTo>
                    <a:pt x="46504" y="315962"/>
                    <a:pt x="295881" y="178822"/>
                    <a:pt x="229229" y="167020"/>
                  </a:cubicBezTo>
                  <a:cubicBezTo>
                    <a:pt x="223194" y="165950"/>
                    <a:pt x="184154" y="112053"/>
                    <a:pt x="174142" y="93320"/>
                  </a:cubicBezTo>
                  <a:cubicBezTo>
                    <a:pt x="156722" y="60731"/>
                    <a:pt x="140706" y="0"/>
                    <a:pt x="140706" y="0"/>
                  </a:cubicBezTo>
                  <a:lnTo>
                    <a:pt x="0" y="33001"/>
                  </a:lnTo>
                  <a:close/>
                </a:path>
              </a:pathLst>
            </a:custGeom>
            <a:solidFill>
              <a:srgbClr val="F7A491"/>
            </a:solidFill>
            <a:ln w="3428" cap="flat">
              <a:noFill/>
              <a:prstDash val="solid"/>
              <a:miter/>
            </a:ln>
          </p:spPr>
          <p:txBody>
            <a:bodyPr rtlCol="0" anchor="ctr"/>
            <a:lstStyle/>
            <a:p>
              <a:endParaRPr lang="en-IN"/>
            </a:p>
          </p:txBody>
        </p:sp>
        <p:sp>
          <p:nvSpPr>
            <p:cNvPr id="129" name="Freeform: Shape 128">
              <a:extLst>
                <a:ext uri="{FF2B5EF4-FFF2-40B4-BE49-F238E27FC236}">
                  <a16:creationId xmlns:a16="http://schemas.microsoft.com/office/drawing/2014/main" id="{F40385BC-4673-C0F1-F116-50D6B199527E}"/>
                </a:ext>
              </a:extLst>
            </p:cNvPr>
            <p:cNvSpPr/>
            <p:nvPr/>
          </p:nvSpPr>
          <p:spPr>
            <a:xfrm>
              <a:off x="5326867" y="6145558"/>
              <a:ext cx="523403" cy="183004"/>
            </a:xfrm>
            <a:custGeom>
              <a:avLst/>
              <a:gdLst>
                <a:gd name="connsiteX0" fmla="*/ 239811 w 523403"/>
                <a:gd name="connsiteY0" fmla="*/ 20373 h 183004"/>
                <a:gd name="connsiteX1" fmla="*/ 140843 w 523403"/>
                <a:gd name="connsiteY1" fmla="*/ 39939 h 183004"/>
                <a:gd name="connsiteX2" fmla="*/ 40696 w 523403"/>
                <a:gd name="connsiteY2" fmla="*/ 1236 h 183004"/>
                <a:gd name="connsiteX3" fmla="*/ 0 w 523403"/>
                <a:gd name="connsiteY3" fmla="*/ 176530 h 183004"/>
                <a:gd name="connsiteX4" fmla="*/ 518101 w 523403"/>
                <a:gd name="connsiteY4" fmla="*/ 168259 h 183004"/>
                <a:gd name="connsiteX5" fmla="*/ 239811 w 523403"/>
                <a:gd name="connsiteY5" fmla="*/ 20373 h 18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403" h="183004">
                  <a:moveTo>
                    <a:pt x="239811" y="20373"/>
                  </a:moveTo>
                  <a:cubicBezTo>
                    <a:pt x="239811" y="20373"/>
                    <a:pt x="174217" y="36610"/>
                    <a:pt x="140843" y="39939"/>
                  </a:cubicBezTo>
                  <a:cubicBezTo>
                    <a:pt x="107468" y="43272"/>
                    <a:pt x="64633" y="-8567"/>
                    <a:pt x="40696" y="1236"/>
                  </a:cubicBezTo>
                  <a:cubicBezTo>
                    <a:pt x="14347" y="12027"/>
                    <a:pt x="0" y="176530"/>
                    <a:pt x="0" y="176530"/>
                  </a:cubicBezTo>
                  <a:cubicBezTo>
                    <a:pt x="0" y="176530"/>
                    <a:pt x="419062" y="195612"/>
                    <a:pt x="518101" y="168259"/>
                  </a:cubicBezTo>
                  <a:cubicBezTo>
                    <a:pt x="557339" y="157424"/>
                    <a:pt x="370202" y="70337"/>
                    <a:pt x="239811" y="20373"/>
                  </a:cubicBezTo>
                  <a:close/>
                </a:path>
              </a:pathLst>
            </a:custGeom>
            <a:solidFill>
              <a:srgbClr val="F47458"/>
            </a:solidFill>
            <a:ln w="3428" cap="flat">
              <a:noFill/>
              <a:prstDash val="solid"/>
              <a:miter/>
            </a:ln>
          </p:spPr>
          <p:txBody>
            <a:bodyPr rtlCol="0" anchor="ctr"/>
            <a:lstStyle/>
            <a:p>
              <a:endParaRPr lang="en-IN"/>
            </a:p>
          </p:txBody>
        </p:sp>
        <p:sp>
          <p:nvSpPr>
            <p:cNvPr id="130" name="Freeform: Shape 129">
              <a:extLst>
                <a:ext uri="{FF2B5EF4-FFF2-40B4-BE49-F238E27FC236}">
                  <a16:creationId xmlns:a16="http://schemas.microsoft.com/office/drawing/2014/main" id="{B99A219D-ADAC-7C6F-93BA-FC7CA4F86F74}"/>
                </a:ext>
              </a:extLst>
            </p:cNvPr>
            <p:cNvSpPr/>
            <p:nvPr/>
          </p:nvSpPr>
          <p:spPr>
            <a:xfrm>
              <a:off x="3885316" y="4417206"/>
              <a:ext cx="1633266" cy="1632100"/>
            </a:xfrm>
            <a:custGeom>
              <a:avLst/>
              <a:gdLst>
                <a:gd name="connsiteX0" fmla="*/ 13520 w 1633266"/>
                <a:gd name="connsiteY0" fmla="*/ 212725 h 1632100"/>
                <a:gd name="connsiteX1" fmla="*/ 775886 w 1633266"/>
                <a:gd name="connsiteY1" fmla="*/ 35888 h 1632100"/>
                <a:gd name="connsiteX2" fmla="*/ 1200297 w 1633266"/>
                <a:gd name="connsiteY2" fmla="*/ 51607 h 1632100"/>
                <a:gd name="connsiteX3" fmla="*/ 1633267 w 1633266"/>
                <a:gd name="connsiteY3" fmla="*/ 1622041 h 1632100"/>
                <a:gd name="connsiteX4" fmla="*/ 1440711 w 1633266"/>
                <a:gd name="connsiteY4" fmla="*/ 1629900 h 1632100"/>
                <a:gd name="connsiteX5" fmla="*/ 1017566 w 1633266"/>
                <a:gd name="connsiteY5" fmla="*/ 878856 h 1632100"/>
                <a:gd name="connsiteX6" fmla="*/ 939508 w 1633266"/>
                <a:gd name="connsiteY6" fmla="*/ 647845 h 1632100"/>
                <a:gd name="connsiteX7" fmla="*/ 909501 w 1633266"/>
                <a:gd name="connsiteY7" fmla="*/ 432788 h 1632100"/>
                <a:gd name="connsiteX8" fmla="*/ 599053 w 1633266"/>
                <a:gd name="connsiteY8" fmla="*/ 523173 h 1632100"/>
                <a:gd name="connsiteX9" fmla="*/ 96049 w 1633266"/>
                <a:gd name="connsiteY9" fmla="*/ 511384 h 1632100"/>
                <a:gd name="connsiteX10" fmla="*/ 13520 w 1633266"/>
                <a:gd name="connsiteY10" fmla="*/ 212725 h 1632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33266" h="1632100">
                  <a:moveTo>
                    <a:pt x="13520" y="212725"/>
                  </a:moveTo>
                  <a:lnTo>
                    <a:pt x="775886" y="35888"/>
                  </a:lnTo>
                  <a:cubicBezTo>
                    <a:pt x="775886" y="35888"/>
                    <a:pt x="1117771" y="-54494"/>
                    <a:pt x="1200297" y="51607"/>
                  </a:cubicBezTo>
                  <a:cubicBezTo>
                    <a:pt x="1282819" y="157707"/>
                    <a:pt x="1633267" y="1622041"/>
                    <a:pt x="1633267" y="1622041"/>
                  </a:cubicBezTo>
                  <a:cubicBezTo>
                    <a:pt x="1633267" y="1622041"/>
                    <a:pt x="1452500" y="1637759"/>
                    <a:pt x="1440711" y="1629900"/>
                  </a:cubicBezTo>
                  <a:lnTo>
                    <a:pt x="1017566" y="878856"/>
                  </a:lnTo>
                  <a:cubicBezTo>
                    <a:pt x="977316" y="807420"/>
                    <a:pt x="950841" y="729054"/>
                    <a:pt x="939508" y="647845"/>
                  </a:cubicBezTo>
                  <a:lnTo>
                    <a:pt x="909501" y="432788"/>
                  </a:lnTo>
                  <a:lnTo>
                    <a:pt x="599053" y="523173"/>
                  </a:lnTo>
                  <a:cubicBezTo>
                    <a:pt x="599053" y="523173"/>
                    <a:pt x="241446" y="601766"/>
                    <a:pt x="96049" y="511384"/>
                  </a:cubicBezTo>
                  <a:cubicBezTo>
                    <a:pt x="-49347" y="421003"/>
                    <a:pt x="13520" y="212725"/>
                    <a:pt x="13520" y="212725"/>
                  </a:cubicBezTo>
                  <a:close/>
                </a:path>
              </a:pathLst>
            </a:custGeom>
            <a:solidFill>
              <a:srgbClr val="0E2E35"/>
            </a:solidFill>
            <a:ln w="3428" cap="flat">
              <a:noFill/>
              <a:prstDash val="solid"/>
              <a:miter/>
            </a:ln>
          </p:spPr>
          <p:txBody>
            <a:bodyPr rtlCol="0" anchor="ctr"/>
            <a:lstStyle/>
            <a:p>
              <a:endParaRPr lang="en-IN"/>
            </a:p>
          </p:txBody>
        </p:sp>
        <p:sp>
          <p:nvSpPr>
            <p:cNvPr id="131" name="Freeform: Shape 130">
              <a:extLst>
                <a:ext uri="{FF2B5EF4-FFF2-40B4-BE49-F238E27FC236}">
                  <a16:creationId xmlns:a16="http://schemas.microsoft.com/office/drawing/2014/main" id="{B7D7358E-695A-BA1A-C689-28E316C3744B}"/>
                </a:ext>
              </a:extLst>
            </p:cNvPr>
            <p:cNvSpPr/>
            <p:nvPr/>
          </p:nvSpPr>
          <p:spPr>
            <a:xfrm>
              <a:off x="4076328" y="3315599"/>
              <a:ext cx="360240" cy="668806"/>
            </a:xfrm>
            <a:custGeom>
              <a:avLst/>
              <a:gdLst>
                <a:gd name="connsiteX0" fmla="*/ 115273 w 360240"/>
                <a:gd name="connsiteY0" fmla="*/ 0 h 668806"/>
                <a:gd name="connsiteX1" fmla="*/ 208562 w 360240"/>
                <a:gd name="connsiteY1" fmla="*/ 102383 h 668806"/>
                <a:gd name="connsiteX2" fmla="*/ 360240 w 360240"/>
                <a:gd name="connsiteY2" fmla="*/ 569033 h 668806"/>
                <a:gd name="connsiteX3" fmla="*/ 91417 w 360240"/>
                <a:gd name="connsiteY3" fmla="*/ 668806 h 668806"/>
                <a:gd name="connsiteX4" fmla="*/ 56880 w 360240"/>
                <a:gd name="connsiteY4" fmla="*/ 595628 h 668806"/>
                <a:gd name="connsiteX5" fmla="*/ 0 w 360240"/>
                <a:gd name="connsiteY5" fmla="*/ 32267 h 668806"/>
                <a:gd name="connsiteX6" fmla="*/ 115273 w 360240"/>
                <a:gd name="connsiteY6" fmla="*/ 0 h 66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240" h="668806">
                  <a:moveTo>
                    <a:pt x="115273" y="0"/>
                  </a:moveTo>
                  <a:cubicBezTo>
                    <a:pt x="127315" y="497"/>
                    <a:pt x="160309" y="11501"/>
                    <a:pt x="208562" y="102383"/>
                  </a:cubicBezTo>
                  <a:cubicBezTo>
                    <a:pt x="270184" y="218442"/>
                    <a:pt x="360240" y="569033"/>
                    <a:pt x="360240" y="569033"/>
                  </a:cubicBezTo>
                  <a:lnTo>
                    <a:pt x="91417" y="668806"/>
                  </a:lnTo>
                  <a:lnTo>
                    <a:pt x="56880" y="595628"/>
                  </a:lnTo>
                  <a:lnTo>
                    <a:pt x="0" y="32267"/>
                  </a:lnTo>
                  <a:cubicBezTo>
                    <a:pt x="3" y="32264"/>
                    <a:pt x="111936" y="-137"/>
                    <a:pt x="115273" y="0"/>
                  </a:cubicBezTo>
                  <a:close/>
                </a:path>
              </a:pathLst>
            </a:custGeom>
            <a:solidFill>
              <a:srgbClr val="EAB054"/>
            </a:solidFill>
            <a:ln w="3428" cap="flat">
              <a:noFill/>
              <a:prstDash val="solid"/>
              <a:miter/>
            </a:ln>
          </p:spPr>
          <p:txBody>
            <a:bodyPr rtlCol="0" anchor="ctr"/>
            <a:lstStyle/>
            <a:p>
              <a:endParaRPr lang="en-IN"/>
            </a:p>
          </p:txBody>
        </p:sp>
        <p:sp>
          <p:nvSpPr>
            <p:cNvPr id="132" name="Freeform: Shape 131">
              <a:extLst>
                <a:ext uri="{FF2B5EF4-FFF2-40B4-BE49-F238E27FC236}">
                  <a16:creationId xmlns:a16="http://schemas.microsoft.com/office/drawing/2014/main" id="{8A891CD1-093E-C029-258D-AC4F95EEBFFC}"/>
                </a:ext>
              </a:extLst>
            </p:cNvPr>
            <p:cNvSpPr/>
            <p:nvPr/>
          </p:nvSpPr>
          <p:spPr>
            <a:xfrm>
              <a:off x="3359472" y="3265062"/>
              <a:ext cx="849181" cy="1419887"/>
            </a:xfrm>
            <a:custGeom>
              <a:avLst/>
              <a:gdLst>
                <a:gd name="connsiteX0" fmla="*/ 476775 w 849181"/>
                <a:gd name="connsiteY0" fmla="*/ 1 h 1419887"/>
                <a:gd name="connsiteX1" fmla="*/ 832129 w 849181"/>
                <a:gd name="connsiteY1" fmla="*/ 50565 h 1419887"/>
                <a:gd name="connsiteX2" fmla="*/ 773740 w 849181"/>
                <a:gd name="connsiteY2" fmla="*/ 1028187 h 1419887"/>
                <a:gd name="connsiteX3" fmla="*/ 796557 w 849181"/>
                <a:gd name="connsiteY3" fmla="*/ 1419888 h 1419887"/>
                <a:gd name="connsiteX4" fmla="*/ 0 w 849181"/>
                <a:gd name="connsiteY4" fmla="*/ 1409409 h 1419887"/>
                <a:gd name="connsiteX5" fmla="*/ 58818 w 849181"/>
                <a:gd name="connsiteY5" fmla="*/ 574835 h 1419887"/>
                <a:gd name="connsiteX6" fmla="*/ 22419 w 849181"/>
                <a:gd name="connsiteY6" fmla="*/ 54299 h 1419887"/>
                <a:gd name="connsiteX7" fmla="*/ 201385 w 849181"/>
                <a:gd name="connsiteY7" fmla="*/ 23562 h 1419887"/>
                <a:gd name="connsiteX8" fmla="*/ 476775 w 849181"/>
                <a:gd name="connsiteY8" fmla="*/ 1 h 1419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181" h="1419887">
                  <a:moveTo>
                    <a:pt x="476775" y="1"/>
                  </a:moveTo>
                  <a:cubicBezTo>
                    <a:pt x="553643" y="104"/>
                    <a:pt x="743846" y="22454"/>
                    <a:pt x="832129" y="50565"/>
                  </a:cubicBezTo>
                  <a:cubicBezTo>
                    <a:pt x="832129" y="50565"/>
                    <a:pt x="896982" y="606073"/>
                    <a:pt x="773740" y="1028187"/>
                  </a:cubicBezTo>
                  <a:cubicBezTo>
                    <a:pt x="746154" y="1122680"/>
                    <a:pt x="796557" y="1419888"/>
                    <a:pt x="796557" y="1419888"/>
                  </a:cubicBezTo>
                  <a:lnTo>
                    <a:pt x="0" y="1409409"/>
                  </a:lnTo>
                  <a:cubicBezTo>
                    <a:pt x="0" y="1409409"/>
                    <a:pt x="94366" y="690893"/>
                    <a:pt x="58818" y="574835"/>
                  </a:cubicBezTo>
                  <a:cubicBezTo>
                    <a:pt x="23266" y="458777"/>
                    <a:pt x="22419" y="54299"/>
                    <a:pt x="22419" y="54299"/>
                  </a:cubicBezTo>
                  <a:cubicBezTo>
                    <a:pt x="22419" y="54299"/>
                    <a:pt x="27874" y="53452"/>
                    <a:pt x="201385" y="23562"/>
                  </a:cubicBezTo>
                  <a:cubicBezTo>
                    <a:pt x="282317" y="9623"/>
                    <a:pt x="394702" y="-105"/>
                    <a:pt x="476775" y="1"/>
                  </a:cubicBezTo>
                  <a:close/>
                </a:path>
              </a:pathLst>
            </a:custGeom>
            <a:solidFill>
              <a:srgbClr val="F7CC7F"/>
            </a:solidFill>
            <a:ln w="3428" cap="flat">
              <a:noFill/>
              <a:prstDash val="solid"/>
              <a:miter/>
            </a:ln>
          </p:spPr>
          <p:txBody>
            <a:bodyPr rtlCol="0" anchor="ctr"/>
            <a:lstStyle/>
            <a:p>
              <a:endParaRPr lang="en-IN"/>
            </a:p>
          </p:txBody>
        </p:sp>
        <p:sp>
          <p:nvSpPr>
            <p:cNvPr id="133" name="Freeform: Shape 132">
              <a:extLst>
                <a:ext uri="{FF2B5EF4-FFF2-40B4-BE49-F238E27FC236}">
                  <a16:creationId xmlns:a16="http://schemas.microsoft.com/office/drawing/2014/main" id="{58CA1030-DCB7-1444-E1E3-6C46ADECB8C3}"/>
                </a:ext>
              </a:extLst>
            </p:cNvPr>
            <p:cNvSpPr/>
            <p:nvPr/>
          </p:nvSpPr>
          <p:spPr>
            <a:xfrm>
              <a:off x="3249009" y="3380267"/>
              <a:ext cx="1049571" cy="1143455"/>
            </a:xfrm>
            <a:custGeom>
              <a:avLst/>
              <a:gdLst>
                <a:gd name="connsiteX0" fmla="*/ 124214 w 1049571"/>
                <a:gd name="connsiteY0" fmla="*/ 844 h 1143455"/>
                <a:gd name="connsiteX1" fmla="*/ 245165 w 1049571"/>
                <a:gd name="connsiteY1" fmla="*/ 917049 h 1143455"/>
                <a:gd name="connsiteX2" fmla="*/ 664175 w 1049571"/>
                <a:gd name="connsiteY2" fmla="*/ 912858 h 1143455"/>
                <a:gd name="connsiteX3" fmla="*/ 779941 w 1049571"/>
                <a:gd name="connsiteY3" fmla="*/ 884692 h 1143455"/>
                <a:gd name="connsiteX4" fmla="*/ 845737 w 1049571"/>
                <a:gd name="connsiteY4" fmla="*/ 881586 h 1143455"/>
                <a:gd name="connsiteX5" fmla="*/ 999922 w 1049571"/>
                <a:gd name="connsiteY5" fmla="*/ 950762 h 1143455"/>
                <a:gd name="connsiteX6" fmla="*/ 1047280 w 1049571"/>
                <a:gd name="connsiteY6" fmla="*/ 1021057 h 1143455"/>
                <a:gd name="connsiteX7" fmla="*/ 971451 w 1049571"/>
                <a:gd name="connsiteY7" fmla="*/ 974745 h 1143455"/>
                <a:gd name="connsiteX8" fmla="*/ 937644 w 1049571"/>
                <a:gd name="connsiteY8" fmla="*/ 955841 h 1143455"/>
                <a:gd name="connsiteX9" fmla="*/ 1048446 w 1049571"/>
                <a:gd name="connsiteY9" fmla="*/ 1070428 h 1143455"/>
                <a:gd name="connsiteX10" fmla="*/ 913148 w 1049571"/>
                <a:gd name="connsiteY10" fmla="*/ 997503 h 1143455"/>
                <a:gd name="connsiteX11" fmla="*/ 999737 w 1049571"/>
                <a:gd name="connsiteY11" fmla="*/ 1119771 h 1143455"/>
                <a:gd name="connsiteX12" fmla="*/ 858942 w 1049571"/>
                <a:gd name="connsiteY12" fmla="*/ 1023437 h 1143455"/>
                <a:gd name="connsiteX13" fmla="*/ 789988 w 1049571"/>
                <a:gd name="connsiteY13" fmla="*/ 1041967 h 1143455"/>
                <a:gd name="connsiteX14" fmla="*/ 739500 w 1049571"/>
                <a:gd name="connsiteY14" fmla="*/ 1044772 h 1143455"/>
                <a:gd name="connsiteX15" fmla="*/ 672360 w 1049571"/>
                <a:gd name="connsiteY15" fmla="*/ 1038291 h 1143455"/>
                <a:gd name="connsiteX16" fmla="*/ 616940 w 1049571"/>
                <a:gd name="connsiteY16" fmla="*/ 1046353 h 1143455"/>
                <a:gd name="connsiteX17" fmla="*/ 503790 w 1049571"/>
                <a:gd name="connsiteY17" fmla="*/ 1067904 h 1143455"/>
                <a:gd name="connsiteX18" fmla="*/ 156192 w 1049571"/>
                <a:gd name="connsiteY18" fmla="*/ 1143455 h 1143455"/>
                <a:gd name="connsiteX19" fmla="*/ 124214 w 1049571"/>
                <a:gd name="connsiteY19" fmla="*/ 844 h 1143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49571" h="1143455">
                  <a:moveTo>
                    <a:pt x="124214" y="844"/>
                  </a:moveTo>
                  <a:cubicBezTo>
                    <a:pt x="198692" y="-27000"/>
                    <a:pt x="235125" y="641778"/>
                    <a:pt x="245165" y="917049"/>
                  </a:cubicBezTo>
                  <a:cubicBezTo>
                    <a:pt x="377051" y="929695"/>
                    <a:pt x="606935" y="917144"/>
                    <a:pt x="664175" y="912858"/>
                  </a:cubicBezTo>
                  <a:cubicBezTo>
                    <a:pt x="691096" y="910842"/>
                    <a:pt x="753168" y="888187"/>
                    <a:pt x="779941" y="884692"/>
                  </a:cubicBezTo>
                  <a:cubicBezTo>
                    <a:pt x="807377" y="881109"/>
                    <a:pt x="832247" y="879247"/>
                    <a:pt x="845737" y="881586"/>
                  </a:cubicBezTo>
                  <a:cubicBezTo>
                    <a:pt x="850688" y="882443"/>
                    <a:pt x="988161" y="938473"/>
                    <a:pt x="999922" y="950762"/>
                  </a:cubicBezTo>
                  <a:cubicBezTo>
                    <a:pt x="1014509" y="965997"/>
                    <a:pt x="1053932" y="1004433"/>
                    <a:pt x="1047280" y="1021057"/>
                  </a:cubicBezTo>
                  <a:cubicBezTo>
                    <a:pt x="1040627" y="1037677"/>
                    <a:pt x="971451" y="974745"/>
                    <a:pt x="971451" y="974745"/>
                  </a:cubicBezTo>
                  <a:lnTo>
                    <a:pt x="937644" y="955841"/>
                  </a:lnTo>
                  <a:cubicBezTo>
                    <a:pt x="979732" y="996814"/>
                    <a:pt x="1060005" y="1050780"/>
                    <a:pt x="1048446" y="1070428"/>
                  </a:cubicBezTo>
                  <a:cubicBezTo>
                    <a:pt x="1037168" y="1089592"/>
                    <a:pt x="964757" y="1034828"/>
                    <a:pt x="913148" y="997503"/>
                  </a:cubicBezTo>
                  <a:cubicBezTo>
                    <a:pt x="957413" y="1037352"/>
                    <a:pt x="1012407" y="1108657"/>
                    <a:pt x="999737" y="1119771"/>
                  </a:cubicBezTo>
                  <a:cubicBezTo>
                    <a:pt x="988349" y="1129760"/>
                    <a:pt x="925797" y="1047210"/>
                    <a:pt x="858942" y="1023437"/>
                  </a:cubicBezTo>
                  <a:cubicBezTo>
                    <a:pt x="834168" y="1014627"/>
                    <a:pt x="809475" y="1039021"/>
                    <a:pt x="789988" y="1041967"/>
                  </a:cubicBezTo>
                  <a:cubicBezTo>
                    <a:pt x="775662" y="1044134"/>
                    <a:pt x="753552" y="1048743"/>
                    <a:pt x="739500" y="1044772"/>
                  </a:cubicBezTo>
                  <a:lnTo>
                    <a:pt x="672360" y="1038291"/>
                  </a:lnTo>
                  <a:cubicBezTo>
                    <a:pt x="647702" y="1040516"/>
                    <a:pt x="641842" y="1041072"/>
                    <a:pt x="616940" y="1046353"/>
                  </a:cubicBezTo>
                  <a:cubicBezTo>
                    <a:pt x="588030" y="1052484"/>
                    <a:pt x="540604" y="1058941"/>
                    <a:pt x="503790" y="1067904"/>
                  </a:cubicBezTo>
                  <a:cubicBezTo>
                    <a:pt x="291803" y="1119524"/>
                    <a:pt x="221100" y="1143496"/>
                    <a:pt x="156192" y="1143455"/>
                  </a:cubicBezTo>
                  <a:cubicBezTo>
                    <a:pt x="-40402" y="1143345"/>
                    <a:pt x="-51804" y="66649"/>
                    <a:pt x="124214" y="844"/>
                  </a:cubicBezTo>
                  <a:close/>
                </a:path>
              </a:pathLst>
            </a:custGeom>
            <a:solidFill>
              <a:srgbClr val="F7A491"/>
            </a:solidFill>
            <a:ln w="3428" cap="flat">
              <a:noFill/>
              <a:prstDash val="solid"/>
              <a:miter/>
            </a:ln>
          </p:spPr>
          <p:txBody>
            <a:bodyPr rtlCol="0" anchor="ctr"/>
            <a:lstStyle/>
            <a:p>
              <a:endParaRPr lang="en-IN"/>
            </a:p>
          </p:txBody>
        </p:sp>
        <p:sp>
          <p:nvSpPr>
            <p:cNvPr id="134" name="Freeform: Shape 133">
              <a:extLst>
                <a:ext uri="{FF2B5EF4-FFF2-40B4-BE49-F238E27FC236}">
                  <a16:creationId xmlns:a16="http://schemas.microsoft.com/office/drawing/2014/main" id="{0735D195-8218-2E7A-292A-03FE384FAE91}"/>
                </a:ext>
              </a:extLst>
            </p:cNvPr>
            <p:cNvSpPr/>
            <p:nvPr/>
          </p:nvSpPr>
          <p:spPr>
            <a:xfrm>
              <a:off x="3226494" y="3317776"/>
              <a:ext cx="307488" cy="703538"/>
            </a:xfrm>
            <a:custGeom>
              <a:avLst/>
              <a:gdLst>
                <a:gd name="connsiteX0" fmla="*/ 5388 w 307488"/>
                <a:gd name="connsiteY0" fmla="*/ 691201 h 703538"/>
                <a:gd name="connsiteX1" fmla="*/ 152077 w 307488"/>
                <a:gd name="connsiteY1" fmla="*/ 2411 h 703538"/>
                <a:gd name="connsiteX2" fmla="*/ 305134 w 307488"/>
                <a:gd name="connsiteY2" fmla="*/ 696928 h 703538"/>
                <a:gd name="connsiteX3" fmla="*/ 5388 w 307488"/>
                <a:gd name="connsiteY3" fmla="*/ 691201 h 703538"/>
              </a:gdLst>
              <a:ahLst/>
              <a:cxnLst>
                <a:cxn ang="0">
                  <a:pos x="connsiteX0" y="connsiteY0"/>
                </a:cxn>
                <a:cxn ang="0">
                  <a:pos x="connsiteX1" y="connsiteY1"/>
                </a:cxn>
                <a:cxn ang="0">
                  <a:pos x="connsiteX2" y="connsiteY2"/>
                </a:cxn>
                <a:cxn ang="0">
                  <a:pos x="connsiteX3" y="connsiteY3"/>
                </a:cxn>
              </a:cxnLst>
              <a:rect l="l" t="t" r="r" b="b"/>
              <a:pathLst>
                <a:path w="307488" h="703538">
                  <a:moveTo>
                    <a:pt x="5388" y="691201"/>
                  </a:moveTo>
                  <a:cubicBezTo>
                    <a:pt x="-8561" y="409238"/>
                    <a:pt x="-6521" y="61706"/>
                    <a:pt x="152077" y="2411"/>
                  </a:cubicBezTo>
                  <a:cubicBezTo>
                    <a:pt x="214657" y="-20985"/>
                    <a:pt x="324974" y="119687"/>
                    <a:pt x="305134" y="696928"/>
                  </a:cubicBezTo>
                  <a:cubicBezTo>
                    <a:pt x="220465" y="703892"/>
                    <a:pt x="96164" y="709502"/>
                    <a:pt x="5388" y="691201"/>
                  </a:cubicBezTo>
                  <a:close/>
                </a:path>
              </a:pathLst>
            </a:custGeom>
            <a:solidFill>
              <a:srgbClr val="EAB054"/>
            </a:solidFill>
            <a:ln w="3428" cap="flat">
              <a:noFill/>
              <a:prstDash val="solid"/>
              <a:miter/>
            </a:ln>
          </p:spPr>
          <p:txBody>
            <a:bodyPr rtlCol="0" anchor="ctr"/>
            <a:lstStyle/>
            <a:p>
              <a:endParaRPr lang="en-IN"/>
            </a:p>
          </p:txBody>
        </p:sp>
        <p:sp>
          <p:nvSpPr>
            <p:cNvPr id="135" name="Freeform: Shape 134">
              <a:extLst>
                <a:ext uri="{FF2B5EF4-FFF2-40B4-BE49-F238E27FC236}">
                  <a16:creationId xmlns:a16="http://schemas.microsoft.com/office/drawing/2014/main" id="{80B6A9B2-92DF-D798-8485-551EB4C74277}"/>
                </a:ext>
              </a:extLst>
            </p:cNvPr>
            <p:cNvSpPr/>
            <p:nvPr/>
          </p:nvSpPr>
          <p:spPr>
            <a:xfrm>
              <a:off x="3576986" y="3836554"/>
              <a:ext cx="1473677" cy="730079"/>
            </a:xfrm>
            <a:custGeom>
              <a:avLst/>
              <a:gdLst>
                <a:gd name="connsiteX0" fmla="*/ 1421390 w 1473677"/>
                <a:gd name="connsiteY0" fmla="*/ 109 h 730079"/>
                <a:gd name="connsiteX1" fmla="*/ 670919 w 1473677"/>
                <a:gd name="connsiteY1" fmla="*/ 49133 h 730079"/>
                <a:gd name="connsiteX2" fmla="*/ 627628 w 1473677"/>
                <a:gd name="connsiteY2" fmla="*/ 82460 h 730079"/>
                <a:gd name="connsiteX3" fmla="*/ 433365 w 1473677"/>
                <a:gd name="connsiteY3" fmla="*/ 661141 h 730079"/>
                <a:gd name="connsiteX4" fmla="*/ 19625 w 1473677"/>
                <a:gd name="connsiteY4" fmla="*/ 688169 h 730079"/>
                <a:gd name="connsiteX5" fmla="*/ 46 w 1473677"/>
                <a:gd name="connsiteY5" fmla="*/ 710471 h 730079"/>
                <a:gd name="connsiteX6" fmla="*/ 46 w 1473677"/>
                <a:gd name="connsiteY6" fmla="*/ 710471 h 730079"/>
                <a:gd name="connsiteX7" fmla="*/ 22362 w 1473677"/>
                <a:gd name="connsiteY7" fmla="*/ 730034 h 730079"/>
                <a:gd name="connsiteX8" fmla="*/ 1199901 w 1473677"/>
                <a:gd name="connsiteY8" fmla="*/ 653114 h 730079"/>
                <a:gd name="connsiteX9" fmla="*/ 1271721 w 1473677"/>
                <a:gd name="connsiteY9" fmla="*/ 599680 h 730079"/>
                <a:gd name="connsiteX10" fmla="*/ 1470538 w 1473677"/>
                <a:gd name="connsiteY10" fmla="*/ 66169 h 730079"/>
                <a:gd name="connsiteX11" fmla="*/ 1421390 w 1473677"/>
                <a:gd name="connsiteY11" fmla="*/ 109 h 73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73677" h="730079">
                  <a:moveTo>
                    <a:pt x="1421390" y="109"/>
                  </a:moveTo>
                  <a:lnTo>
                    <a:pt x="670919" y="49133"/>
                  </a:lnTo>
                  <a:cubicBezTo>
                    <a:pt x="651062" y="50430"/>
                    <a:pt x="633961" y="63597"/>
                    <a:pt x="627628" y="82460"/>
                  </a:cubicBezTo>
                  <a:lnTo>
                    <a:pt x="433365" y="661141"/>
                  </a:lnTo>
                  <a:lnTo>
                    <a:pt x="19625" y="688169"/>
                  </a:lnTo>
                  <a:cubicBezTo>
                    <a:pt x="8056" y="688927"/>
                    <a:pt x="-712" y="698912"/>
                    <a:pt x="46" y="710471"/>
                  </a:cubicBezTo>
                  <a:lnTo>
                    <a:pt x="46" y="710471"/>
                  </a:lnTo>
                  <a:cubicBezTo>
                    <a:pt x="800" y="722030"/>
                    <a:pt x="10792" y="730791"/>
                    <a:pt x="22362" y="730034"/>
                  </a:cubicBezTo>
                  <a:lnTo>
                    <a:pt x="1199901" y="653114"/>
                  </a:lnTo>
                  <a:cubicBezTo>
                    <a:pt x="1232274" y="650999"/>
                    <a:pt x="1260392" y="630078"/>
                    <a:pt x="1271721" y="599680"/>
                  </a:cubicBezTo>
                  <a:lnTo>
                    <a:pt x="1470538" y="66169"/>
                  </a:lnTo>
                  <a:cubicBezTo>
                    <a:pt x="1482958" y="32842"/>
                    <a:pt x="1456880" y="-2209"/>
                    <a:pt x="1421390" y="109"/>
                  </a:cubicBezTo>
                  <a:close/>
                </a:path>
              </a:pathLst>
            </a:custGeom>
            <a:solidFill>
              <a:srgbClr val="F47458"/>
            </a:solidFill>
            <a:ln w="3428" cap="flat">
              <a:noFill/>
              <a:prstDash val="solid"/>
              <a:miter/>
            </a:ln>
          </p:spPr>
          <p:txBody>
            <a:bodyPr rtlCol="0" anchor="ctr"/>
            <a:lstStyle/>
            <a:p>
              <a:endParaRPr lang="en-IN"/>
            </a:p>
          </p:txBody>
        </p:sp>
        <p:sp>
          <p:nvSpPr>
            <p:cNvPr id="136" name="Freeform: Shape 135">
              <a:extLst>
                <a:ext uri="{FF2B5EF4-FFF2-40B4-BE49-F238E27FC236}">
                  <a16:creationId xmlns:a16="http://schemas.microsoft.com/office/drawing/2014/main" id="{9343C8D0-7107-36EE-C951-7FB63BA8C0CD}"/>
                </a:ext>
              </a:extLst>
            </p:cNvPr>
            <p:cNvSpPr/>
            <p:nvPr/>
          </p:nvSpPr>
          <p:spPr>
            <a:xfrm>
              <a:off x="4542441" y="4145065"/>
              <a:ext cx="82089" cy="93653"/>
            </a:xfrm>
            <a:custGeom>
              <a:avLst/>
              <a:gdLst>
                <a:gd name="connsiteX0" fmla="*/ 81999 w 82089"/>
                <a:gd name="connsiteY0" fmla="*/ 49181 h 93653"/>
                <a:gd name="connsiteX1" fmla="*/ 38341 w 82089"/>
                <a:gd name="connsiteY1" fmla="*/ 93593 h 93653"/>
                <a:gd name="connsiteX2" fmla="*/ 91 w 82089"/>
                <a:gd name="connsiteY2" fmla="*/ 44470 h 93653"/>
                <a:gd name="connsiteX3" fmla="*/ 43749 w 82089"/>
                <a:gd name="connsiteY3" fmla="*/ 61 h 93653"/>
                <a:gd name="connsiteX4" fmla="*/ 81999 w 82089"/>
                <a:gd name="connsiteY4" fmla="*/ 49181 h 93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089" h="93653">
                  <a:moveTo>
                    <a:pt x="81999" y="49181"/>
                  </a:moveTo>
                  <a:cubicBezTo>
                    <a:pt x="80504" y="75012"/>
                    <a:pt x="60959" y="94896"/>
                    <a:pt x="38341" y="93593"/>
                  </a:cubicBezTo>
                  <a:cubicBezTo>
                    <a:pt x="15720" y="92290"/>
                    <a:pt x="-1404" y="70300"/>
                    <a:pt x="91" y="44470"/>
                  </a:cubicBezTo>
                  <a:cubicBezTo>
                    <a:pt x="1586" y="18642"/>
                    <a:pt x="21131" y="-1242"/>
                    <a:pt x="43749" y="61"/>
                  </a:cubicBezTo>
                  <a:cubicBezTo>
                    <a:pt x="66367" y="1360"/>
                    <a:pt x="83491" y="23354"/>
                    <a:pt x="81999" y="49181"/>
                  </a:cubicBezTo>
                  <a:close/>
                </a:path>
              </a:pathLst>
            </a:custGeom>
            <a:solidFill>
              <a:srgbClr val="FFFFFF"/>
            </a:solidFill>
            <a:ln w="3428" cap="flat">
              <a:noFill/>
              <a:prstDash val="solid"/>
              <a:miter/>
            </a:ln>
          </p:spPr>
          <p:txBody>
            <a:bodyPr rtlCol="0" anchor="ctr"/>
            <a:lstStyle/>
            <a:p>
              <a:endParaRPr lang="en-IN"/>
            </a:p>
          </p:txBody>
        </p:sp>
        <p:sp>
          <p:nvSpPr>
            <p:cNvPr id="137" name="Freeform: Shape 136">
              <a:extLst>
                <a:ext uri="{FF2B5EF4-FFF2-40B4-BE49-F238E27FC236}">
                  <a16:creationId xmlns:a16="http://schemas.microsoft.com/office/drawing/2014/main" id="{7CA92984-FF21-1ECF-A760-58E035C7EDEA}"/>
                </a:ext>
              </a:extLst>
            </p:cNvPr>
            <p:cNvSpPr/>
            <p:nvPr/>
          </p:nvSpPr>
          <p:spPr>
            <a:xfrm>
              <a:off x="3353049" y="4498785"/>
              <a:ext cx="1601604" cy="1557053"/>
            </a:xfrm>
            <a:custGeom>
              <a:avLst/>
              <a:gdLst>
                <a:gd name="connsiteX0" fmla="*/ 6889 w 1601604"/>
                <a:gd name="connsiteY0" fmla="*/ 157546 h 1557053"/>
                <a:gd name="connsiteX1" fmla="*/ 837654 w 1601604"/>
                <a:gd name="connsiteY1" fmla="*/ 14107 h 1557053"/>
                <a:gd name="connsiteX2" fmla="*/ 1279367 w 1601604"/>
                <a:gd name="connsiteY2" fmla="*/ 65487 h 1557053"/>
                <a:gd name="connsiteX3" fmla="*/ 1601604 w 1601604"/>
                <a:gd name="connsiteY3" fmla="*/ 1546990 h 1557053"/>
                <a:gd name="connsiteX4" fmla="*/ 1409049 w 1601604"/>
                <a:gd name="connsiteY4" fmla="*/ 1554853 h 1557053"/>
                <a:gd name="connsiteX5" fmla="*/ 1082769 w 1601604"/>
                <a:gd name="connsiteY5" fmla="*/ 883633 h 1557053"/>
                <a:gd name="connsiteX6" fmla="*/ 1017550 w 1601604"/>
                <a:gd name="connsiteY6" fmla="*/ 676913 h 1557053"/>
                <a:gd name="connsiteX7" fmla="*/ 985961 w 1601604"/>
                <a:gd name="connsiteY7" fmla="*/ 489713 h 1557053"/>
                <a:gd name="connsiteX8" fmla="*/ 881418 w 1601604"/>
                <a:gd name="connsiteY8" fmla="*/ 525704 h 1557053"/>
                <a:gd name="connsiteX9" fmla="*/ 309145 w 1601604"/>
                <a:gd name="connsiteY9" fmla="*/ 586946 h 1557053"/>
                <a:gd name="connsiteX10" fmla="*/ 106341 w 1601604"/>
                <a:gd name="connsiteY10" fmla="*/ 530625 h 1557053"/>
                <a:gd name="connsiteX11" fmla="*/ 6889 w 1601604"/>
                <a:gd name="connsiteY11" fmla="*/ 157546 h 1557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1604" h="1557053">
                  <a:moveTo>
                    <a:pt x="6889" y="157546"/>
                  </a:moveTo>
                  <a:lnTo>
                    <a:pt x="837654" y="14107"/>
                  </a:lnTo>
                  <a:cubicBezTo>
                    <a:pt x="837654" y="14107"/>
                    <a:pt x="1196842" y="-40613"/>
                    <a:pt x="1279367" y="65487"/>
                  </a:cubicBezTo>
                  <a:cubicBezTo>
                    <a:pt x="1361889" y="171588"/>
                    <a:pt x="1601604" y="1546990"/>
                    <a:pt x="1601604" y="1546990"/>
                  </a:cubicBezTo>
                  <a:cubicBezTo>
                    <a:pt x="1601604" y="1546990"/>
                    <a:pt x="1420838" y="1562712"/>
                    <a:pt x="1409049" y="1554853"/>
                  </a:cubicBezTo>
                  <a:cubicBezTo>
                    <a:pt x="1399917" y="1548767"/>
                    <a:pt x="1181061" y="1090234"/>
                    <a:pt x="1082769" y="883633"/>
                  </a:cubicBezTo>
                  <a:cubicBezTo>
                    <a:pt x="1051575" y="818064"/>
                    <a:pt x="1029630" y="748510"/>
                    <a:pt x="1017550" y="676913"/>
                  </a:cubicBezTo>
                  <a:lnTo>
                    <a:pt x="985961" y="489713"/>
                  </a:lnTo>
                  <a:lnTo>
                    <a:pt x="881418" y="525704"/>
                  </a:lnTo>
                  <a:cubicBezTo>
                    <a:pt x="697706" y="588945"/>
                    <a:pt x="501958" y="610894"/>
                    <a:pt x="309145" y="586946"/>
                  </a:cubicBezTo>
                  <a:cubicBezTo>
                    <a:pt x="228420" y="576920"/>
                    <a:pt x="153078" y="559675"/>
                    <a:pt x="106341" y="530625"/>
                  </a:cubicBezTo>
                  <a:cubicBezTo>
                    <a:pt x="-39052" y="440240"/>
                    <a:pt x="6889" y="157546"/>
                    <a:pt x="6889" y="157546"/>
                  </a:cubicBezTo>
                  <a:close/>
                </a:path>
              </a:pathLst>
            </a:custGeom>
            <a:solidFill>
              <a:srgbClr val="184655"/>
            </a:solidFill>
            <a:ln w="3428" cap="flat">
              <a:noFill/>
              <a:prstDash val="solid"/>
              <a:miter/>
            </a:ln>
          </p:spPr>
          <p:txBody>
            <a:bodyPr rtlCol="0" anchor="ctr"/>
            <a:lstStyle/>
            <a:p>
              <a:endParaRPr lang="en-IN"/>
            </a:p>
          </p:txBody>
        </p:sp>
        <p:sp>
          <p:nvSpPr>
            <p:cNvPr id="138" name="Freeform: Shape 137">
              <a:extLst>
                <a:ext uri="{FF2B5EF4-FFF2-40B4-BE49-F238E27FC236}">
                  <a16:creationId xmlns:a16="http://schemas.microsoft.com/office/drawing/2014/main" id="{B25617A0-9A51-5B78-9C02-294E8CADBEB7}"/>
                </a:ext>
              </a:extLst>
            </p:cNvPr>
            <p:cNvSpPr/>
            <p:nvPr/>
          </p:nvSpPr>
          <p:spPr>
            <a:xfrm>
              <a:off x="3675204" y="2974767"/>
              <a:ext cx="221971" cy="518184"/>
            </a:xfrm>
            <a:custGeom>
              <a:avLst/>
              <a:gdLst>
                <a:gd name="connsiteX0" fmla="*/ 192388 w 221971"/>
                <a:gd name="connsiteY0" fmla="*/ 188945 h 518184"/>
                <a:gd name="connsiteX1" fmla="*/ 208559 w 221971"/>
                <a:gd name="connsiteY1" fmla="*/ 308908 h 518184"/>
                <a:gd name="connsiteX2" fmla="*/ 198179 w 221971"/>
                <a:gd name="connsiteY2" fmla="*/ 515063 h 518184"/>
                <a:gd name="connsiteX3" fmla="*/ 0 w 221971"/>
                <a:gd name="connsiteY3" fmla="*/ 303981 h 518184"/>
                <a:gd name="connsiteX4" fmla="*/ 16010 w 221971"/>
                <a:gd name="connsiteY4" fmla="*/ 0 h 518184"/>
                <a:gd name="connsiteX5" fmla="*/ 192388 w 221971"/>
                <a:gd name="connsiteY5" fmla="*/ 188945 h 518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1971" h="518184">
                  <a:moveTo>
                    <a:pt x="192388" y="188945"/>
                  </a:moveTo>
                  <a:lnTo>
                    <a:pt x="208559" y="308908"/>
                  </a:lnTo>
                  <a:cubicBezTo>
                    <a:pt x="208559" y="308908"/>
                    <a:pt x="244779" y="481744"/>
                    <a:pt x="198179" y="515063"/>
                  </a:cubicBezTo>
                  <a:cubicBezTo>
                    <a:pt x="151575" y="548383"/>
                    <a:pt x="0" y="303981"/>
                    <a:pt x="0" y="303981"/>
                  </a:cubicBezTo>
                  <a:lnTo>
                    <a:pt x="16010" y="0"/>
                  </a:lnTo>
                  <a:lnTo>
                    <a:pt x="192388" y="188945"/>
                  </a:lnTo>
                  <a:close/>
                </a:path>
              </a:pathLst>
            </a:custGeom>
            <a:solidFill>
              <a:srgbClr val="F7A491"/>
            </a:solidFill>
            <a:ln w="3428" cap="flat">
              <a:noFill/>
              <a:prstDash val="solid"/>
              <a:miter/>
            </a:ln>
          </p:spPr>
          <p:txBody>
            <a:bodyPr rtlCol="0" anchor="ctr"/>
            <a:lstStyle/>
            <a:p>
              <a:endParaRPr lang="en-IN"/>
            </a:p>
          </p:txBody>
        </p:sp>
        <p:sp>
          <p:nvSpPr>
            <p:cNvPr id="139" name="Freeform: Shape 138">
              <a:extLst>
                <a:ext uri="{FF2B5EF4-FFF2-40B4-BE49-F238E27FC236}">
                  <a16:creationId xmlns:a16="http://schemas.microsoft.com/office/drawing/2014/main" id="{452A1F8F-FE0E-7FE8-3167-6CBDD1F7F1B2}"/>
                </a:ext>
              </a:extLst>
            </p:cNvPr>
            <p:cNvSpPr/>
            <p:nvPr/>
          </p:nvSpPr>
          <p:spPr>
            <a:xfrm>
              <a:off x="3686043" y="2974770"/>
              <a:ext cx="195257" cy="290652"/>
            </a:xfrm>
            <a:custGeom>
              <a:avLst/>
              <a:gdLst>
                <a:gd name="connsiteX0" fmla="*/ 0 w 195257"/>
                <a:gd name="connsiteY0" fmla="*/ 98515 h 290652"/>
                <a:gd name="connsiteX1" fmla="*/ 195257 w 195257"/>
                <a:gd name="connsiteY1" fmla="*/ 290652 h 290652"/>
                <a:gd name="connsiteX2" fmla="*/ 181545 w 195257"/>
                <a:gd name="connsiteY2" fmla="*/ 188945 h 290652"/>
                <a:gd name="connsiteX3" fmla="*/ 5167 w 195257"/>
                <a:gd name="connsiteY3" fmla="*/ 0 h 290652"/>
                <a:gd name="connsiteX4" fmla="*/ 0 w 195257"/>
                <a:gd name="connsiteY4" fmla="*/ 98515 h 2906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57" h="290652">
                  <a:moveTo>
                    <a:pt x="0" y="98515"/>
                  </a:moveTo>
                  <a:cubicBezTo>
                    <a:pt x="38494" y="202194"/>
                    <a:pt x="130179" y="265929"/>
                    <a:pt x="195257" y="290652"/>
                  </a:cubicBezTo>
                  <a:lnTo>
                    <a:pt x="181545" y="188945"/>
                  </a:lnTo>
                  <a:lnTo>
                    <a:pt x="5167" y="0"/>
                  </a:lnTo>
                  <a:lnTo>
                    <a:pt x="0" y="98515"/>
                  </a:lnTo>
                  <a:close/>
                </a:path>
              </a:pathLst>
            </a:custGeom>
            <a:solidFill>
              <a:srgbClr val="F47458"/>
            </a:solidFill>
            <a:ln w="3428" cap="flat">
              <a:noFill/>
              <a:prstDash val="solid"/>
              <a:miter/>
            </a:ln>
          </p:spPr>
          <p:txBody>
            <a:bodyPr rtlCol="0" anchor="ctr"/>
            <a:lstStyle/>
            <a:p>
              <a:endParaRPr lang="en-IN"/>
            </a:p>
          </p:txBody>
        </p:sp>
        <p:sp>
          <p:nvSpPr>
            <p:cNvPr id="140" name="Freeform: Shape 139">
              <a:extLst>
                <a:ext uri="{FF2B5EF4-FFF2-40B4-BE49-F238E27FC236}">
                  <a16:creationId xmlns:a16="http://schemas.microsoft.com/office/drawing/2014/main" id="{26CB44D1-79C5-CE71-1502-1955383BB567}"/>
                </a:ext>
              </a:extLst>
            </p:cNvPr>
            <p:cNvSpPr/>
            <p:nvPr/>
          </p:nvSpPr>
          <p:spPr>
            <a:xfrm>
              <a:off x="3654500" y="2641932"/>
              <a:ext cx="388422" cy="567898"/>
            </a:xfrm>
            <a:custGeom>
              <a:avLst/>
              <a:gdLst>
                <a:gd name="connsiteX0" fmla="*/ 203518 w 388422"/>
                <a:gd name="connsiteY0" fmla="*/ 2039 h 567898"/>
                <a:gd name="connsiteX1" fmla="*/ 388372 w 388422"/>
                <a:gd name="connsiteY1" fmla="*/ 163816 h 567898"/>
                <a:gd name="connsiteX2" fmla="*/ 374848 w 388422"/>
                <a:gd name="connsiteY2" fmla="*/ 317685 h 567898"/>
                <a:gd name="connsiteX3" fmla="*/ 195889 w 388422"/>
                <a:gd name="connsiteY3" fmla="*/ 567221 h 567898"/>
                <a:gd name="connsiteX4" fmla="*/ 3247 w 388422"/>
                <a:gd name="connsiteY4" fmla="*/ 239803 h 567898"/>
                <a:gd name="connsiteX5" fmla="*/ 203518 w 388422"/>
                <a:gd name="connsiteY5" fmla="*/ 2039 h 567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8422" h="567898">
                  <a:moveTo>
                    <a:pt x="203518" y="2039"/>
                  </a:moveTo>
                  <a:cubicBezTo>
                    <a:pt x="302266" y="-13851"/>
                    <a:pt x="390834" y="65297"/>
                    <a:pt x="388372" y="163816"/>
                  </a:cubicBezTo>
                  <a:cubicBezTo>
                    <a:pt x="387299" y="206637"/>
                    <a:pt x="383777" y="260106"/>
                    <a:pt x="374848" y="317685"/>
                  </a:cubicBezTo>
                  <a:cubicBezTo>
                    <a:pt x="353376" y="456169"/>
                    <a:pt x="258574" y="578111"/>
                    <a:pt x="195889" y="567221"/>
                  </a:cubicBezTo>
                  <a:cubicBezTo>
                    <a:pt x="133200" y="556334"/>
                    <a:pt x="-24524" y="436874"/>
                    <a:pt x="3247" y="239803"/>
                  </a:cubicBezTo>
                  <a:cubicBezTo>
                    <a:pt x="20392" y="118135"/>
                    <a:pt x="99894" y="18711"/>
                    <a:pt x="203518" y="2039"/>
                  </a:cubicBezTo>
                  <a:close/>
                </a:path>
              </a:pathLst>
            </a:custGeom>
            <a:solidFill>
              <a:srgbClr val="F7A491"/>
            </a:solidFill>
            <a:ln w="3428" cap="flat">
              <a:noFill/>
              <a:prstDash val="solid"/>
              <a:miter/>
            </a:ln>
          </p:spPr>
          <p:txBody>
            <a:bodyPr rtlCol="0" anchor="ctr"/>
            <a:lstStyle/>
            <a:p>
              <a:endParaRPr lang="en-IN"/>
            </a:p>
          </p:txBody>
        </p:sp>
        <p:sp>
          <p:nvSpPr>
            <p:cNvPr id="141" name="Freeform: Shape 140">
              <a:extLst>
                <a:ext uri="{FF2B5EF4-FFF2-40B4-BE49-F238E27FC236}">
                  <a16:creationId xmlns:a16="http://schemas.microsoft.com/office/drawing/2014/main" id="{BCCDA5C1-ECB3-0533-C334-C76D5E073322}"/>
                </a:ext>
              </a:extLst>
            </p:cNvPr>
            <p:cNvSpPr/>
            <p:nvPr/>
          </p:nvSpPr>
          <p:spPr>
            <a:xfrm>
              <a:off x="3610049" y="2841723"/>
              <a:ext cx="92207" cy="111401"/>
            </a:xfrm>
            <a:custGeom>
              <a:avLst/>
              <a:gdLst>
                <a:gd name="connsiteX0" fmla="*/ 91192 w 92207"/>
                <a:gd name="connsiteY0" fmla="*/ 63535 h 111401"/>
                <a:gd name="connsiteX1" fmla="*/ 36527 w 92207"/>
                <a:gd name="connsiteY1" fmla="*/ 110841 h 111401"/>
                <a:gd name="connsiteX2" fmla="*/ 1016 w 92207"/>
                <a:gd name="connsiteY2" fmla="*/ 47868 h 111401"/>
                <a:gd name="connsiteX3" fmla="*/ 55681 w 92207"/>
                <a:gd name="connsiteY3" fmla="*/ 561 h 111401"/>
                <a:gd name="connsiteX4" fmla="*/ 91192 w 92207"/>
                <a:gd name="connsiteY4" fmla="*/ 63535 h 111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07" h="111401">
                  <a:moveTo>
                    <a:pt x="91192" y="63535"/>
                  </a:moveTo>
                  <a:cubicBezTo>
                    <a:pt x="85904" y="93984"/>
                    <a:pt x="61425" y="115168"/>
                    <a:pt x="36527" y="110841"/>
                  </a:cubicBezTo>
                  <a:cubicBezTo>
                    <a:pt x="11625" y="106517"/>
                    <a:pt x="-4275" y="78320"/>
                    <a:pt x="1016" y="47868"/>
                  </a:cubicBezTo>
                  <a:cubicBezTo>
                    <a:pt x="6303" y="17414"/>
                    <a:pt x="30783" y="-3767"/>
                    <a:pt x="55681" y="561"/>
                  </a:cubicBezTo>
                  <a:cubicBezTo>
                    <a:pt x="80582" y="4888"/>
                    <a:pt x="96483" y="33082"/>
                    <a:pt x="91192" y="63535"/>
                  </a:cubicBezTo>
                  <a:close/>
                </a:path>
              </a:pathLst>
            </a:custGeom>
            <a:solidFill>
              <a:srgbClr val="F7A491"/>
            </a:solidFill>
            <a:ln w="3428" cap="flat">
              <a:noFill/>
              <a:prstDash val="solid"/>
              <a:miter/>
            </a:ln>
          </p:spPr>
          <p:txBody>
            <a:bodyPr rtlCol="0" anchor="ctr"/>
            <a:lstStyle/>
            <a:p>
              <a:endParaRPr lang="en-IN"/>
            </a:p>
          </p:txBody>
        </p:sp>
        <p:sp>
          <p:nvSpPr>
            <p:cNvPr id="142" name="Freeform: Shape 141">
              <a:extLst>
                <a:ext uri="{FF2B5EF4-FFF2-40B4-BE49-F238E27FC236}">
                  <a16:creationId xmlns:a16="http://schemas.microsoft.com/office/drawing/2014/main" id="{6D7A4AB7-F220-38D2-D79F-BF4D345E8769}"/>
                </a:ext>
              </a:extLst>
            </p:cNvPr>
            <p:cNvSpPr/>
            <p:nvPr/>
          </p:nvSpPr>
          <p:spPr>
            <a:xfrm>
              <a:off x="3641795" y="2595972"/>
              <a:ext cx="421781" cy="249878"/>
            </a:xfrm>
            <a:custGeom>
              <a:avLst/>
              <a:gdLst>
                <a:gd name="connsiteX0" fmla="*/ 23934 w 421781"/>
                <a:gd name="connsiteY0" fmla="*/ 246312 h 249878"/>
                <a:gd name="connsiteX1" fmla="*/ 127854 w 421781"/>
                <a:gd name="connsiteY1" fmla="*/ 216497 h 249878"/>
                <a:gd name="connsiteX2" fmla="*/ 384408 w 421781"/>
                <a:gd name="connsiteY2" fmla="*/ 106546 h 249878"/>
                <a:gd name="connsiteX3" fmla="*/ 261670 w 421781"/>
                <a:gd name="connsiteY3" fmla="*/ 854 h 249878"/>
                <a:gd name="connsiteX4" fmla="*/ 128704 w 421781"/>
                <a:gd name="connsiteY4" fmla="*/ 0 h 249878"/>
                <a:gd name="connsiteX5" fmla="*/ 30683 w 421781"/>
                <a:gd name="connsiteY5" fmla="*/ 86088 h 249878"/>
                <a:gd name="connsiteX6" fmla="*/ 0 w 421781"/>
                <a:gd name="connsiteY6" fmla="*/ 187518 h 249878"/>
                <a:gd name="connsiteX7" fmla="*/ 23934 w 421781"/>
                <a:gd name="connsiteY7" fmla="*/ 246312 h 24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1781" h="249878">
                  <a:moveTo>
                    <a:pt x="23934" y="246312"/>
                  </a:moveTo>
                  <a:cubicBezTo>
                    <a:pt x="23934" y="246312"/>
                    <a:pt x="99729" y="265082"/>
                    <a:pt x="127854" y="216497"/>
                  </a:cubicBezTo>
                  <a:cubicBezTo>
                    <a:pt x="155982" y="167915"/>
                    <a:pt x="256558" y="63076"/>
                    <a:pt x="384408" y="106546"/>
                  </a:cubicBezTo>
                  <a:cubicBezTo>
                    <a:pt x="512258" y="150015"/>
                    <a:pt x="271899" y="854"/>
                    <a:pt x="261670" y="854"/>
                  </a:cubicBezTo>
                  <a:cubicBezTo>
                    <a:pt x="251442" y="854"/>
                    <a:pt x="128704" y="0"/>
                    <a:pt x="128704" y="0"/>
                  </a:cubicBezTo>
                  <a:cubicBezTo>
                    <a:pt x="128704" y="0"/>
                    <a:pt x="34095" y="77564"/>
                    <a:pt x="30683" y="86088"/>
                  </a:cubicBezTo>
                  <a:cubicBezTo>
                    <a:pt x="27274" y="94613"/>
                    <a:pt x="0" y="187518"/>
                    <a:pt x="0" y="187518"/>
                  </a:cubicBezTo>
                  <a:lnTo>
                    <a:pt x="23934" y="246312"/>
                  </a:lnTo>
                  <a:close/>
                </a:path>
              </a:pathLst>
            </a:custGeom>
            <a:solidFill>
              <a:srgbClr val="0E2E35"/>
            </a:solidFill>
            <a:ln w="3428" cap="flat">
              <a:noFill/>
              <a:prstDash val="solid"/>
              <a:miter/>
            </a:ln>
          </p:spPr>
          <p:txBody>
            <a:bodyPr rtlCol="0" anchor="ctr"/>
            <a:lstStyle/>
            <a:p>
              <a:endParaRPr lang="en-IN"/>
            </a:p>
          </p:txBody>
        </p:sp>
        <p:grpSp>
          <p:nvGrpSpPr>
            <p:cNvPr id="143" name="Graphic 2">
              <a:extLst>
                <a:ext uri="{FF2B5EF4-FFF2-40B4-BE49-F238E27FC236}">
                  <a16:creationId xmlns:a16="http://schemas.microsoft.com/office/drawing/2014/main" id="{8F162135-6214-DA2B-A853-40A194AE7BD6}"/>
                </a:ext>
              </a:extLst>
            </p:cNvPr>
            <p:cNvGrpSpPr/>
            <p:nvPr/>
          </p:nvGrpSpPr>
          <p:grpSpPr>
            <a:xfrm>
              <a:off x="7379678" y="5641735"/>
              <a:ext cx="2148691" cy="686668"/>
              <a:chOff x="7379678" y="5641735"/>
              <a:chExt cx="2148691" cy="686668"/>
            </a:xfrm>
          </p:grpSpPr>
          <p:sp>
            <p:nvSpPr>
              <p:cNvPr id="144" name="Freeform: Shape 143">
                <a:extLst>
                  <a:ext uri="{FF2B5EF4-FFF2-40B4-BE49-F238E27FC236}">
                    <a16:creationId xmlns:a16="http://schemas.microsoft.com/office/drawing/2014/main" id="{322D7ED2-2633-E827-8E76-B9278FD43023}"/>
                  </a:ext>
                </a:extLst>
              </p:cNvPr>
              <p:cNvSpPr/>
              <p:nvPr/>
            </p:nvSpPr>
            <p:spPr>
              <a:xfrm rot="-10800000">
                <a:off x="7379678" y="5641735"/>
                <a:ext cx="1886666" cy="686667"/>
              </a:xfrm>
              <a:custGeom>
                <a:avLst/>
                <a:gdLst>
                  <a:gd name="connsiteX0" fmla="*/ 0 w 1886666"/>
                  <a:gd name="connsiteY0" fmla="*/ 0 h 686667"/>
                  <a:gd name="connsiteX1" fmla="*/ 1886666 w 1886666"/>
                  <a:gd name="connsiteY1" fmla="*/ 0 h 686667"/>
                  <a:gd name="connsiteX2" fmla="*/ 1886666 w 1886666"/>
                  <a:gd name="connsiteY2" fmla="*/ 686668 h 686667"/>
                  <a:gd name="connsiteX3" fmla="*/ 0 w 1886666"/>
                  <a:gd name="connsiteY3" fmla="*/ 686668 h 686667"/>
                </a:gdLst>
                <a:ahLst/>
                <a:cxnLst>
                  <a:cxn ang="0">
                    <a:pos x="connsiteX0" y="connsiteY0"/>
                  </a:cxn>
                  <a:cxn ang="0">
                    <a:pos x="connsiteX1" y="connsiteY1"/>
                  </a:cxn>
                  <a:cxn ang="0">
                    <a:pos x="connsiteX2" y="connsiteY2"/>
                  </a:cxn>
                  <a:cxn ang="0">
                    <a:pos x="connsiteX3" y="connsiteY3"/>
                  </a:cxn>
                </a:cxnLst>
                <a:rect l="l" t="t" r="r" b="b"/>
                <a:pathLst>
                  <a:path w="1886666" h="686667">
                    <a:moveTo>
                      <a:pt x="0" y="0"/>
                    </a:moveTo>
                    <a:lnTo>
                      <a:pt x="1886666" y="0"/>
                    </a:lnTo>
                    <a:lnTo>
                      <a:pt x="1886666" y="686668"/>
                    </a:lnTo>
                    <a:lnTo>
                      <a:pt x="0" y="686668"/>
                    </a:lnTo>
                    <a:close/>
                  </a:path>
                </a:pathLst>
              </a:custGeom>
              <a:solidFill>
                <a:srgbClr val="50BFA5"/>
              </a:solidFill>
              <a:ln w="3428" cap="flat">
                <a:noFill/>
                <a:prstDash val="solid"/>
                <a:miter/>
              </a:ln>
            </p:spPr>
            <p:txBody>
              <a:bodyPr rtlCol="0" anchor="ctr"/>
              <a:lstStyle/>
              <a:p>
                <a:endParaRPr lang="en-IN"/>
              </a:p>
            </p:txBody>
          </p:sp>
          <p:grpSp>
            <p:nvGrpSpPr>
              <p:cNvPr id="145" name="Graphic 2">
                <a:extLst>
                  <a:ext uri="{FF2B5EF4-FFF2-40B4-BE49-F238E27FC236}">
                    <a16:creationId xmlns:a16="http://schemas.microsoft.com/office/drawing/2014/main" id="{62E652F3-3932-21ED-E70C-6B29771C9DB1}"/>
                  </a:ext>
                </a:extLst>
              </p:cNvPr>
              <p:cNvGrpSpPr/>
              <p:nvPr/>
            </p:nvGrpSpPr>
            <p:grpSpPr>
              <a:xfrm>
                <a:off x="7379678" y="5641735"/>
                <a:ext cx="1886666" cy="686668"/>
                <a:chOff x="7379678" y="5641735"/>
                <a:chExt cx="1886666" cy="686668"/>
              </a:xfrm>
            </p:grpSpPr>
            <p:sp>
              <p:nvSpPr>
                <p:cNvPr id="146" name="Freeform: Shape 145">
                  <a:extLst>
                    <a:ext uri="{FF2B5EF4-FFF2-40B4-BE49-F238E27FC236}">
                      <a16:creationId xmlns:a16="http://schemas.microsoft.com/office/drawing/2014/main" id="{5FBFA2FB-D907-9582-EC0D-955F35AAB69C}"/>
                    </a:ext>
                  </a:extLst>
                </p:cNvPr>
                <p:cNvSpPr/>
                <p:nvPr/>
              </p:nvSpPr>
              <p:spPr>
                <a:xfrm rot="-10800000">
                  <a:off x="7379678" y="5741807"/>
                  <a:ext cx="1886666" cy="88334"/>
                </a:xfrm>
                <a:custGeom>
                  <a:avLst/>
                  <a:gdLst>
                    <a:gd name="connsiteX0" fmla="*/ 0 w 1886666"/>
                    <a:gd name="connsiteY0" fmla="*/ 0 h 88334"/>
                    <a:gd name="connsiteX1" fmla="*/ 1886666 w 1886666"/>
                    <a:gd name="connsiteY1" fmla="*/ 0 h 88334"/>
                    <a:gd name="connsiteX2" fmla="*/ 1886666 w 1886666"/>
                    <a:gd name="connsiteY2" fmla="*/ 88334 h 88334"/>
                    <a:gd name="connsiteX3" fmla="*/ 0 w 1886666"/>
                    <a:gd name="connsiteY3" fmla="*/ 88334 h 88334"/>
                  </a:gdLst>
                  <a:ahLst/>
                  <a:cxnLst>
                    <a:cxn ang="0">
                      <a:pos x="connsiteX0" y="connsiteY0"/>
                    </a:cxn>
                    <a:cxn ang="0">
                      <a:pos x="connsiteX1" y="connsiteY1"/>
                    </a:cxn>
                    <a:cxn ang="0">
                      <a:pos x="connsiteX2" y="connsiteY2"/>
                    </a:cxn>
                    <a:cxn ang="0">
                      <a:pos x="connsiteX3" y="connsiteY3"/>
                    </a:cxn>
                  </a:cxnLst>
                  <a:rect l="l" t="t" r="r" b="b"/>
                  <a:pathLst>
                    <a:path w="1886666" h="88334">
                      <a:moveTo>
                        <a:pt x="0" y="0"/>
                      </a:moveTo>
                      <a:lnTo>
                        <a:pt x="1886666" y="0"/>
                      </a:lnTo>
                      <a:lnTo>
                        <a:pt x="1886666" y="88334"/>
                      </a:lnTo>
                      <a:lnTo>
                        <a:pt x="0" y="88334"/>
                      </a:lnTo>
                      <a:close/>
                    </a:path>
                  </a:pathLst>
                </a:custGeom>
                <a:solidFill>
                  <a:srgbClr val="96D9C9"/>
                </a:solidFill>
                <a:ln w="3428" cap="flat">
                  <a:noFill/>
                  <a:prstDash val="solid"/>
                  <a:miter/>
                </a:ln>
              </p:spPr>
              <p:txBody>
                <a:bodyPr rtlCol="0" anchor="ctr"/>
                <a:lstStyle/>
                <a:p>
                  <a:endParaRPr lang="en-IN"/>
                </a:p>
              </p:txBody>
            </p:sp>
            <p:sp>
              <p:nvSpPr>
                <p:cNvPr id="147" name="Freeform: Shape 146">
                  <a:extLst>
                    <a:ext uri="{FF2B5EF4-FFF2-40B4-BE49-F238E27FC236}">
                      <a16:creationId xmlns:a16="http://schemas.microsoft.com/office/drawing/2014/main" id="{8210ABC5-640B-D35A-FC7E-09E7A74A21CF}"/>
                    </a:ext>
                  </a:extLst>
                </p:cNvPr>
                <p:cNvSpPr/>
                <p:nvPr/>
              </p:nvSpPr>
              <p:spPr>
                <a:xfrm rot="-10800000">
                  <a:off x="7379678" y="5914353"/>
                  <a:ext cx="1886666" cy="88334"/>
                </a:xfrm>
                <a:custGeom>
                  <a:avLst/>
                  <a:gdLst>
                    <a:gd name="connsiteX0" fmla="*/ 0 w 1886666"/>
                    <a:gd name="connsiteY0" fmla="*/ 0 h 88334"/>
                    <a:gd name="connsiteX1" fmla="*/ 1886666 w 1886666"/>
                    <a:gd name="connsiteY1" fmla="*/ 0 h 88334"/>
                    <a:gd name="connsiteX2" fmla="*/ 1886666 w 1886666"/>
                    <a:gd name="connsiteY2" fmla="*/ 88335 h 88334"/>
                    <a:gd name="connsiteX3" fmla="*/ 0 w 1886666"/>
                    <a:gd name="connsiteY3" fmla="*/ 88335 h 88334"/>
                  </a:gdLst>
                  <a:ahLst/>
                  <a:cxnLst>
                    <a:cxn ang="0">
                      <a:pos x="connsiteX0" y="connsiteY0"/>
                    </a:cxn>
                    <a:cxn ang="0">
                      <a:pos x="connsiteX1" y="connsiteY1"/>
                    </a:cxn>
                    <a:cxn ang="0">
                      <a:pos x="connsiteX2" y="connsiteY2"/>
                    </a:cxn>
                    <a:cxn ang="0">
                      <a:pos x="connsiteX3" y="connsiteY3"/>
                    </a:cxn>
                  </a:cxnLst>
                  <a:rect l="l" t="t" r="r" b="b"/>
                  <a:pathLst>
                    <a:path w="1886666" h="88334">
                      <a:moveTo>
                        <a:pt x="0" y="0"/>
                      </a:moveTo>
                      <a:lnTo>
                        <a:pt x="1886666" y="0"/>
                      </a:lnTo>
                      <a:lnTo>
                        <a:pt x="1886666" y="88335"/>
                      </a:lnTo>
                      <a:lnTo>
                        <a:pt x="0" y="88335"/>
                      </a:lnTo>
                      <a:close/>
                    </a:path>
                  </a:pathLst>
                </a:custGeom>
                <a:solidFill>
                  <a:srgbClr val="96D9C9"/>
                </a:solidFill>
                <a:ln w="3428" cap="flat">
                  <a:noFill/>
                  <a:prstDash val="solid"/>
                  <a:miter/>
                </a:ln>
              </p:spPr>
              <p:txBody>
                <a:bodyPr rtlCol="0" anchor="ctr"/>
                <a:lstStyle/>
                <a:p>
                  <a:endParaRPr lang="en-IN"/>
                </a:p>
              </p:txBody>
            </p:sp>
            <p:sp>
              <p:nvSpPr>
                <p:cNvPr id="148" name="Freeform: Shape 147">
                  <a:extLst>
                    <a:ext uri="{FF2B5EF4-FFF2-40B4-BE49-F238E27FC236}">
                      <a16:creationId xmlns:a16="http://schemas.microsoft.com/office/drawing/2014/main" id="{D1052902-63FC-9733-01C4-8706C5A78887}"/>
                    </a:ext>
                  </a:extLst>
                </p:cNvPr>
                <p:cNvSpPr/>
                <p:nvPr/>
              </p:nvSpPr>
              <p:spPr>
                <a:xfrm rot="-10800000">
                  <a:off x="7379678" y="6086906"/>
                  <a:ext cx="1886666" cy="88334"/>
                </a:xfrm>
                <a:custGeom>
                  <a:avLst/>
                  <a:gdLst>
                    <a:gd name="connsiteX0" fmla="*/ 0 w 1886666"/>
                    <a:gd name="connsiteY0" fmla="*/ 0 h 88334"/>
                    <a:gd name="connsiteX1" fmla="*/ 1886666 w 1886666"/>
                    <a:gd name="connsiteY1" fmla="*/ 0 h 88334"/>
                    <a:gd name="connsiteX2" fmla="*/ 1886666 w 1886666"/>
                    <a:gd name="connsiteY2" fmla="*/ 88334 h 88334"/>
                    <a:gd name="connsiteX3" fmla="*/ 0 w 1886666"/>
                    <a:gd name="connsiteY3" fmla="*/ 88334 h 88334"/>
                  </a:gdLst>
                  <a:ahLst/>
                  <a:cxnLst>
                    <a:cxn ang="0">
                      <a:pos x="connsiteX0" y="connsiteY0"/>
                    </a:cxn>
                    <a:cxn ang="0">
                      <a:pos x="connsiteX1" y="connsiteY1"/>
                    </a:cxn>
                    <a:cxn ang="0">
                      <a:pos x="connsiteX2" y="connsiteY2"/>
                    </a:cxn>
                    <a:cxn ang="0">
                      <a:pos x="connsiteX3" y="connsiteY3"/>
                    </a:cxn>
                  </a:cxnLst>
                  <a:rect l="l" t="t" r="r" b="b"/>
                  <a:pathLst>
                    <a:path w="1886666" h="88334">
                      <a:moveTo>
                        <a:pt x="0" y="0"/>
                      </a:moveTo>
                      <a:lnTo>
                        <a:pt x="1886666" y="0"/>
                      </a:lnTo>
                      <a:lnTo>
                        <a:pt x="1886666" y="88334"/>
                      </a:lnTo>
                      <a:lnTo>
                        <a:pt x="0" y="88334"/>
                      </a:lnTo>
                      <a:close/>
                    </a:path>
                  </a:pathLst>
                </a:custGeom>
                <a:solidFill>
                  <a:srgbClr val="96D9C9"/>
                </a:solidFill>
                <a:ln w="3428" cap="flat">
                  <a:noFill/>
                  <a:prstDash val="solid"/>
                  <a:miter/>
                </a:ln>
              </p:spPr>
              <p:txBody>
                <a:bodyPr rtlCol="0" anchor="ctr"/>
                <a:lstStyle/>
                <a:p>
                  <a:endParaRPr lang="en-IN"/>
                </a:p>
              </p:txBody>
            </p:sp>
            <p:sp>
              <p:nvSpPr>
                <p:cNvPr id="149" name="Freeform: Shape 148">
                  <a:extLst>
                    <a:ext uri="{FF2B5EF4-FFF2-40B4-BE49-F238E27FC236}">
                      <a16:creationId xmlns:a16="http://schemas.microsoft.com/office/drawing/2014/main" id="{235E2870-7BD1-C076-4BB9-CCD186F1FC1A}"/>
                    </a:ext>
                  </a:extLst>
                </p:cNvPr>
                <p:cNvSpPr/>
                <p:nvPr/>
              </p:nvSpPr>
              <p:spPr>
                <a:xfrm rot="-10800000">
                  <a:off x="7379678" y="6240069"/>
                  <a:ext cx="1886666" cy="88334"/>
                </a:xfrm>
                <a:custGeom>
                  <a:avLst/>
                  <a:gdLst>
                    <a:gd name="connsiteX0" fmla="*/ 0 w 1886666"/>
                    <a:gd name="connsiteY0" fmla="*/ 0 h 88334"/>
                    <a:gd name="connsiteX1" fmla="*/ 1886666 w 1886666"/>
                    <a:gd name="connsiteY1" fmla="*/ 0 h 88334"/>
                    <a:gd name="connsiteX2" fmla="*/ 1886666 w 1886666"/>
                    <a:gd name="connsiteY2" fmla="*/ 88334 h 88334"/>
                    <a:gd name="connsiteX3" fmla="*/ 0 w 1886666"/>
                    <a:gd name="connsiteY3" fmla="*/ 88334 h 88334"/>
                  </a:gdLst>
                  <a:ahLst/>
                  <a:cxnLst>
                    <a:cxn ang="0">
                      <a:pos x="connsiteX0" y="connsiteY0"/>
                    </a:cxn>
                    <a:cxn ang="0">
                      <a:pos x="connsiteX1" y="connsiteY1"/>
                    </a:cxn>
                    <a:cxn ang="0">
                      <a:pos x="connsiteX2" y="connsiteY2"/>
                    </a:cxn>
                    <a:cxn ang="0">
                      <a:pos x="connsiteX3" y="connsiteY3"/>
                    </a:cxn>
                  </a:cxnLst>
                  <a:rect l="l" t="t" r="r" b="b"/>
                  <a:pathLst>
                    <a:path w="1886666" h="88334">
                      <a:moveTo>
                        <a:pt x="0" y="0"/>
                      </a:moveTo>
                      <a:lnTo>
                        <a:pt x="1886666" y="0"/>
                      </a:lnTo>
                      <a:lnTo>
                        <a:pt x="1886666" y="88334"/>
                      </a:lnTo>
                      <a:lnTo>
                        <a:pt x="0" y="88334"/>
                      </a:lnTo>
                      <a:close/>
                    </a:path>
                  </a:pathLst>
                </a:custGeom>
                <a:solidFill>
                  <a:srgbClr val="96D9C9"/>
                </a:solidFill>
                <a:ln w="3428" cap="flat">
                  <a:noFill/>
                  <a:prstDash val="solid"/>
                  <a:miter/>
                </a:ln>
              </p:spPr>
              <p:txBody>
                <a:bodyPr rtlCol="0" anchor="ctr"/>
                <a:lstStyle/>
                <a:p>
                  <a:endParaRPr lang="en-IN"/>
                </a:p>
              </p:txBody>
            </p:sp>
            <p:sp>
              <p:nvSpPr>
                <p:cNvPr id="150" name="Freeform: Shape 149">
                  <a:extLst>
                    <a:ext uri="{FF2B5EF4-FFF2-40B4-BE49-F238E27FC236}">
                      <a16:creationId xmlns:a16="http://schemas.microsoft.com/office/drawing/2014/main" id="{F0F944F2-8F0F-82A4-DABC-8A4E19B112EC}"/>
                    </a:ext>
                  </a:extLst>
                </p:cNvPr>
                <p:cNvSpPr/>
                <p:nvPr/>
              </p:nvSpPr>
              <p:spPr>
                <a:xfrm rot="-10800000">
                  <a:off x="8082007" y="5641735"/>
                  <a:ext cx="392383" cy="686667"/>
                </a:xfrm>
                <a:custGeom>
                  <a:avLst/>
                  <a:gdLst>
                    <a:gd name="connsiteX0" fmla="*/ 0 w 392383"/>
                    <a:gd name="connsiteY0" fmla="*/ 0 h 686667"/>
                    <a:gd name="connsiteX1" fmla="*/ 392383 w 392383"/>
                    <a:gd name="connsiteY1" fmla="*/ 0 h 686667"/>
                    <a:gd name="connsiteX2" fmla="*/ 392383 w 392383"/>
                    <a:gd name="connsiteY2" fmla="*/ 686668 h 686667"/>
                    <a:gd name="connsiteX3" fmla="*/ 0 w 392383"/>
                    <a:gd name="connsiteY3" fmla="*/ 686668 h 686667"/>
                  </a:gdLst>
                  <a:ahLst/>
                  <a:cxnLst>
                    <a:cxn ang="0">
                      <a:pos x="connsiteX0" y="connsiteY0"/>
                    </a:cxn>
                    <a:cxn ang="0">
                      <a:pos x="connsiteX1" y="connsiteY1"/>
                    </a:cxn>
                    <a:cxn ang="0">
                      <a:pos x="connsiteX2" y="connsiteY2"/>
                    </a:cxn>
                    <a:cxn ang="0">
                      <a:pos x="connsiteX3" y="connsiteY3"/>
                    </a:cxn>
                  </a:cxnLst>
                  <a:rect l="l" t="t" r="r" b="b"/>
                  <a:pathLst>
                    <a:path w="392383" h="686667">
                      <a:moveTo>
                        <a:pt x="0" y="0"/>
                      </a:moveTo>
                      <a:lnTo>
                        <a:pt x="392383" y="0"/>
                      </a:lnTo>
                      <a:lnTo>
                        <a:pt x="392383" y="686668"/>
                      </a:lnTo>
                      <a:lnTo>
                        <a:pt x="0" y="686668"/>
                      </a:lnTo>
                      <a:close/>
                    </a:path>
                  </a:pathLst>
                </a:custGeom>
                <a:solidFill>
                  <a:srgbClr val="F7CC7F"/>
                </a:solidFill>
                <a:ln w="3428" cap="flat">
                  <a:noFill/>
                  <a:prstDash val="solid"/>
                  <a:miter/>
                </a:ln>
              </p:spPr>
              <p:txBody>
                <a:bodyPr rtlCol="0" anchor="ctr"/>
                <a:lstStyle/>
                <a:p>
                  <a:endParaRPr lang="en-IN"/>
                </a:p>
              </p:txBody>
            </p:sp>
          </p:grpSp>
          <p:sp>
            <p:nvSpPr>
              <p:cNvPr id="151" name="Freeform: Shape 150">
                <a:extLst>
                  <a:ext uri="{FF2B5EF4-FFF2-40B4-BE49-F238E27FC236}">
                    <a16:creationId xmlns:a16="http://schemas.microsoft.com/office/drawing/2014/main" id="{4C0A8064-424E-7A55-CB2B-41A0969E7B74}"/>
                  </a:ext>
                </a:extLst>
              </p:cNvPr>
              <p:cNvSpPr/>
              <p:nvPr/>
            </p:nvSpPr>
            <p:spPr>
              <a:xfrm rot="-10800000">
                <a:off x="9243447" y="5641735"/>
                <a:ext cx="284922" cy="686667"/>
              </a:xfrm>
              <a:custGeom>
                <a:avLst/>
                <a:gdLst>
                  <a:gd name="connsiteX0" fmla="*/ 0 w 284922"/>
                  <a:gd name="connsiteY0" fmla="*/ 0 h 686667"/>
                  <a:gd name="connsiteX1" fmla="*/ 284923 w 284922"/>
                  <a:gd name="connsiteY1" fmla="*/ 0 h 686667"/>
                  <a:gd name="connsiteX2" fmla="*/ 284923 w 284922"/>
                  <a:gd name="connsiteY2" fmla="*/ 686668 h 686667"/>
                  <a:gd name="connsiteX3" fmla="*/ 0 w 284922"/>
                  <a:gd name="connsiteY3" fmla="*/ 686668 h 686667"/>
                </a:gdLst>
                <a:ahLst/>
                <a:cxnLst>
                  <a:cxn ang="0">
                    <a:pos x="connsiteX0" y="connsiteY0"/>
                  </a:cxn>
                  <a:cxn ang="0">
                    <a:pos x="connsiteX1" y="connsiteY1"/>
                  </a:cxn>
                  <a:cxn ang="0">
                    <a:pos x="connsiteX2" y="connsiteY2"/>
                  </a:cxn>
                  <a:cxn ang="0">
                    <a:pos x="connsiteX3" y="connsiteY3"/>
                  </a:cxn>
                </a:cxnLst>
                <a:rect l="l" t="t" r="r" b="b"/>
                <a:pathLst>
                  <a:path w="284922" h="686667">
                    <a:moveTo>
                      <a:pt x="0" y="0"/>
                    </a:moveTo>
                    <a:lnTo>
                      <a:pt x="284923" y="0"/>
                    </a:lnTo>
                    <a:lnTo>
                      <a:pt x="284923" y="686668"/>
                    </a:lnTo>
                    <a:lnTo>
                      <a:pt x="0" y="686668"/>
                    </a:lnTo>
                    <a:close/>
                  </a:path>
                </a:pathLst>
              </a:custGeom>
              <a:solidFill>
                <a:srgbClr val="3C8F7C"/>
              </a:solidFill>
              <a:ln w="3428" cap="flat">
                <a:noFill/>
                <a:prstDash val="solid"/>
                <a:miter/>
              </a:ln>
            </p:spPr>
            <p:txBody>
              <a:bodyPr rtlCol="0" anchor="ctr"/>
              <a:lstStyle/>
              <a:p>
                <a:endParaRPr lang="en-IN"/>
              </a:p>
            </p:txBody>
          </p:sp>
        </p:grpSp>
        <p:sp>
          <p:nvSpPr>
            <p:cNvPr id="152" name="Freeform: Shape 151">
              <a:extLst>
                <a:ext uri="{FF2B5EF4-FFF2-40B4-BE49-F238E27FC236}">
                  <a16:creationId xmlns:a16="http://schemas.microsoft.com/office/drawing/2014/main" id="{C98F6D8C-8BD9-3339-40CA-81C80E06BD39}"/>
                </a:ext>
              </a:extLst>
            </p:cNvPr>
            <p:cNvSpPr/>
            <p:nvPr/>
          </p:nvSpPr>
          <p:spPr>
            <a:xfrm>
              <a:off x="937518" y="6318635"/>
              <a:ext cx="10425511" cy="59489"/>
            </a:xfrm>
            <a:custGeom>
              <a:avLst/>
              <a:gdLst>
                <a:gd name="connsiteX0" fmla="*/ 0 w 10425511"/>
                <a:gd name="connsiteY0" fmla="*/ 0 h 59489"/>
                <a:gd name="connsiteX1" fmla="*/ 10425511 w 10425511"/>
                <a:gd name="connsiteY1" fmla="*/ 0 h 59489"/>
                <a:gd name="connsiteX2" fmla="*/ 10425511 w 10425511"/>
                <a:gd name="connsiteY2" fmla="*/ 59490 h 59489"/>
                <a:gd name="connsiteX3" fmla="*/ 0 w 10425511"/>
                <a:gd name="connsiteY3" fmla="*/ 59490 h 59489"/>
              </a:gdLst>
              <a:ahLst/>
              <a:cxnLst>
                <a:cxn ang="0">
                  <a:pos x="connsiteX0" y="connsiteY0"/>
                </a:cxn>
                <a:cxn ang="0">
                  <a:pos x="connsiteX1" y="connsiteY1"/>
                </a:cxn>
                <a:cxn ang="0">
                  <a:pos x="connsiteX2" y="connsiteY2"/>
                </a:cxn>
                <a:cxn ang="0">
                  <a:pos x="connsiteX3" y="connsiteY3"/>
                </a:cxn>
              </a:cxnLst>
              <a:rect l="l" t="t" r="r" b="b"/>
              <a:pathLst>
                <a:path w="10425511" h="59489">
                  <a:moveTo>
                    <a:pt x="0" y="0"/>
                  </a:moveTo>
                  <a:lnTo>
                    <a:pt x="10425511" y="0"/>
                  </a:lnTo>
                  <a:lnTo>
                    <a:pt x="10425511" y="59490"/>
                  </a:lnTo>
                  <a:lnTo>
                    <a:pt x="0" y="59490"/>
                  </a:lnTo>
                  <a:close/>
                </a:path>
              </a:pathLst>
            </a:custGeom>
            <a:solidFill>
              <a:srgbClr val="0E2E35"/>
            </a:solidFill>
            <a:ln w="3428" cap="flat">
              <a:noFill/>
              <a:prstDash val="solid"/>
              <a:miter/>
            </a:ln>
          </p:spPr>
          <p:txBody>
            <a:bodyPr rtlCol="0" anchor="ctr"/>
            <a:lstStyle/>
            <a:p>
              <a:endParaRPr lang="en-IN"/>
            </a:p>
          </p:txBody>
        </p:sp>
        <p:sp>
          <p:nvSpPr>
            <p:cNvPr id="153" name="Freeform: Shape 152">
              <a:extLst>
                <a:ext uri="{FF2B5EF4-FFF2-40B4-BE49-F238E27FC236}">
                  <a16:creationId xmlns:a16="http://schemas.microsoft.com/office/drawing/2014/main" id="{8BD41D01-F951-1E4C-A4EB-559192A01D54}"/>
                </a:ext>
              </a:extLst>
            </p:cNvPr>
            <p:cNvSpPr/>
            <p:nvPr/>
          </p:nvSpPr>
          <p:spPr>
            <a:xfrm>
              <a:off x="3847354" y="712854"/>
              <a:ext cx="1518553" cy="450138"/>
            </a:xfrm>
            <a:custGeom>
              <a:avLst/>
              <a:gdLst>
                <a:gd name="connsiteX0" fmla="*/ 1518553 w 1518553"/>
                <a:gd name="connsiteY0" fmla="*/ 450139 h 450138"/>
                <a:gd name="connsiteX1" fmla="*/ 1336041 w 1518553"/>
                <a:gd name="connsiteY1" fmla="*/ 304910 h 450138"/>
                <a:gd name="connsiteX2" fmla="*/ 1288762 w 1518553"/>
                <a:gd name="connsiteY2" fmla="*/ 310938 h 450138"/>
                <a:gd name="connsiteX3" fmla="*/ 1039038 w 1518553"/>
                <a:gd name="connsiteY3" fmla="*/ 151966 h 450138"/>
                <a:gd name="connsiteX4" fmla="*/ 957000 w 1518553"/>
                <a:gd name="connsiteY4" fmla="*/ 164386 h 450138"/>
                <a:gd name="connsiteX5" fmla="*/ 665946 w 1518553"/>
                <a:gd name="connsiteY5" fmla="*/ 0 h 450138"/>
                <a:gd name="connsiteX6" fmla="*/ 346504 w 1518553"/>
                <a:gd name="connsiteY6" fmla="*/ 223766 h 450138"/>
                <a:gd name="connsiteX7" fmla="*/ 233158 w 1518553"/>
                <a:gd name="connsiteY7" fmla="*/ 194352 h 450138"/>
                <a:gd name="connsiteX8" fmla="*/ 0 w 1518553"/>
                <a:gd name="connsiteY8" fmla="*/ 427511 h 450138"/>
                <a:gd name="connsiteX9" fmla="*/ 1111 w 1518553"/>
                <a:gd name="connsiteY9" fmla="*/ 450135 h 450138"/>
                <a:gd name="connsiteX10" fmla="*/ 1518553 w 1518553"/>
                <a:gd name="connsiteY10" fmla="*/ 450135 h 450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18553" h="450138">
                  <a:moveTo>
                    <a:pt x="1518553" y="450139"/>
                  </a:moveTo>
                  <a:cubicBezTo>
                    <a:pt x="1499443" y="366965"/>
                    <a:pt x="1425013" y="304910"/>
                    <a:pt x="1336041" y="304910"/>
                  </a:cubicBezTo>
                  <a:cubicBezTo>
                    <a:pt x="1319705" y="304910"/>
                    <a:pt x="1303863" y="307012"/>
                    <a:pt x="1288762" y="310938"/>
                  </a:cubicBezTo>
                  <a:cubicBezTo>
                    <a:pt x="1244847" y="217032"/>
                    <a:pt x="1149548" y="151966"/>
                    <a:pt x="1039038" y="151966"/>
                  </a:cubicBezTo>
                  <a:cubicBezTo>
                    <a:pt x="1010465" y="151966"/>
                    <a:pt x="982913" y="156314"/>
                    <a:pt x="957000" y="164386"/>
                  </a:cubicBezTo>
                  <a:cubicBezTo>
                    <a:pt x="897506" y="65871"/>
                    <a:pt x="789421" y="0"/>
                    <a:pt x="665946" y="0"/>
                  </a:cubicBezTo>
                  <a:cubicBezTo>
                    <a:pt x="519037" y="0"/>
                    <a:pt x="393913" y="93238"/>
                    <a:pt x="346504" y="223766"/>
                  </a:cubicBezTo>
                  <a:cubicBezTo>
                    <a:pt x="312944" y="205058"/>
                    <a:pt x="274306" y="194352"/>
                    <a:pt x="233158" y="194352"/>
                  </a:cubicBezTo>
                  <a:cubicBezTo>
                    <a:pt x="104389" y="194352"/>
                    <a:pt x="0" y="298741"/>
                    <a:pt x="0" y="427511"/>
                  </a:cubicBezTo>
                  <a:cubicBezTo>
                    <a:pt x="0" y="435143"/>
                    <a:pt x="394" y="442687"/>
                    <a:pt x="1111" y="450135"/>
                  </a:cubicBezTo>
                  <a:lnTo>
                    <a:pt x="1518553" y="450135"/>
                  </a:lnTo>
                  <a:close/>
                </a:path>
              </a:pathLst>
            </a:custGeom>
            <a:solidFill>
              <a:srgbClr val="FFFFFF">
                <a:alpha val="80000"/>
              </a:srgbClr>
            </a:solidFill>
            <a:ln w="3428" cap="flat">
              <a:noFill/>
              <a:prstDash val="solid"/>
              <a:miter/>
            </a:ln>
          </p:spPr>
          <p:txBody>
            <a:bodyPr rtlCol="0" anchor="ctr"/>
            <a:lstStyle/>
            <a:p>
              <a:endParaRPr lang="en-IN"/>
            </a:p>
          </p:txBody>
        </p:sp>
        <p:sp>
          <p:nvSpPr>
            <p:cNvPr id="154" name="Freeform: Shape 153">
              <a:extLst>
                <a:ext uri="{FF2B5EF4-FFF2-40B4-BE49-F238E27FC236}">
                  <a16:creationId xmlns:a16="http://schemas.microsoft.com/office/drawing/2014/main" id="{ED9B6DA7-BC8B-766F-4172-7970C90A5139}"/>
                </a:ext>
              </a:extLst>
            </p:cNvPr>
            <p:cNvSpPr/>
            <p:nvPr/>
          </p:nvSpPr>
          <p:spPr>
            <a:xfrm>
              <a:off x="4900523" y="1747720"/>
              <a:ext cx="1149187" cy="340647"/>
            </a:xfrm>
            <a:custGeom>
              <a:avLst/>
              <a:gdLst>
                <a:gd name="connsiteX0" fmla="*/ 1149188 w 1149187"/>
                <a:gd name="connsiteY0" fmla="*/ 340647 h 340647"/>
                <a:gd name="connsiteX1" fmla="*/ 1011072 w 1149187"/>
                <a:gd name="connsiteY1" fmla="*/ 230744 h 340647"/>
                <a:gd name="connsiteX2" fmla="*/ 975293 w 1149187"/>
                <a:gd name="connsiteY2" fmla="*/ 235308 h 340647"/>
                <a:gd name="connsiteX3" fmla="*/ 786311 w 1149187"/>
                <a:gd name="connsiteY3" fmla="*/ 115002 h 340647"/>
                <a:gd name="connsiteX4" fmla="*/ 724229 w 1149187"/>
                <a:gd name="connsiteY4" fmla="*/ 124401 h 340647"/>
                <a:gd name="connsiteX5" fmla="*/ 503967 w 1149187"/>
                <a:gd name="connsiteY5" fmla="*/ 0 h 340647"/>
                <a:gd name="connsiteX6" fmla="*/ 262222 w 1149187"/>
                <a:gd name="connsiteY6" fmla="*/ 169338 h 340647"/>
                <a:gd name="connsiteX7" fmla="*/ 176446 w 1149187"/>
                <a:gd name="connsiteY7" fmla="*/ 147080 h 340647"/>
                <a:gd name="connsiteX8" fmla="*/ 0 w 1149187"/>
                <a:gd name="connsiteY8" fmla="*/ 323526 h 340647"/>
                <a:gd name="connsiteX9" fmla="*/ 840 w 1149187"/>
                <a:gd name="connsiteY9" fmla="*/ 340647 h 340647"/>
                <a:gd name="connsiteX10" fmla="*/ 1149188 w 1149187"/>
                <a:gd name="connsiteY10" fmla="*/ 340647 h 340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9187" h="340647">
                  <a:moveTo>
                    <a:pt x="1149188" y="340647"/>
                  </a:moveTo>
                  <a:cubicBezTo>
                    <a:pt x="1134728" y="277704"/>
                    <a:pt x="1078403" y="230744"/>
                    <a:pt x="1011072" y="230744"/>
                  </a:cubicBezTo>
                  <a:cubicBezTo>
                    <a:pt x="998713" y="230744"/>
                    <a:pt x="986722" y="232335"/>
                    <a:pt x="975293" y="235308"/>
                  </a:cubicBezTo>
                  <a:cubicBezTo>
                    <a:pt x="942063" y="164242"/>
                    <a:pt x="869941" y="115002"/>
                    <a:pt x="786311" y="115002"/>
                  </a:cubicBezTo>
                  <a:cubicBezTo>
                    <a:pt x="764688" y="115002"/>
                    <a:pt x="743836" y="118290"/>
                    <a:pt x="724229" y="124401"/>
                  </a:cubicBezTo>
                  <a:cubicBezTo>
                    <a:pt x="679206" y="49847"/>
                    <a:pt x="597411" y="0"/>
                    <a:pt x="503967" y="0"/>
                  </a:cubicBezTo>
                  <a:cubicBezTo>
                    <a:pt x="392792" y="0"/>
                    <a:pt x="298103" y="70562"/>
                    <a:pt x="262222" y="169338"/>
                  </a:cubicBezTo>
                  <a:cubicBezTo>
                    <a:pt x="236824" y="155179"/>
                    <a:pt x="207585" y="147080"/>
                    <a:pt x="176446" y="147080"/>
                  </a:cubicBezTo>
                  <a:cubicBezTo>
                    <a:pt x="79001" y="147080"/>
                    <a:pt x="0" y="226078"/>
                    <a:pt x="0" y="323526"/>
                  </a:cubicBezTo>
                  <a:cubicBezTo>
                    <a:pt x="0" y="329304"/>
                    <a:pt x="298" y="335010"/>
                    <a:pt x="840" y="340647"/>
                  </a:cubicBezTo>
                  <a:lnTo>
                    <a:pt x="1149188" y="340647"/>
                  </a:lnTo>
                  <a:close/>
                </a:path>
              </a:pathLst>
            </a:custGeom>
            <a:solidFill>
              <a:srgbClr val="FFFFFF">
                <a:alpha val="80000"/>
              </a:srgbClr>
            </a:solidFill>
            <a:ln w="3428" cap="flat">
              <a:noFill/>
              <a:prstDash val="solid"/>
              <a:miter/>
            </a:ln>
          </p:spPr>
          <p:txBody>
            <a:bodyPr rtlCol="0" anchor="ctr"/>
            <a:lstStyle/>
            <a:p>
              <a:endParaRPr lang="en-IN"/>
            </a:p>
          </p:txBody>
        </p:sp>
        <p:sp>
          <p:nvSpPr>
            <p:cNvPr id="155" name="Freeform: Shape 154">
              <a:extLst>
                <a:ext uri="{FF2B5EF4-FFF2-40B4-BE49-F238E27FC236}">
                  <a16:creationId xmlns:a16="http://schemas.microsoft.com/office/drawing/2014/main" id="{2D4F5BB8-423F-7698-3EC7-5C93E0D1BFA2}"/>
                </a:ext>
              </a:extLst>
            </p:cNvPr>
            <p:cNvSpPr/>
            <p:nvPr/>
          </p:nvSpPr>
          <p:spPr>
            <a:xfrm>
              <a:off x="2852004" y="1661251"/>
              <a:ext cx="1002101" cy="297044"/>
            </a:xfrm>
            <a:custGeom>
              <a:avLst/>
              <a:gdLst>
                <a:gd name="connsiteX0" fmla="*/ 0 w 1002101"/>
                <a:gd name="connsiteY0" fmla="*/ 297044 h 297044"/>
                <a:gd name="connsiteX1" fmla="*/ 120440 w 1002101"/>
                <a:gd name="connsiteY1" fmla="*/ 201207 h 297044"/>
                <a:gd name="connsiteX2" fmla="*/ 151641 w 1002101"/>
                <a:gd name="connsiteY2" fmla="*/ 205188 h 297044"/>
                <a:gd name="connsiteX3" fmla="*/ 316435 w 1002101"/>
                <a:gd name="connsiteY3" fmla="*/ 100281 h 297044"/>
                <a:gd name="connsiteX4" fmla="*/ 370572 w 1002101"/>
                <a:gd name="connsiteY4" fmla="*/ 108480 h 297044"/>
                <a:gd name="connsiteX5" fmla="*/ 562641 w 1002101"/>
                <a:gd name="connsiteY5" fmla="*/ 0 h 297044"/>
                <a:gd name="connsiteX6" fmla="*/ 773442 w 1002101"/>
                <a:gd name="connsiteY6" fmla="*/ 147663 h 297044"/>
                <a:gd name="connsiteX7" fmla="*/ 848239 w 1002101"/>
                <a:gd name="connsiteY7" fmla="*/ 128255 h 297044"/>
                <a:gd name="connsiteX8" fmla="*/ 1002101 w 1002101"/>
                <a:gd name="connsiteY8" fmla="*/ 282114 h 297044"/>
                <a:gd name="connsiteX9" fmla="*/ 1001368 w 1002101"/>
                <a:gd name="connsiteY9" fmla="*/ 297044 h 297044"/>
                <a:gd name="connsiteX10" fmla="*/ 0 w 1002101"/>
                <a:gd name="connsiteY10" fmla="*/ 297044 h 297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02101" h="297044">
                  <a:moveTo>
                    <a:pt x="0" y="297044"/>
                  </a:moveTo>
                  <a:cubicBezTo>
                    <a:pt x="12608" y="242156"/>
                    <a:pt x="61725" y="201207"/>
                    <a:pt x="120440" y="201207"/>
                  </a:cubicBezTo>
                  <a:cubicBezTo>
                    <a:pt x="131217" y="201207"/>
                    <a:pt x="141672" y="202596"/>
                    <a:pt x="151641" y="205188"/>
                  </a:cubicBezTo>
                  <a:cubicBezTo>
                    <a:pt x="180619" y="143219"/>
                    <a:pt x="243507" y="100281"/>
                    <a:pt x="316435" y="100281"/>
                  </a:cubicBezTo>
                  <a:cubicBezTo>
                    <a:pt x="335288" y="100281"/>
                    <a:pt x="353472" y="103151"/>
                    <a:pt x="370572" y="108480"/>
                  </a:cubicBezTo>
                  <a:cubicBezTo>
                    <a:pt x="409831" y="43469"/>
                    <a:pt x="481157" y="0"/>
                    <a:pt x="562641" y="0"/>
                  </a:cubicBezTo>
                  <a:cubicBezTo>
                    <a:pt x="659585" y="0"/>
                    <a:pt x="742156" y="61530"/>
                    <a:pt x="773442" y="147663"/>
                  </a:cubicBezTo>
                  <a:cubicBezTo>
                    <a:pt x="795586" y="135315"/>
                    <a:pt x="821084" y="128255"/>
                    <a:pt x="848239" y="128255"/>
                  </a:cubicBezTo>
                  <a:cubicBezTo>
                    <a:pt x="933213" y="128255"/>
                    <a:pt x="1002101" y="197140"/>
                    <a:pt x="1002101" y="282114"/>
                  </a:cubicBezTo>
                  <a:cubicBezTo>
                    <a:pt x="1002101" y="287151"/>
                    <a:pt x="1001841" y="292130"/>
                    <a:pt x="1001368" y="297044"/>
                  </a:cubicBezTo>
                  <a:lnTo>
                    <a:pt x="0" y="297044"/>
                  </a:lnTo>
                  <a:close/>
                </a:path>
              </a:pathLst>
            </a:custGeom>
            <a:solidFill>
              <a:srgbClr val="FFFFFF">
                <a:alpha val="80000"/>
              </a:srgbClr>
            </a:solidFill>
            <a:ln w="3428" cap="flat">
              <a:noFill/>
              <a:prstDash val="solid"/>
              <a:miter/>
            </a:ln>
          </p:spPr>
          <p:txBody>
            <a:bodyPr rtlCol="0" anchor="ctr"/>
            <a:lstStyle/>
            <a:p>
              <a:endParaRPr lang="en-IN"/>
            </a:p>
          </p:txBody>
        </p:sp>
        <p:grpSp>
          <p:nvGrpSpPr>
            <p:cNvPr id="156" name="Graphic 2">
              <a:extLst>
                <a:ext uri="{FF2B5EF4-FFF2-40B4-BE49-F238E27FC236}">
                  <a16:creationId xmlns:a16="http://schemas.microsoft.com/office/drawing/2014/main" id="{BA79A2CB-5827-812D-2788-5B250340617A}"/>
                </a:ext>
              </a:extLst>
            </p:cNvPr>
            <p:cNvGrpSpPr/>
            <p:nvPr/>
          </p:nvGrpSpPr>
          <p:grpSpPr>
            <a:xfrm>
              <a:off x="4833397" y="2547541"/>
              <a:ext cx="552024" cy="356759"/>
              <a:chOff x="4833397" y="2547541"/>
              <a:chExt cx="552024" cy="356759"/>
            </a:xfrm>
          </p:grpSpPr>
          <p:sp>
            <p:nvSpPr>
              <p:cNvPr id="157" name="Freeform: Shape 156">
                <a:extLst>
                  <a:ext uri="{FF2B5EF4-FFF2-40B4-BE49-F238E27FC236}">
                    <a16:creationId xmlns:a16="http://schemas.microsoft.com/office/drawing/2014/main" id="{3E58F298-07F5-1119-1EE6-E1EC805B445C}"/>
                  </a:ext>
                </a:extLst>
              </p:cNvPr>
              <p:cNvSpPr/>
              <p:nvPr/>
            </p:nvSpPr>
            <p:spPr>
              <a:xfrm>
                <a:off x="4971897" y="2547541"/>
                <a:ext cx="413520" cy="356759"/>
              </a:xfrm>
              <a:custGeom>
                <a:avLst/>
                <a:gdLst>
                  <a:gd name="connsiteX0" fmla="*/ 0 w 413520"/>
                  <a:gd name="connsiteY0" fmla="*/ 194061 h 356759"/>
                  <a:gd name="connsiteX1" fmla="*/ 13366 w 413520"/>
                  <a:gd name="connsiteY1" fmla="*/ 356760 h 356759"/>
                  <a:gd name="connsiteX2" fmla="*/ 107873 w 413520"/>
                  <a:gd name="connsiteY2" fmla="*/ 250327 h 356759"/>
                  <a:gd name="connsiteX3" fmla="*/ 413520 w 413520"/>
                  <a:gd name="connsiteY3" fmla="*/ 0 h 356759"/>
                  <a:gd name="connsiteX4" fmla="*/ 152878 w 413520"/>
                  <a:gd name="connsiteY4" fmla="*/ 82118 h 356759"/>
                  <a:gd name="connsiteX5" fmla="*/ 18664 w 413520"/>
                  <a:gd name="connsiteY5" fmla="*/ 152687 h 356759"/>
                  <a:gd name="connsiteX6" fmla="*/ 0 w 413520"/>
                  <a:gd name="connsiteY6" fmla="*/ 194061 h 356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3520" h="356759">
                    <a:moveTo>
                      <a:pt x="0" y="194061"/>
                    </a:moveTo>
                    <a:lnTo>
                      <a:pt x="13366" y="356760"/>
                    </a:lnTo>
                    <a:lnTo>
                      <a:pt x="107873" y="250327"/>
                    </a:lnTo>
                    <a:lnTo>
                      <a:pt x="413520" y="0"/>
                    </a:lnTo>
                    <a:lnTo>
                      <a:pt x="152878" y="82118"/>
                    </a:lnTo>
                    <a:cubicBezTo>
                      <a:pt x="152878" y="82118"/>
                      <a:pt x="24555" y="144457"/>
                      <a:pt x="18664" y="152687"/>
                    </a:cubicBezTo>
                    <a:cubicBezTo>
                      <a:pt x="12780" y="160916"/>
                      <a:pt x="0" y="194061"/>
                      <a:pt x="0" y="194061"/>
                    </a:cubicBezTo>
                    <a:close/>
                  </a:path>
                </a:pathLst>
              </a:custGeom>
              <a:solidFill>
                <a:srgbClr val="50BFA5"/>
              </a:solidFill>
              <a:ln w="3428" cap="flat">
                <a:noFill/>
                <a:prstDash val="solid"/>
                <a:miter/>
              </a:ln>
            </p:spPr>
            <p:txBody>
              <a:bodyPr rtlCol="0" anchor="ctr"/>
              <a:lstStyle/>
              <a:p>
                <a:endParaRPr lang="en-IN"/>
              </a:p>
            </p:txBody>
          </p:sp>
          <p:sp>
            <p:nvSpPr>
              <p:cNvPr id="158" name="Freeform: Shape 157">
                <a:extLst>
                  <a:ext uri="{FF2B5EF4-FFF2-40B4-BE49-F238E27FC236}">
                    <a16:creationId xmlns:a16="http://schemas.microsoft.com/office/drawing/2014/main" id="{8A9B0DA6-CC99-EFE7-8D18-98382844D20B}"/>
                  </a:ext>
                </a:extLst>
              </p:cNvPr>
              <p:cNvSpPr/>
              <p:nvPr/>
            </p:nvSpPr>
            <p:spPr>
              <a:xfrm>
                <a:off x="4833397" y="2547541"/>
                <a:ext cx="552024" cy="194060"/>
              </a:xfrm>
              <a:custGeom>
                <a:avLst/>
                <a:gdLst>
                  <a:gd name="connsiteX0" fmla="*/ 0 w 552024"/>
                  <a:gd name="connsiteY0" fmla="*/ 124150 h 194060"/>
                  <a:gd name="connsiteX1" fmla="*/ 552025 w 552024"/>
                  <a:gd name="connsiteY1" fmla="*/ 0 h 194060"/>
                  <a:gd name="connsiteX2" fmla="*/ 138501 w 552024"/>
                  <a:gd name="connsiteY2" fmla="*/ 194061 h 194060"/>
                </a:gdLst>
                <a:ahLst/>
                <a:cxnLst>
                  <a:cxn ang="0">
                    <a:pos x="connsiteX0" y="connsiteY0"/>
                  </a:cxn>
                  <a:cxn ang="0">
                    <a:pos x="connsiteX1" y="connsiteY1"/>
                  </a:cxn>
                  <a:cxn ang="0">
                    <a:pos x="connsiteX2" y="connsiteY2"/>
                  </a:cxn>
                </a:cxnLst>
                <a:rect l="l" t="t" r="r" b="b"/>
                <a:pathLst>
                  <a:path w="552024" h="194060">
                    <a:moveTo>
                      <a:pt x="0" y="124150"/>
                    </a:moveTo>
                    <a:lnTo>
                      <a:pt x="552025" y="0"/>
                    </a:lnTo>
                    <a:lnTo>
                      <a:pt x="138501" y="194061"/>
                    </a:lnTo>
                    <a:close/>
                  </a:path>
                </a:pathLst>
              </a:custGeom>
              <a:solidFill>
                <a:srgbClr val="96D9C9"/>
              </a:solidFill>
              <a:ln w="3428" cap="flat">
                <a:noFill/>
                <a:prstDash val="solid"/>
                <a:miter/>
              </a:ln>
            </p:spPr>
            <p:txBody>
              <a:bodyPr rtlCol="0" anchor="ctr"/>
              <a:lstStyle/>
              <a:p>
                <a:endParaRPr lang="en-IN"/>
              </a:p>
            </p:txBody>
          </p:sp>
          <p:sp>
            <p:nvSpPr>
              <p:cNvPr id="159" name="Freeform: Shape 158">
                <a:extLst>
                  <a:ext uri="{FF2B5EF4-FFF2-40B4-BE49-F238E27FC236}">
                    <a16:creationId xmlns:a16="http://schemas.microsoft.com/office/drawing/2014/main" id="{B4F72943-5EB2-8D1B-E9CF-513F8BADBA00}"/>
                  </a:ext>
                </a:extLst>
              </p:cNvPr>
              <p:cNvSpPr/>
              <p:nvPr/>
            </p:nvSpPr>
            <p:spPr>
              <a:xfrm>
                <a:off x="5014043" y="2547541"/>
                <a:ext cx="371378" cy="314542"/>
              </a:xfrm>
              <a:custGeom>
                <a:avLst/>
                <a:gdLst>
                  <a:gd name="connsiteX0" fmla="*/ 170154 w 371378"/>
                  <a:gd name="connsiteY0" fmla="*/ 314542 h 314542"/>
                  <a:gd name="connsiteX1" fmla="*/ 0 w 371378"/>
                  <a:gd name="connsiteY1" fmla="*/ 229644 h 314542"/>
                  <a:gd name="connsiteX2" fmla="*/ 371378 w 371378"/>
                  <a:gd name="connsiteY2" fmla="*/ 0 h 314542"/>
                </a:gdLst>
                <a:ahLst/>
                <a:cxnLst>
                  <a:cxn ang="0">
                    <a:pos x="connsiteX0" y="connsiteY0"/>
                  </a:cxn>
                  <a:cxn ang="0">
                    <a:pos x="connsiteX1" y="connsiteY1"/>
                  </a:cxn>
                  <a:cxn ang="0">
                    <a:pos x="connsiteX2" y="connsiteY2"/>
                  </a:cxn>
                </a:cxnLst>
                <a:rect l="l" t="t" r="r" b="b"/>
                <a:pathLst>
                  <a:path w="371378" h="314542">
                    <a:moveTo>
                      <a:pt x="170154" y="314542"/>
                    </a:moveTo>
                    <a:lnTo>
                      <a:pt x="0" y="229644"/>
                    </a:lnTo>
                    <a:lnTo>
                      <a:pt x="371378" y="0"/>
                    </a:lnTo>
                    <a:close/>
                  </a:path>
                </a:pathLst>
              </a:custGeom>
              <a:solidFill>
                <a:srgbClr val="96D9C9"/>
              </a:solidFill>
              <a:ln w="3428" cap="flat">
                <a:noFill/>
                <a:prstDash val="solid"/>
                <a:miter/>
              </a:ln>
            </p:spPr>
            <p:txBody>
              <a:bodyPr rtlCol="0" anchor="ctr"/>
              <a:lstStyle/>
              <a:p>
                <a:endParaRPr lang="en-IN"/>
              </a:p>
            </p:txBody>
          </p:sp>
        </p:grpSp>
        <p:grpSp>
          <p:nvGrpSpPr>
            <p:cNvPr id="160" name="Graphic 2">
              <a:extLst>
                <a:ext uri="{FF2B5EF4-FFF2-40B4-BE49-F238E27FC236}">
                  <a16:creationId xmlns:a16="http://schemas.microsoft.com/office/drawing/2014/main" id="{E10BE540-89CB-514E-CD07-BA981D732149}"/>
                </a:ext>
              </a:extLst>
            </p:cNvPr>
            <p:cNvGrpSpPr/>
            <p:nvPr/>
          </p:nvGrpSpPr>
          <p:grpSpPr>
            <a:xfrm>
              <a:off x="4635026" y="2808433"/>
              <a:ext cx="316887" cy="993926"/>
              <a:chOff x="4635026" y="2808433"/>
              <a:chExt cx="316887" cy="993926"/>
            </a:xfrm>
            <a:solidFill>
              <a:srgbClr val="3C8F7C"/>
            </a:solidFill>
          </p:grpSpPr>
          <p:sp>
            <p:nvSpPr>
              <p:cNvPr id="161" name="Freeform: Shape 160">
                <a:extLst>
                  <a:ext uri="{FF2B5EF4-FFF2-40B4-BE49-F238E27FC236}">
                    <a16:creationId xmlns:a16="http://schemas.microsoft.com/office/drawing/2014/main" id="{4BEF6D5C-672D-6C74-7976-9E586424AFFB}"/>
                  </a:ext>
                </a:extLst>
              </p:cNvPr>
              <p:cNvSpPr/>
              <p:nvPr/>
            </p:nvSpPr>
            <p:spPr>
              <a:xfrm>
                <a:off x="4903269" y="2808433"/>
                <a:ext cx="48643" cy="23502"/>
              </a:xfrm>
              <a:custGeom>
                <a:avLst/>
                <a:gdLst>
                  <a:gd name="connsiteX0" fmla="*/ 4187 w 48643"/>
                  <a:gd name="connsiteY0" fmla="*/ 23502 h 23502"/>
                  <a:gd name="connsiteX1" fmla="*/ 48644 w 48643"/>
                  <a:gd name="connsiteY1" fmla="*/ 11827 h 23502"/>
                  <a:gd name="connsiteX2" fmla="*/ 47392 w 48643"/>
                  <a:gd name="connsiteY2" fmla="*/ 0 h 23502"/>
                  <a:gd name="connsiteX3" fmla="*/ 0 w 48643"/>
                  <a:gd name="connsiteY3" fmla="*/ 12372 h 23502"/>
                  <a:gd name="connsiteX4" fmla="*/ 4187 w 48643"/>
                  <a:gd name="connsiteY4" fmla="*/ 23502 h 235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43" h="23502">
                    <a:moveTo>
                      <a:pt x="4187" y="23502"/>
                    </a:moveTo>
                    <a:cubicBezTo>
                      <a:pt x="29678" y="13911"/>
                      <a:pt x="48459" y="11844"/>
                      <a:pt x="48644" y="11827"/>
                    </a:cubicBezTo>
                    <a:lnTo>
                      <a:pt x="47392" y="0"/>
                    </a:lnTo>
                    <a:cubicBezTo>
                      <a:pt x="46569" y="86"/>
                      <a:pt x="26897" y="2253"/>
                      <a:pt x="0" y="12372"/>
                    </a:cubicBezTo>
                    <a:lnTo>
                      <a:pt x="4187" y="23502"/>
                    </a:lnTo>
                    <a:close/>
                  </a:path>
                </a:pathLst>
              </a:custGeom>
              <a:solidFill>
                <a:srgbClr val="3C8F7C"/>
              </a:solidFill>
              <a:ln w="3428" cap="flat">
                <a:noFill/>
                <a:prstDash val="solid"/>
                <a:miter/>
              </a:ln>
            </p:spPr>
            <p:txBody>
              <a:bodyPr rtlCol="0" anchor="ctr"/>
              <a:lstStyle/>
              <a:p>
                <a:endParaRPr lang="en-IN"/>
              </a:p>
            </p:txBody>
          </p:sp>
          <p:sp>
            <p:nvSpPr>
              <p:cNvPr id="162" name="Freeform: Shape 161">
                <a:extLst>
                  <a:ext uri="{FF2B5EF4-FFF2-40B4-BE49-F238E27FC236}">
                    <a16:creationId xmlns:a16="http://schemas.microsoft.com/office/drawing/2014/main" id="{A6B821CC-D384-F97D-2EA6-A80F69AAFAD8}"/>
                  </a:ext>
                </a:extLst>
              </p:cNvPr>
              <p:cNvSpPr/>
              <p:nvPr/>
            </p:nvSpPr>
            <p:spPr>
              <a:xfrm>
                <a:off x="4635026" y="2868962"/>
                <a:ext cx="198370" cy="933397"/>
              </a:xfrm>
              <a:custGeom>
                <a:avLst/>
                <a:gdLst>
                  <a:gd name="connsiteX0" fmla="*/ 0 w 198370"/>
                  <a:gd name="connsiteY0" fmla="*/ 924616 h 933397"/>
                  <a:gd name="connsiteX1" fmla="*/ 59853 w 198370"/>
                  <a:gd name="connsiteY1" fmla="*/ 859170 h 933397"/>
                  <a:gd name="connsiteX2" fmla="*/ 69348 w 198370"/>
                  <a:gd name="connsiteY2" fmla="*/ 866330 h 933397"/>
                  <a:gd name="connsiteX3" fmla="*/ 8020 w 198370"/>
                  <a:gd name="connsiteY3" fmla="*/ 933398 h 933397"/>
                  <a:gd name="connsiteX4" fmla="*/ 0 w 198370"/>
                  <a:gd name="connsiteY4" fmla="*/ 924616 h 933397"/>
                  <a:gd name="connsiteX5" fmla="*/ 105822 w 198370"/>
                  <a:gd name="connsiteY5" fmla="*/ 783472 h 933397"/>
                  <a:gd name="connsiteX6" fmla="*/ 121771 w 198370"/>
                  <a:gd name="connsiteY6" fmla="*/ 745550 h 933397"/>
                  <a:gd name="connsiteX7" fmla="*/ 135922 w 198370"/>
                  <a:gd name="connsiteY7" fmla="*/ 700099 h 933397"/>
                  <a:gd name="connsiteX8" fmla="*/ 147437 w 198370"/>
                  <a:gd name="connsiteY8" fmla="*/ 703072 h 933397"/>
                  <a:gd name="connsiteX9" fmla="*/ 132932 w 198370"/>
                  <a:gd name="connsiteY9" fmla="*/ 749655 h 933397"/>
                  <a:gd name="connsiteX10" fmla="*/ 116558 w 198370"/>
                  <a:gd name="connsiteY10" fmla="*/ 788584 h 933397"/>
                  <a:gd name="connsiteX11" fmla="*/ 105822 w 198370"/>
                  <a:gd name="connsiteY11" fmla="*/ 783472 h 933397"/>
                  <a:gd name="connsiteX12" fmla="*/ 153859 w 198370"/>
                  <a:gd name="connsiteY12" fmla="*/ 523354 h 933397"/>
                  <a:gd name="connsiteX13" fmla="*/ 165747 w 198370"/>
                  <a:gd name="connsiteY13" fmla="*/ 523087 h 933397"/>
                  <a:gd name="connsiteX14" fmla="*/ 162819 w 198370"/>
                  <a:gd name="connsiteY14" fmla="*/ 613623 h 933397"/>
                  <a:gd name="connsiteX15" fmla="*/ 150979 w 198370"/>
                  <a:gd name="connsiteY15" fmla="*/ 612505 h 933397"/>
                  <a:gd name="connsiteX16" fmla="*/ 153859 w 198370"/>
                  <a:gd name="connsiteY16" fmla="*/ 523354 h 933397"/>
                  <a:gd name="connsiteX17" fmla="*/ 136937 w 198370"/>
                  <a:gd name="connsiteY17" fmla="*/ 345071 h 933397"/>
                  <a:gd name="connsiteX18" fmla="*/ 148709 w 198370"/>
                  <a:gd name="connsiteY18" fmla="*/ 343387 h 933397"/>
                  <a:gd name="connsiteX19" fmla="*/ 159898 w 198370"/>
                  <a:gd name="connsiteY19" fmla="*/ 432880 h 933397"/>
                  <a:gd name="connsiteX20" fmla="*/ 148064 w 198370"/>
                  <a:gd name="connsiteY20" fmla="*/ 434077 h 933397"/>
                  <a:gd name="connsiteX21" fmla="*/ 136937 w 198370"/>
                  <a:gd name="connsiteY21" fmla="*/ 345071 h 933397"/>
                  <a:gd name="connsiteX22" fmla="*/ 123622 w 198370"/>
                  <a:gd name="connsiteY22" fmla="*/ 255512 h 933397"/>
                  <a:gd name="connsiteX23" fmla="*/ 119123 w 198370"/>
                  <a:gd name="connsiteY23" fmla="*/ 165226 h 933397"/>
                  <a:gd name="connsiteX24" fmla="*/ 130991 w 198370"/>
                  <a:gd name="connsiteY24" fmla="*/ 165963 h 933397"/>
                  <a:gd name="connsiteX25" fmla="*/ 135380 w 198370"/>
                  <a:gd name="connsiteY25" fmla="*/ 253742 h 933397"/>
                  <a:gd name="connsiteX26" fmla="*/ 135483 w 198370"/>
                  <a:gd name="connsiteY26" fmla="*/ 254435 h 933397"/>
                  <a:gd name="connsiteX27" fmla="*/ 123701 w 198370"/>
                  <a:gd name="connsiteY27" fmla="*/ 256054 h 933397"/>
                  <a:gd name="connsiteX28" fmla="*/ 123622 w 198370"/>
                  <a:gd name="connsiteY28" fmla="*/ 255512 h 933397"/>
                  <a:gd name="connsiteX29" fmla="*/ 138573 w 198370"/>
                  <a:gd name="connsiteY29" fmla="*/ 75860 h 933397"/>
                  <a:gd name="connsiteX30" fmla="*/ 190200 w 198370"/>
                  <a:gd name="connsiteY30" fmla="*/ 0 h 933397"/>
                  <a:gd name="connsiteX31" fmla="*/ 198371 w 198370"/>
                  <a:gd name="connsiteY31" fmla="*/ 8644 h 933397"/>
                  <a:gd name="connsiteX32" fmla="*/ 149580 w 198370"/>
                  <a:gd name="connsiteY32" fmla="*/ 80359 h 933397"/>
                  <a:gd name="connsiteX33" fmla="*/ 138573 w 198370"/>
                  <a:gd name="connsiteY33" fmla="*/ 75860 h 933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98370" h="933397">
                    <a:moveTo>
                      <a:pt x="0" y="924616"/>
                    </a:moveTo>
                    <a:cubicBezTo>
                      <a:pt x="22374" y="904176"/>
                      <a:pt x="42509" y="882158"/>
                      <a:pt x="59853" y="859170"/>
                    </a:cubicBezTo>
                    <a:lnTo>
                      <a:pt x="69348" y="866330"/>
                    </a:lnTo>
                    <a:cubicBezTo>
                      <a:pt x="51569" y="889904"/>
                      <a:pt x="30933" y="912467"/>
                      <a:pt x="8020" y="933398"/>
                    </a:cubicBezTo>
                    <a:lnTo>
                      <a:pt x="0" y="924616"/>
                    </a:lnTo>
                    <a:close/>
                    <a:moveTo>
                      <a:pt x="105822" y="783472"/>
                    </a:moveTo>
                    <a:cubicBezTo>
                      <a:pt x="111651" y="771230"/>
                      <a:pt x="117018" y="758471"/>
                      <a:pt x="121771" y="745550"/>
                    </a:cubicBezTo>
                    <a:cubicBezTo>
                      <a:pt x="127151" y="730922"/>
                      <a:pt x="131914" y="715629"/>
                      <a:pt x="135922" y="700099"/>
                    </a:cubicBezTo>
                    <a:lnTo>
                      <a:pt x="147437" y="703072"/>
                    </a:lnTo>
                    <a:cubicBezTo>
                      <a:pt x="143329" y="718986"/>
                      <a:pt x="138446" y="734656"/>
                      <a:pt x="132932" y="749655"/>
                    </a:cubicBezTo>
                    <a:cubicBezTo>
                      <a:pt x="128053" y="762918"/>
                      <a:pt x="122545" y="776017"/>
                      <a:pt x="116558" y="788584"/>
                    </a:cubicBezTo>
                    <a:lnTo>
                      <a:pt x="105822" y="783472"/>
                    </a:lnTo>
                    <a:close/>
                    <a:moveTo>
                      <a:pt x="153859" y="523354"/>
                    </a:moveTo>
                    <a:lnTo>
                      <a:pt x="165747" y="523087"/>
                    </a:lnTo>
                    <a:cubicBezTo>
                      <a:pt x="166481" y="555381"/>
                      <a:pt x="165525" y="584998"/>
                      <a:pt x="162819" y="613623"/>
                    </a:cubicBezTo>
                    <a:lnTo>
                      <a:pt x="150979" y="612505"/>
                    </a:lnTo>
                    <a:cubicBezTo>
                      <a:pt x="153643" y="584346"/>
                      <a:pt x="154586" y="555182"/>
                      <a:pt x="153859" y="523354"/>
                    </a:cubicBezTo>
                    <a:close/>
                    <a:moveTo>
                      <a:pt x="136937" y="345071"/>
                    </a:moveTo>
                    <a:lnTo>
                      <a:pt x="148709" y="343387"/>
                    </a:lnTo>
                    <a:cubicBezTo>
                      <a:pt x="153691" y="378191"/>
                      <a:pt x="157247" y="406628"/>
                      <a:pt x="159898" y="432880"/>
                    </a:cubicBezTo>
                    <a:lnTo>
                      <a:pt x="148064" y="434077"/>
                    </a:lnTo>
                    <a:cubicBezTo>
                      <a:pt x="145431" y="407993"/>
                      <a:pt x="141892" y="379710"/>
                      <a:pt x="136937" y="345071"/>
                    </a:cubicBezTo>
                    <a:close/>
                    <a:moveTo>
                      <a:pt x="123622" y="255512"/>
                    </a:moveTo>
                    <a:cubicBezTo>
                      <a:pt x="118907" y="223464"/>
                      <a:pt x="117395" y="193087"/>
                      <a:pt x="119123" y="165226"/>
                    </a:cubicBezTo>
                    <a:lnTo>
                      <a:pt x="130991" y="165963"/>
                    </a:lnTo>
                    <a:cubicBezTo>
                      <a:pt x="129314" y="193001"/>
                      <a:pt x="130792" y="222546"/>
                      <a:pt x="135380" y="253742"/>
                    </a:cubicBezTo>
                    <a:lnTo>
                      <a:pt x="135483" y="254435"/>
                    </a:lnTo>
                    <a:lnTo>
                      <a:pt x="123701" y="256054"/>
                    </a:lnTo>
                    <a:lnTo>
                      <a:pt x="123622" y="255512"/>
                    </a:lnTo>
                    <a:close/>
                    <a:moveTo>
                      <a:pt x="138573" y="75860"/>
                    </a:moveTo>
                    <a:cubicBezTo>
                      <a:pt x="150547" y="46583"/>
                      <a:pt x="167918" y="21061"/>
                      <a:pt x="190200" y="0"/>
                    </a:cubicBezTo>
                    <a:lnTo>
                      <a:pt x="198371" y="8644"/>
                    </a:lnTo>
                    <a:cubicBezTo>
                      <a:pt x="177324" y="28536"/>
                      <a:pt x="160909" y="52662"/>
                      <a:pt x="149580" y="80359"/>
                    </a:cubicBezTo>
                    <a:lnTo>
                      <a:pt x="138573" y="75860"/>
                    </a:lnTo>
                    <a:close/>
                  </a:path>
                </a:pathLst>
              </a:custGeom>
              <a:solidFill>
                <a:srgbClr val="3C8F7C"/>
              </a:solidFill>
              <a:ln w="3428" cap="flat">
                <a:noFill/>
                <a:prstDash val="solid"/>
                <a:miter/>
              </a:ln>
            </p:spPr>
            <p:txBody>
              <a:bodyPr rtlCol="0" anchor="ctr"/>
              <a:lstStyle/>
              <a:p>
                <a:endParaRPr lang="en-IN"/>
              </a:p>
            </p:txBody>
          </p:sp>
        </p:grpSp>
      </p:grpSp>
      <p:sp>
        <p:nvSpPr>
          <p:cNvPr id="3" name="Title 11">
            <a:extLst>
              <a:ext uri="{FF2B5EF4-FFF2-40B4-BE49-F238E27FC236}">
                <a16:creationId xmlns:a16="http://schemas.microsoft.com/office/drawing/2014/main" id="{722D6B5A-88A4-482F-2884-DD874FC9B637}"/>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b="0" kern="0" baseline="0">
                <a:solidFill>
                  <a:schemeClr val="tx1">
                    <a:lumMod val="95000"/>
                    <a:lumOff val="5000"/>
                  </a:schemeClr>
                </a:solidFill>
                <a:latin typeface="+mn-lt"/>
                <a:ea typeface="Roboto Condensed" panose="02000000000000000000" pitchFamily="2" charset="0"/>
                <a:cs typeface="Arial" panose="020B0604020202020204" pitchFamily="34" charset="0"/>
              </a:rPr>
              <a:t> </a:t>
            </a:r>
            <a:r>
              <a:rPr lang="en-US" sz="800" b="0" kern="0" baseline="0">
                <a:solidFill>
                  <a:srgbClr val="202020"/>
                </a:solidFill>
                <a:latin typeface="+mn-lt"/>
                <a:ea typeface="Roboto Condensed" panose="02000000000000000000" pitchFamily="2" charset="0"/>
                <a:cs typeface="Poppins" panose="02000000000000000000" pitchFamily="2" charset="0"/>
              </a:rPr>
              <a:t>© 2024 ComplianceQuest. All rights reserved. </a:t>
            </a:r>
          </a:p>
        </p:txBody>
      </p:sp>
    </p:spTree>
    <p:extLst>
      <p:ext uri="{BB962C8B-B14F-4D97-AF65-F5344CB8AC3E}">
        <p14:creationId xmlns:p14="http://schemas.microsoft.com/office/powerpoint/2010/main" val="5907981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5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B07C1EE3-57E9-D9C4-3A02-C2F7BB3EDB0E}"/>
              </a:ext>
            </a:extLst>
          </p:cNvPr>
          <p:cNvGrpSpPr/>
          <p:nvPr userDrawn="1"/>
        </p:nvGrpSpPr>
        <p:grpSpPr>
          <a:xfrm>
            <a:off x="0" y="-2"/>
            <a:ext cx="12198096" cy="82296"/>
            <a:chOff x="0" y="-2"/>
            <a:chExt cx="12192000" cy="82296"/>
          </a:xfrm>
        </p:grpSpPr>
        <p:sp>
          <p:nvSpPr>
            <p:cNvPr id="3" name="Rectangle 2">
              <a:extLst>
                <a:ext uri="{FF2B5EF4-FFF2-40B4-BE49-F238E27FC236}">
                  <a16:creationId xmlns:a16="http://schemas.microsoft.com/office/drawing/2014/main" id="{7CDEF0BB-EA98-6FFC-5C71-ACBB023777DE}"/>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1008D365-4B7E-5627-EA44-6D7C29B324BA}"/>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7" name="Picture 6">
            <a:extLst>
              <a:ext uri="{FF2B5EF4-FFF2-40B4-BE49-F238E27FC236}">
                <a16:creationId xmlns:a16="http://schemas.microsoft.com/office/drawing/2014/main" id="{6082F291-CF63-6839-3672-66F1970B2D2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pic>
        <p:nvPicPr>
          <p:cNvPr id="22" name="Picture 21">
            <a:extLst>
              <a:ext uri="{FF2B5EF4-FFF2-40B4-BE49-F238E27FC236}">
                <a16:creationId xmlns:a16="http://schemas.microsoft.com/office/drawing/2014/main" id="{4AAF8762-391E-89E8-7151-5269223062E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8029" y="873711"/>
            <a:ext cx="4221486" cy="657062"/>
          </a:xfrm>
          <a:prstGeom prst="rect">
            <a:avLst/>
          </a:prstGeom>
        </p:spPr>
      </p:pic>
      <p:pic>
        <p:nvPicPr>
          <p:cNvPr id="20" name="Picture 19" descr="Icon&#10;&#10;Description automatically generated">
            <a:extLst>
              <a:ext uri="{FF2B5EF4-FFF2-40B4-BE49-F238E27FC236}">
                <a16:creationId xmlns:a16="http://schemas.microsoft.com/office/drawing/2014/main" id="{364208DB-B764-80EA-319D-0B31671AA39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15711388" flipH="1">
            <a:off x="8129117" y="33301"/>
            <a:ext cx="1072898" cy="1868428"/>
          </a:xfrm>
          <a:prstGeom prst="rect">
            <a:avLst/>
          </a:prstGeom>
        </p:spPr>
      </p:pic>
      <p:pic>
        <p:nvPicPr>
          <p:cNvPr id="23" name="Picture 22" descr="A picture containing person, hospital room, room&#10;&#10;Description automatically generated">
            <a:extLst>
              <a:ext uri="{FF2B5EF4-FFF2-40B4-BE49-F238E27FC236}">
                <a16:creationId xmlns:a16="http://schemas.microsoft.com/office/drawing/2014/main" id="{BEC9DBF4-48D5-CD28-6760-31E5D648ED9E}"/>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l="30250" t="1556" r="15250" b="1556"/>
          <a:stretch>
            <a:fillRect/>
          </a:stretch>
        </p:blipFill>
        <p:spPr>
          <a:xfrm>
            <a:off x="7068312" y="749808"/>
            <a:ext cx="4864608" cy="4864608"/>
          </a:xfrm>
          <a:custGeom>
            <a:avLst/>
            <a:gdLst>
              <a:gd name="connsiteX0" fmla="*/ 3322320 w 6644640"/>
              <a:gd name="connsiteY0" fmla="*/ 0 h 6644640"/>
              <a:gd name="connsiteX1" fmla="*/ 6644640 w 6644640"/>
              <a:gd name="connsiteY1" fmla="*/ 3322320 h 6644640"/>
              <a:gd name="connsiteX2" fmla="*/ 3322320 w 6644640"/>
              <a:gd name="connsiteY2" fmla="*/ 6644640 h 6644640"/>
              <a:gd name="connsiteX3" fmla="*/ 0 w 6644640"/>
              <a:gd name="connsiteY3" fmla="*/ 3322320 h 6644640"/>
              <a:gd name="connsiteX4" fmla="*/ 3322320 w 6644640"/>
              <a:gd name="connsiteY4" fmla="*/ 0 h 6644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44640" h="6644640">
                <a:moveTo>
                  <a:pt x="3322320" y="0"/>
                </a:moveTo>
                <a:cubicBezTo>
                  <a:pt x="5157187" y="0"/>
                  <a:pt x="6644640" y="1487453"/>
                  <a:pt x="6644640" y="3322320"/>
                </a:cubicBezTo>
                <a:cubicBezTo>
                  <a:pt x="6644640" y="5157187"/>
                  <a:pt x="5157187" y="6644640"/>
                  <a:pt x="3322320" y="6644640"/>
                </a:cubicBezTo>
                <a:cubicBezTo>
                  <a:pt x="1487453" y="6644640"/>
                  <a:pt x="0" y="5157187"/>
                  <a:pt x="0" y="3322320"/>
                </a:cubicBezTo>
                <a:cubicBezTo>
                  <a:pt x="0" y="1487453"/>
                  <a:pt x="1487453" y="0"/>
                  <a:pt x="3322320" y="0"/>
                </a:cubicBezTo>
                <a:close/>
              </a:path>
            </a:pathLst>
          </a:custGeom>
        </p:spPr>
      </p:pic>
      <p:pic>
        <p:nvPicPr>
          <p:cNvPr id="24" name="Picture 23" descr="A picture containing toy, vector graphics, doll&#10;&#10;Description automatically generated">
            <a:extLst>
              <a:ext uri="{FF2B5EF4-FFF2-40B4-BE49-F238E27FC236}">
                <a16:creationId xmlns:a16="http://schemas.microsoft.com/office/drawing/2014/main" id="{6211690F-C325-BF84-7A12-C64D3E0B3234}"/>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871199" y="630237"/>
            <a:ext cx="1601260" cy="1601260"/>
          </a:xfrm>
          <a:prstGeom prst="rect">
            <a:avLst/>
          </a:prstGeom>
        </p:spPr>
      </p:pic>
      <p:pic>
        <p:nvPicPr>
          <p:cNvPr id="25" name="Picture 24" descr="Icon&#10;&#10;Description automatically generated">
            <a:extLst>
              <a:ext uri="{FF2B5EF4-FFF2-40B4-BE49-F238E27FC236}">
                <a16:creationId xmlns:a16="http://schemas.microsoft.com/office/drawing/2014/main" id="{9C64163F-B5AF-A221-1BEA-5C1442AE3A97}"/>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7019751" y="5453020"/>
            <a:ext cx="1122234" cy="681080"/>
          </a:xfrm>
          <a:prstGeom prst="rect">
            <a:avLst/>
          </a:prstGeom>
        </p:spPr>
      </p:pic>
      <p:grpSp>
        <p:nvGrpSpPr>
          <p:cNvPr id="26" name="Group 25">
            <a:extLst>
              <a:ext uri="{FF2B5EF4-FFF2-40B4-BE49-F238E27FC236}">
                <a16:creationId xmlns:a16="http://schemas.microsoft.com/office/drawing/2014/main" id="{FCE1CA00-A2CB-B9DF-96B3-0B3CADE66D52}"/>
              </a:ext>
            </a:extLst>
          </p:cNvPr>
          <p:cNvGrpSpPr/>
          <p:nvPr userDrawn="1"/>
        </p:nvGrpSpPr>
        <p:grpSpPr>
          <a:xfrm>
            <a:off x="5922471" y="3195320"/>
            <a:ext cx="1097280" cy="1097280"/>
            <a:chOff x="5922471" y="3195320"/>
            <a:chExt cx="1097280" cy="1097280"/>
          </a:xfrm>
        </p:grpSpPr>
        <p:sp>
          <p:nvSpPr>
            <p:cNvPr id="27" name="Oval 26">
              <a:extLst>
                <a:ext uri="{FF2B5EF4-FFF2-40B4-BE49-F238E27FC236}">
                  <a16:creationId xmlns:a16="http://schemas.microsoft.com/office/drawing/2014/main" id="{58E7C861-0FE2-DB14-3293-44A610F3480B}"/>
                </a:ext>
              </a:extLst>
            </p:cNvPr>
            <p:cNvSpPr/>
            <p:nvPr/>
          </p:nvSpPr>
          <p:spPr>
            <a:xfrm>
              <a:off x="5922471" y="3195320"/>
              <a:ext cx="1097280" cy="1097280"/>
            </a:xfrm>
            <a:prstGeom prst="ellipse">
              <a:avLst/>
            </a:prstGeom>
            <a:solidFill>
              <a:srgbClr val="EE7D3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8" name="Graphic 27">
              <a:extLst>
                <a:ext uri="{FF2B5EF4-FFF2-40B4-BE49-F238E27FC236}">
                  <a16:creationId xmlns:a16="http://schemas.microsoft.com/office/drawing/2014/main" id="{94B2DCB0-CD43-AED8-3AEA-D208D0D715E9}"/>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115252" y="3420327"/>
              <a:ext cx="691582" cy="691582"/>
            </a:xfrm>
            <a:prstGeom prst="rect">
              <a:avLst/>
            </a:prstGeom>
          </p:spPr>
        </p:pic>
      </p:grpSp>
      <p:pic>
        <p:nvPicPr>
          <p:cNvPr id="29" name="Graphic 28">
            <a:extLst>
              <a:ext uri="{FF2B5EF4-FFF2-40B4-BE49-F238E27FC236}">
                <a16:creationId xmlns:a16="http://schemas.microsoft.com/office/drawing/2014/main" id="{F6BB7A4F-0050-4608-6C32-B0CE2BF8760D}"/>
              </a:ext>
            </a:extLst>
          </p:cNvPr>
          <p:cNvPicPr>
            <a:picLocks noChangeAspect="1"/>
          </p:cNvPicPr>
          <p:nvPr userDrawn="1"/>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664525" y="1795797"/>
            <a:ext cx="806586" cy="806586"/>
          </a:xfrm>
          <a:prstGeom prst="rect">
            <a:avLst/>
          </a:prstGeom>
        </p:spPr>
      </p:pic>
      <p:pic>
        <p:nvPicPr>
          <p:cNvPr id="30" name="Graphic 29">
            <a:extLst>
              <a:ext uri="{FF2B5EF4-FFF2-40B4-BE49-F238E27FC236}">
                <a16:creationId xmlns:a16="http://schemas.microsoft.com/office/drawing/2014/main" id="{210B63D9-7A03-F91E-E068-E7A0F4984653}"/>
              </a:ext>
            </a:extLst>
          </p:cNvPr>
          <p:cNvPicPr>
            <a:picLocks noChangeAspect="1"/>
          </p:cNvPicPr>
          <p:nvPr userDrawn="1"/>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1110597" y="5499100"/>
            <a:ext cx="724408" cy="724408"/>
          </a:xfrm>
          <a:prstGeom prst="rect">
            <a:avLst/>
          </a:prstGeom>
        </p:spPr>
      </p:pic>
      <p:pic>
        <p:nvPicPr>
          <p:cNvPr id="31" name="Graphic 30">
            <a:extLst>
              <a:ext uri="{FF2B5EF4-FFF2-40B4-BE49-F238E27FC236}">
                <a16:creationId xmlns:a16="http://schemas.microsoft.com/office/drawing/2014/main" id="{10B7501B-569B-8399-DF3B-BE8884805D75}"/>
              </a:ext>
            </a:extLst>
          </p:cNvPr>
          <p:cNvPicPr>
            <a:picLocks noChangeAspect="1"/>
          </p:cNvPicPr>
          <p:nvPr userDrawn="1"/>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484434" y="5406171"/>
            <a:ext cx="583384" cy="583384"/>
          </a:xfrm>
          <a:prstGeom prst="rect">
            <a:avLst/>
          </a:prstGeom>
        </p:spPr>
      </p:pic>
      <p:pic>
        <p:nvPicPr>
          <p:cNvPr id="32" name="Graphic 31">
            <a:extLst>
              <a:ext uri="{FF2B5EF4-FFF2-40B4-BE49-F238E27FC236}">
                <a16:creationId xmlns:a16="http://schemas.microsoft.com/office/drawing/2014/main" id="{EB50A446-CFAE-0B71-F816-61ECD2645DF9}"/>
              </a:ext>
            </a:extLst>
          </p:cNvPr>
          <p:cNvPicPr>
            <a:picLocks noChangeAspect="1"/>
          </p:cNvPicPr>
          <p:nvPr userDrawn="1"/>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16815573">
            <a:off x="7720527" y="5655466"/>
            <a:ext cx="432616" cy="432616"/>
          </a:xfrm>
          <a:prstGeom prst="rect">
            <a:avLst/>
          </a:prstGeom>
        </p:spPr>
      </p:pic>
      <p:pic>
        <p:nvPicPr>
          <p:cNvPr id="33" name="Graphic 32">
            <a:extLst>
              <a:ext uri="{FF2B5EF4-FFF2-40B4-BE49-F238E27FC236}">
                <a16:creationId xmlns:a16="http://schemas.microsoft.com/office/drawing/2014/main" id="{6C63E0DA-371C-BAD9-CBBA-B355F7EAAAC3}"/>
              </a:ext>
            </a:extLst>
          </p:cNvPr>
          <p:cNvPicPr>
            <a:picLocks noChangeAspect="1"/>
          </p:cNvPicPr>
          <p:nvPr userDrawn="1"/>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16815573">
            <a:off x="6169618" y="197507"/>
            <a:ext cx="432616" cy="432616"/>
          </a:xfrm>
          <a:prstGeom prst="rect">
            <a:avLst/>
          </a:prstGeom>
        </p:spPr>
      </p:pic>
      <p:pic>
        <p:nvPicPr>
          <p:cNvPr id="34" name="Graphic 33">
            <a:extLst>
              <a:ext uri="{FF2B5EF4-FFF2-40B4-BE49-F238E27FC236}">
                <a16:creationId xmlns:a16="http://schemas.microsoft.com/office/drawing/2014/main" id="{7FEFA18B-1D29-9D71-7DD6-13341122E662}"/>
              </a:ext>
            </a:extLst>
          </p:cNvPr>
          <p:cNvPicPr>
            <a:picLocks noChangeAspect="1"/>
          </p:cNvPicPr>
          <p:nvPr userDrawn="1"/>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16815573">
            <a:off x="6828226" y="1075492"/>
            <a:ext cx="263908" cy="263908"/>
          </a:xfrm>
          <a:prstGeom prst="rect">
            <a:avLst/>
          </a:prstGeom>
        </p:spPr>
      </p:pic>
      <p:sp>
        <p:nvSpPr>
          <p:cNvPr id="5" name="Title 11">
            <a:extLst>
              <a:ext uri="{FF2B5EF4-FFF2-40B4-BE49-F238E27FC236}">
                <a16:creationId xmlns:a16="http://schemas.microsoft.com/office/drawing/2014/main" id="{FBD36469-4C53-EEF5-2474-CE5A230B4EF1}"/>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b="0" kern="0" baseline="0">
                <a:solidFill>
                  <a:schemeClr val="tx1">
                    <a:lumMod val="95000"/>
                    <a:lumOff val="5000"/>
                  </a:schemeClr>
                </a:solidFill>
                <a:latin typeface="+mn-lt"/>
                <a:ea typeface="Roboto Condensed" panose="02000000000000000000" pitchFamily="2" charset="0"/>
                <a:cs typeface="Arial" panose="020B0604020202020204" pitchFamily="34" charset="0"/>
              </a:rPr>
              <a:t> </a:t>
            </a:r>
            <a:r>
              <a:rPr lang="en-US" sz="800" b="0" kern="0" baseline="0">
                <a:solidFill>
                  <a:srgbClr val="202020"/>
                </a:solidFill>
                <a:latin typeface="+mn-lt"/>
                <a:ea typeface="Roboto Condensed" panose="02000000000000000000" pitchFamily="2" charset="0"/>
                <a:cs typeface="Poppins" panose="02000000000000000000" pitchFamily="2" charset="0"/>
              </a:rPr>
              <a:t>© 2024 ComplianceQuest. All rights reserved. </a:t>
            </a:r>
          </a:p>
        </p:txBody>
      </p:sp>
    </p:spTree>
    <p:extLst>
      <p:ext uri="{BB962C8B-B14F-4D97-AF65-F5344CB8AC3E}">
        <p14:creationId xmlns:p14="http://schemas.microsoft.com/office/powerpoint/2010/main" val="13045018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3_Custom Layout">
    <p:spTree>
      <p:nvGrpSpPr>
        <p:cNvPr id="1" name=""/>
        <p:cNvGrpSpPr/>
        <p:nvPr/>
      </p:nvGrpSpPr>
      <p:grpSpPr>
        <a:xfrm>
          <a:off x="0" y="0"/>
          <a:ext cx="0" cy="0"/>
          <a:chOff x="0" y="0"/>
          <a:chExt cx="0" cy="0"/>
        </a:xfrm>
      </p:grpSpPr>
      <p:sp>
        <p:nvSpPr>
          <p:cNvPr id="2" name="Title 11">
            <a:extLst>
              <a:ext uri="{FF2B5EF4-FFF2-40B4-BE49-F238E27FC236}">
                <a16:creationId xmlns:a16="http://schemas.microsoft.com/office/drawing/2014/main" id="{A19C8A9F-A4E5-6570-E760-A4F07CFBFF09}"/>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kern="0" baseline="0">
                <a:solidFill>
                  <a:schemeClr val="tx1">
                    <a:lumMod val="95000"/>
                    <a:lumOff val="5000"/>
                  </a:schemeClr>
                </a:solidFill>
                <a:latin typeface="Arial" panose="020B0604020202020204" pitchFamily="34" charset="0"/>
                <a:ea typeface="Roboto Condensed" panose="02000000000000000000" pitchFamily="2" charset="0"/>
                <a:cs typeface="Arial" panose="020B0604020202020204" pitchFamily="34" charset="0"/>
              </a:rPr>
              <a:t> </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2024 </a:t>
            </a:r>
            <a:r>
              <a:rPr lang="en-US" sz="800" kern="0" baseline="0" err="1">
                <a:solidFill>
                  <a:srgbClr val="202020"/>
                </a:solidFill>
                <a:latin typeface="Poppins" panose="02000000000000000000" pitchFamily="2" charset="0"/>
                <a:ea typeface="Roboto Condensed" panose="02000000000000000000" pitchFamily="2" charset="0"/>
                <a:cs typeface="Poppins" panose="02000000000000000000" pitchFamily="2" charset="0"/>
              </a:rPr>
              <a:t>ComplianceQuest</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All rights reserved. </a:t>
            </a:r>
          </a:p>
        </p:txBody>
      </p:sp>
      <p:grpSp>
        <p:nvGrpSpPr>
          <p:cNvPr id="6" name="Group 5">
            <a:extLst>
              <a:ext uri="{FF2B5EF4-FFF2-40B4-BE49-F238E27FC236}">
                <a16:creationId xmlns:a16="http://schemas.microsoft.com/office/drawing/2014/main" id="{B07C1EE3-57E9-D9C4-3A02-C2F7BB3EDB0E}"/>
              </a:ext>
            </a:extLst>
          </p:cNvPr>
          <p:cNvGrpSpPr/>
          <p:nvPr userDrawn="1"/>
        </p:nvGrpSpPr>
        <p:grpSpPr>
          <a:xfrm>
            <a:off x="0" y="-2"/>
            <a:ext cx="12198096" cy="82296"/>
            <a:chOff x="0" y="-2"/>
            <a:chExt cx="12192000" cy="82296"/>
          </a:xfrm>
        </p:grpSpPr>
        <p:sp>
          <p:nvSpPr>
            <p:cNvPr id="3" name="Rectangle 2">
              <a:extLst>
                <a:ext uri="{FF2B5EF4-FFF2-40B4-BE49-F238E27FC236}">
                  <a16:creationId xmlns:a16="http://schemas.microsoft.com/office/drawing/2014/main" id="{7CDEF0BB-EA98-6FFC-5C71-ACBB023777DE}"/>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1008D365-4B7E-5627-EA44-6D7C29B324BA}"/>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7" name="Picture 6">
            <a:extLst>
              <a:ext uri="{FF2B5EF4-FFF2-40B4-BE49-F238E27FC236}">
                <a16:creationId xmlns:a16="http://schemas.microsoft.com/office/drawing/2014/main" id="{6082F291-CF63-6839-3672-66F1970B2D2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pic>
        <p:nvPicPr>
          <p:cNvPr id="21" name="Graphic 20">
            <a:extLst>
              <a:ext uri="{FF2B5EF4-FFF2-40B4-BE49-F238E27FC236}">
                <a16:creationId xmlns:a16="http://schemas.microsoft.com/office/drawing/2014/main" id="{8E944021-23DA-6F20-B100-62431F757336}"/>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815573">
            <a:off x="9213096" y="6312358"/>
            <a:ext cx="253084" cy="253084"/>
          </a:xfrm>
          <a:prstGeom prst="rect">
            <a:avLst/>
          </a:prstGeom>
        </p:spPr>
      </p:pic>
      <p:pic>
        <p:nvPicPr>
          <p:cNvPr id="22" name="Picture 21">
            <a:extLst>
              <a:ext uri="{FF2B5EF4-FFF2-40B4-BE49-F238E27FC236}">
                <a16:creationId xmlns:a16="http://schemas.microsoft.com/office/drawing/2014/main" id="{4AAF8762-391E-89E8-7151-5269223062E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28029" y="873711"/>
            <a:ext cx="4221486" cy="657062"/>
          </a:xfrm>
          <a:prstGeom prst="rect">
            <a:avLst/>
          </a:prstGeom>
        </p:spPr>
      </p:pic>
      <p:pic>
        <p:nvPicPr>
          <p:cNvPr id="23" name="Picture 22" descr="Icon&#10;&#10;Description automatically generated">
            <a:extLst>
              <a:ext uri="{FF2B5EF4-FFF2-40B4-BE49-F238E27FC236}">
                <a16:creationId xmlns:a16="http://schemas.microsoft.com/office/drawing/2014/main" id="{EE5955D5-D56C-3C1B-6349-1F5203D51C2D}"/>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15711388" flipH="1">
            <a:off x="8737876" y="-36140"/>
            <a:ext cx="1072898" cy="1868428"/>
          </a:xfrm>
          <a:prstGeom prst="rect">
            <a:avLst/>
          </a:prstGeom>
        </p:spPr>
      </p:pic>
      <p:pic>
        <p:nvPicPr>
          <p:cNvPr id="24" name="Picture 23">
            <a:extLst>
              <a:ext uri="{FF2B5EF4-FFF2-40B4-BE49-F238E27FC236}">
                <a16:creationId xmlns:a16="http://schemas.microsoft.com/office/drawing/2014/main" id="{ED4FD971-ACFB-670E-9309-07AE16E15E1C}"/>
              </a:ext>
            </a:extLst>
          </p:cNvPr>
          <p:cNvPicPr>
            <a:picLocks noChangeAspect="1"/>
          </p:cNvPicPr>
          <p:nvPr userDrawn="1"/>
        </p:nvPicPr>
        <p:blipFill>
          <a:blip r:embed="rId7" cstate="print">
            <a:extLst>
              <a:ext uri="{28A0092B-C50C-407E-A947-70E740481C1C}">
                <a14:useLocalDpi xmlns:a14="http://schemas.microsoft.com/office/drawing/2010/main" val="0"/>
              </a:ext>
            </a:extLst>
          </a:blip>
          <a:srcRect l="26368" t="2590" r="29105" b="3670"/>
          <a:stretch>
            <a:fillRect/>
          </a:stretch>
        </p:blipFill>
        <p:spPr>
          <a:xfrm>
            <a:off x="7099363" y="821222"/>
            <a:ext cx="4864608" cy="4864608"/>
          </a:xfrm>
          <a:custGeom>
            <a:avLst/>
            <a:gdLst>
              <a:gd name="connsiteX0" fmla="*/ 2714324 w 5428648"/>
              <a:gd name="connsiteY0" fmla="*/ 0 h 5428648"/>
              <a:gd name="connsiteX1" fmla="*/ 5428648 w 5428648"/>
              <a:gd name="connsiteY1" fmla="*/ 2714324 h 5428648"/>
              <a:gd name="connsiteX2" fmla="*/ 2714324 w 5428648"/>
              <a:gd name="connsiteY2" fmla="*/ 5428648 h 5428648"/>
              <a:gd name="connsiteX3" fmla="*/ 0 w 5428648"/>
              <a:gd name="connsiteY3" fmla="*/ 2714324 h 5428648"/>
              <a:gd name="connsiteX4" fmla="*/ 2714324 w 5428648"/>
              <a:gd name="connsiteY4" fmla="*/ 0 h 54286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8648" h="5428648">
                <a:moveTo>
                  <a:pt x="2714324" y="0"/>
                </a:moveTo>
                <a:cubicBezTo>
                  <a:pt x="4213404" y="0"/>
                  <a:pt x="5428648" y="1215244"/>
                  <a:pt x="5428648" y="2714324"/>
                </a:cubicBezTo>
                <a:cubicBezTo>
                  <a:pt x="5428648" y="4213404"/>
                  <a:pt x="4213404" y="5428648"/>
                  <a:pt x="2714324" y="5428648"/>
                </a:cubicBezTo>
                <a:cubicBezTo>
                  <a:pt x="1215244" y="5428648"/>
                  <a:pt x="0" y="4213404"/>
                  <a:pt x="0" y="2714324"/>
                </a:cubicBezTo>
                <a:cubicBezTo>
                  <a:pt x="0" y="1215244"/>
                  <a:pt x="1215244" y="0"/>
                  <a:pt x="2714324" y="0"/>
                </a:cubicBezTo>
                <a:close/>
              </a:path>
            </a:pathLst>
          </a:custGeom>
        </p:spPr>
      </p:pic>
      <p:sp>
        <p:nvSpPr>
          <p:cNvPr id="25" name="Oval 24">
            <a:extLst>
              <a:ext uri="{FF2B5EF4-FFF2-40B4-BE49-F238E27FC236}">
                <a16:creationId xmlns:a16="http://schemas.microsoft.com/office/drawing/2014/main" id="{F27BA7B6-DF7F-1C22-51FF-76021F5483E5}"/>
              </a:ext>
            </a:extLst>
          </p:cNvPr>
          <p:cNvSpPr/>
          <p:nvPr userDrawn="1"/>
        </p:nvSpPr>
        <p:spPr>
          <a:xfrm>
            <a:off x="6830453" y="4611538"/>
            <a:ext cx="1436854" cy="1436854"/>
          </a:xfrm>
          <a:prstGeom prst="ellipse">
            <a:avLst/>
          </a:prstGeom>
          <a:solidFill>
            <a:srgbClr val="EE7D31"/>
          </a:solidFill>
          <a:ln>
            <a:solidFill>
              <a:schemeClr val="bg1"/>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6" name="Picture 25" descr="A picture containing text&#10;&#10;Description automatically generated">
            <a:extLst>
              <a:ext uri="{FF2B5EF4-FFF2-40B4-BE49-F238E27FC236}">
                <a16:creationId xmlns:a16="http://schemas.microsoft.com/office/drawing/2014/main" id="{52F4D7BB-8A4A-87A1-CDE8-14D765095555}"/>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flipH="1">
            <a:off x="7151852" y="4611538"/>
            <a:ext cx="792480" cy="1609960"/>
          </a:xfrm>
          <a:prstGeom prst="rect">
            <a:avLst/>
          </a:prstGeom>
        </p:spPr>
      </p:pic>
      <p:pic>
        <p:nvPicPr>
          <p:cNvPr id="27" name="Graphic 26">
            <a:extLst>
              <a:ext uri="{FF2B5EF4-FFF2-40B4-BE49-F238E27FC236}">
                <a16:creationId xmlns:a16="http://schemas.microsoft.com/office/drawing/2014/main" id="{DD6E515E-6D99-EB36-7502-0ED2DE3410DA}"/>
              </a:ext>
            </a:extLst>
          </p:cNvPr>
          <p:cNvPicPr>
            <a:picLocks noChangeAspect="1"/>
          </p:cNvPicPr>
          <p:nvPr userDrawn="1"/>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flipV="1">
            <a:off x="6414349" y="1231900"/>
            <a:ext cx="685014" cy="685014"/>
          </a:xfrm>
          <a:prstGeom prst="rect">
            <a:avLst/>
          </a:prstGeom>
          <a:effectLst>
            <a:outerShdw blurRad="50800" dist="38100" dir="2700000" algn="tl" rotWithShape="0">
              <a:prstClr val="black">
                <a:alpha val="40000"/>
              </a:prstClr>
            </a:outerShdw>
          </a:effectLst>
        </p:spPr>
      </p:pic>
      <p:pic>
        <p:nvPicPr>
          <p:cNvPr id="28" name="Graphic 27">
            <a:extLst>
              <a:ext uri="{FF2B5EF4-FFF2-40B4-BE49-F238E27FC236}">
                <a16:creationId xmlns:a16="http://schemas.microsoft.com/office/drawing/2014/main" id="{0F5C99AB-A946-A328-E0C0-96FFDCD2B208}"/>
              </a:ext>
            </a:extLst>
          </p:cNvPr>
          <p:cNvPicPr>
            <a:picLocks noChangeAspect="1"/>
          </p:cNvPicPr>
          <p:nvPr userDrawn="1"/>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1142615" y="410544"/>
            <a:ext cx="821356" cy="821356"/>
          </a:xfrm>
          <a:prstGeom prst="rect">
            <a:avLst/>
          </a:prstGeom>
        </p:spPr>
      </p:pic>
      <p:pic>
        <p:nvPicPr>
          <p:cNvPr id="29" name="Graphic 28">
            <a:extLst>
              <a:ext uri="{FF2B5EF4-FFF2-40B4-BE49-F238E27FC236}">
                <a16:creationId xmlns:a16="http://schemas.microsoft.com/office/drawing/2014/main" id="{2656C047-638F-64B6-19F8-CF4BBF498FE6}"/>
              </a:ext>
            </a:extLst>
          </p:cNvPr>
          <p:cNvPicPr>
            <a:picLocks noChangeAspect="1"/>
          </p:cNvPicPr>
          <p:nvPr userDrawn="1"/>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096000" y="3253526"/>
            <a:ext cx="774590" cy="774590"/>
          </a:xfrm>
          <a:prstGeom prst="rect">
            <a:avLst/>
          </a:prstGeom>
        </p:spPr>
      </p:pic>
      <p:pic>
        <p:nvPicPr>
          <p:cNvPr id="30" name="Picture 29" descr="Icon&#10;&#10;Description automatically generated">
            <a:extLst>
              <a:ext uri="{FF2B5EF4-FFF2-40B4-BE49-F238E27FC236}">
                <a16:creationId xmlns:a16="http://schemas.microsoft.com/office/drawing/2014/main" id="{0FFFE1BE-0EB0-37D3-59E3-A5F83D1A3656}"/>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0871329" y="5075978"/>
            <a:ext cx="1122234" cy="681080"/>
          </a:xfrm>
          <a:prstGeom prst="rect">
            <a:avLst/>
          </a:prstGeom>
        </p:spPr>
      </p:pic>
    </p:spTree>
    <p:extLst>
      <p:ext uri="{BB962C8B-B14F-4D97-AF65-F5344CB8AC3E}">
        <p14:creationId xmlns:p14="http://schemas.microsoft.com/office/powerpoint/2010/main" val="8534886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2_Custom Layout">
    <p:spTree>
      <p:nvGrpSpPr>
        <p:cNvPr id="1" name=""/>
        <p:cNvGrpSpPr/>
        <p:nvPr/>
      </p:nvGrpSpPr>
      <p:grpSpPr>
        <a:xfrm>
          <a:off x="0" y="0"/>
          <a:ext cx="0" cy="0"/>
          <a:chOff x="0" y="0"/>
          <a:chExt cx="0" cy="0"/>
        </a:xfrm>
      </p:grpSpPr>
      <p:sp>
        <p:nvSpPr>
          <p:cNvPr id="2" name="Title 11">
            <a:extLst>
              <a:ext uri="{FF2B5EF4-FFF2-40B4-BE49-F238E27FC236}">
                <a16:creationId xmlns:a16="http://schemas.microsoft.com/office/drawing/2014/main" id="{A19C8A9F-A4E5-6570-E760-A4F07CFBFF09}"/>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kern="0" baseline="0">
                <a:solidFill>
                  <a:schemeClr val="tx1">
                    <a:lumMod val="95000"/>
                    <a:lumOff val="5000"/>
                  </a:schemeClr>
                </a:solidFill>
                <a:latin typeface="Arial" panose="020B0604020202020204" pitchFamily="34" charset="0"/>
                <a:ea typeface="Roboto Condensed" panose="02000000000000000000" pitchFamily="2" charset="0"/>
                <a:cs typeface="Arial" panose="020B0604020202020204" pitchFamily="34" charset="0"/>
              </a:rPr>
              <a:t> </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2024 </a:t>
            </a:r>
            <a:r>
              <a:rPr lang="en-US" sz="800" kern="0" baseline="0" err="1">
                <a:solidFill>
                  <a:srgbClr val="202020"/>
                </a:solidFill>
                <a:latin typeface="Poppins" panose="02000000000000000000" pitchFamily="2" charset="0"/>
                <a:ea typeface="Roboto Condensed" panose="02000000000000000000" pitchFamily="2" charset="0"/>
                <a:cs typeface="Poppins" panose="02000000000000000000" pitchFamily="2" charset="0"/>
              </a:rPr>
              <a:t>ComplianceQuest</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All rights reserved. </a:t>
            </a:r>
          </a:p>
        </p:txBody>
      </p:sp>
      <p:grpSp>
        <p:nvGrpSpPr>
          <p:cNvPr id="6" name="Group 5">
            <a:extLst>
              <a:ext uri="{FF2B5EF4-FFF2-40B4-BE49-F238E27FC236}">
                <a16:creationId xmlns:a16="http://schemas.microsoft.com/office/drawing/2014/main" id="{B07C1EE3-57E9-D9C4-3A02-C2F7BB3EDB0E}"/>
              </a:ext>
            </a:extLst>
          </p:cNvPr>
          <p:cNvGrpSpPr/>
          <p:nvPr userDrawn="1"/>
        </p:nvGrpSpPr>
        <p:grpSpPr>
          <a:xfrm>
            <a:off x="0" y="-2"/>
            <a:ext cx="12198096" cy="82296"/>
            <a:chOff x="0" y="-2"/>
            <a:chExt cx="12192000" cy="82296"/>
          </a:xfrm>
        </p:grpSpPr>
        <p:sp>
          <p:nvSpPr>
            <p:cNvPr id="3" name="Rectangle 2">
              <a:extLst>
                <a:ext uri="{FF2B5EF4-FFF2-40B4-BE49-F238E27FC236}">
                  <a16:creationId xmlns:a16="http://schemas.microsoft.com/office/drawing/2014/main" id="{7CDEF0BB-EA98-6FFC-5C71-ACBB023777DE}"/>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1008D365-4B7E-5627-EA44-6D7C29B324BA}"/>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7" name="Picture 6">
            <a:extLst>
              <a:ext uri="{FF2B5EF4-FFF2-40B4-BE49-F238E27FC236}">
                <a16:creationId xmlns:a16="http://schemas.microsoft.com/office/drawing/2014/main" id="{6082F291-CF63-6839-3672-66F1970B2D2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pic>
        <p:nvPicPr>
          <p:cNvPr id="5" name="Picture 4" descr="A picture containing website&#10;&#10;Description automatically generated">
            <a:extLst>
              <a:ext uri="{FF2B5EF4-FFF2-40B4-BE49-F238E27FC236}">
                <a16:creationId xmlns:a16="http://schemas.microsoft.com/office/drawing/2014/main" id="{968D4DA2-C2FB-D4CC-9BA1-C9CED5C17418}"/>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26879" t="1556" r="8537" b="1556"/>
          <a:stretch>
            <a:fillRect/>
          </a:stretch>
        </p:blipFill>
        <p:spPr>
          <a:xfrm>
            <a:off x="7128955" y="996696"/>
            <a:ext cx="4864608" cy="4864608"/>
          </a:xfrm>
          <a:custGeom>
            <a:avLst/>
            <a:gdLst>
              <a:gd name="connsiteX0" fmla="*/ 3322320 w 6644640"/>
              <a:gd name="connsiteY0" fmla="*/ 0 h 6644640"/>
              <a:gd name="connsiteX1" fmla="*/ 6644640 w 6644640"/>
              <a:gd name="connsiteY1" fmla="*/ 3322320 h 6644640"/>
              <a:gd name="connsiteX2" fmla="*/ 3322320 w 6644640"/>
              <a:gd name="connsiteY2" fmla="*/ 6644640 h 6644640"/>
              <a:gd name="connsiteX3" fmla="*/ 0 w 6644640"/>
              <a:gd name="connsiteY3" fmla="*/ 3322320 h 6644640"/>
              <a:gd name="connsiteX4" fmla="*/ 3322320 w 6644640"/>
              <a:gd name="connsiteY4" fmla="*/ 0 h 6644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44640" h="6644640">
                <a:moveTo>
                  <a:pt x="3322320" y="0"/>
                </a:moveTo>
                <a:cubicBezTo>
                  <a:pt x="5157187" y="0"/>
                  <a:pt x="6644640" y="1487453"/>
                  <a:pt x="6644640" y="3322320"/>
                </a:cubicBezTo>
                <a:cubicBezTo>
                  <a:pt x="6644640" y="5157187"/>
                  <a:pt x="5157187" y="6644640"/>
                  <a:pt x="3322320" y="6644640"/>
                </a:cubicBezTo>
                <a:cubicBezTo>
                  <a:pt x="1487453" y="6644640"/>
                  <a:pt x="0" y="5157187"/>
                  <a:pt x="0" y="3322320"/>
                </a:cubicBezTo>
                <a:cubicBezTo>
                  <a:pt x="0" y="1487453"/>
                  <a:pt x="1487453" y="0"/>
                  <a:pt x="3322320" y="0"/>
                </a:cubicBezTo>
                <a:close/>
              </a:path>
            </a:pathLst>
          </a:custGeom>
        </p:spPr>
      </p:pic>
      <p:sp>
        <p:nvSpPr>
          <p:cNvPr id="8" name="Teardrop 7">
            <a:extLst>
              <a:ext uri="{FF2B5EF4-FFF2-40B4-BE49-F238E27FC236}">
                <a16:creationId xmlns:a16="http://schemas.microsoft.com/office/drawing/2014/main" id="{B3CE956F-E25B-7138-F7CF-C67EE7DAB19A}"/>
              </a:ext>
            </a:extLst>
          </p:cNvPr>
          <p:cNvSpPr/>
          <p:nvPr userDrawn="1"/>
        </p:nvSpPr>
        <p:spPr>
          <a:xfrm rot="10800000" flipH="1">
            <a:off x="5898441" y="4280020"/>
            <a:ext cx="1766870" cy="1766870"/>
          </a:xfrm>
          <a:prstGeom prst="teardrop">
            <a:avLst>
              <a:gd name="adj" fmla="val 92703"/>
            </a:avLst>
          </a:prstGeom>
          <a:solidFill>
            <a:schemeClr val="bg1"/>
          </a:solidFill>
          <a:ln>
            <a:solidFill>
              <a:srgbClr val="EE7D31"/>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descr="Graphical user interface, icon&#10;&#10;Description automatically generated">
            <a:extLst>
              <a:ext uri="{FF2B5EF4-FFF2-40B4-BE49-F238E27FC236}">
                <a16:creationId xmlns:a16="http://schemas.microsoft.com/office/drawing/2014/main" id="{74EA847A-A5A6-6FB4-E076-E5F4BDCF8AD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140799" y="4715793"/>
            <a:ext cx="1358356" cy="876886"/>
          </a:xfrm>
          <a:prstGeom prst="rect">
            <a:avLst/>
          </a:prstGeom>
        </p:spPr>
      </p:pic>
      <p:sp>
        <p:nvSpPr>
          <p:cNvPr id="10" name="Oval 9">
            <a:extLst>
              <a:ext uri="{FF2B5EF4-FFF2-40B4-BE49-F238E27FC236}">
                <a16:creationId xmlns:a16="http://schemas.microsoft.com/office/drawing/2014/main" id="{E60C7B45-DCE7-3BE6-DABD-21780CB914B6}"/>
              </a:ext>
            </a:extLst>
          </p:cNvPr>
          <p:cNvSpPr/>
          <p:nvPr userDrawn="1"/>
        </p:nvSpPr>
        <p:spPr>
          <a:xfrm>
            <a:off x="10757429" y="811109"/>
            <a:ext cx="875454" cy="875454"/>
          </a:xfrm>
          <a:prstGeom prst="ellipse">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Graphic 10">
            <a:extLst>
              <a:ext uri="{FF2B5EF4-FFF2-40B4-BE49-F238E27FC236}">
                <a16:creationId xmlns:a16="http://schemas.microsoft.com/office/drawing/2014/main" id="{D01CC581-4ABD-C2D9-D1E7-FDAE820E7992}"/>
              </a:ext>
            </a:extLst>
          </p:cNvPr>
          <p:cNvPicPr>
            <a:picLocks noChangeAspect="1"/>
          </p:cNvPicPr>
          <p:nvPr userDrawn="1"/>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2734399" flipV="1">
            <a:off x="10912130" y="965811"/>
            <a:ext cx="566050" cy="566050"/>
          </a:xfrm>
          <a:prstGeom prst="rect">
            <a:avLst/>
          </a:prstGeom>
        </p:spPr>
      </p:pic>
      <p:pic>
        <p:nvPicPr>
          <p:cNvPr id="12" name="Picture 11" descr="Icon&#10;&#10;Description automatically generated">
            <a:extLst>
              <a:ext uri="{FF2B5EF4-FFF2-40B4-BE49-F238E27FC236}">
                <a16:creationId xmlns:a16="http://schemas.microsoft.com/office/drawing/2014/main" id="{EBFBD915-86BD-766D-38C6-53D9B5B8FF8E}"/>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789428" y="5252139"/>
            <a:ext cx="1122234" cy="681080"/>
          </a:xfrm>
          <a:prstGeom prst="rect">
            <a:avLst/>
          </a:prstGeom>
        </p:spPr>
      </p:pic>
      <p:pic>
        <p:nvPicPr>
          <p:cNvPr id="13" name="Graphic 12">
            <a:extLst>
              <a:ext uri="{FF2B5EF4-FFF2-40B4-BE49-F238E27FC236}">
                <a16:creationId xmlns:a16="http://schemas.microsoft.com/office/drawing/2014/main" id="{A3734D17-6A89-32CE-C079-9670443EA30D}"/>
              </a:ext>
            </a:extLst>
          </p:cNvPr>
          <p:cNvPicPr>
            <a:picLocks noChangeAspect="1"/>
          </p:cNvPicPr>
          <p:nvPr userDrawn="1"/>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737506" y="2844935"/>
            <a:ext cx="806586" cy="806586"/>
          </a:xfrm>
          <a:prstGeom prst="rect">
            <a:avLst/>
          </a:prstGeom>
        </p:spPr>
      </p:pic>
      <p:pic>
        <p:nvPicPr>
          <p:cNvPr id="14" name="Graphic 13">
            <a:extLst>
              <a:ext uri="{FF2B5EF4-FFF2-40B4-BE49-F238E27FC236}">
                <a16:creationId xmlns:a16="http://schemas.microsoft.com/office/drawing/2014/main" id="{E059978E-A344-50D5-5321-12C672052FA1}"/>
              </a:ext>
            </a:extLst>
          </p:cNvPr>
          <p:cNvPicPr>
            <a:picLocks noChangeAspect="1"/>
          </p:cNvPicPr>
          <p:nvPr userDrawn="1"/>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498954" y="314177"/>
            <a:ext cx="724408" cy="724408"/>
          </a:xfrm>
          <a:prstGeom prst="rect">
            <a:avLst/>
          </a:prstGeom>
        </p:spPr>
      </p:pic>
      <p:pic>
        <p:nvPicPr>
          <p:cNvPr id="15" name="Graphic 14">
            <a:extLst>
              <a:ext uri="{FF2B5EF4-FFF2-40B4-BE49-F238E27FC236}">
                <a16:creationId xmlns:a16="http://schemas.microsoft.com/office/drawing/2014/main" id="{D3525E9C-1BB6-AE5C-0D6D-ACD2A4FA71CD}"/>
              </a:ext>
            </a:extLst>
          </p:cNvPr>
          <p:cNvPicPr>
            <a:picLocks noChangeAspect="1"/>
          </p:cNvPicPr>
          <p:nvPr userDrawn="1"/>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090271" y="5861304"/>
            <a:ext cx="583384" cy="583384"/>
          </a:xfrm>
          <a:prstGeom prst="rect">
            <a:avLst/>
          </a:prstGeom>
        </p:spPr>
      </p:pic>
      <p:pic>
        <p:nvPicPr>
          <p:cNvPr id="16" name="Graphic 15">
            <a:extLst>
              <a:ext uri="{FF2B5EF4-FFF2-40B4-BE49-F238E27FC236}">
                <a16:creationId xmlns:a16="http://schemas.microsoft.com/office/drawing/2014/main" id="{1722F038-9B8B-B79C-F1A8-5251350D5BCE}"/>
              </a:ext>
            </a:extLst>
          </p:cNvPr>
          <p:cNvPicPr>
            <a:picLocks noChangeAspect="1"/>
          </p:cNvPicPr>
          <p:nvPr userDrawn="1"/>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16815573">
            <a:off x="7720527" y="5655466"/>
            <a:ext cx="432616" cy="432616"/>
          </a:xfrm>
          <a:prstGeom prst="rect">
            <a:avLst/>
          </a:prstGeom>
        </p:spPr>
      </p:pic>
      <p:pic>
        <p:nvPicPr>
          <p:cNvPr id="17" name="Graphic 16">
            <a:extLst>
              <a:ext uri="{FF2B5EF4-FFF2-40B4-BE49-F238E27FC236}">
                <a16:creationId xmlns:a16="http://schemas.microsoft.com/office/drawing/2014/main" id="{17F6C501-F782-58B7-5F38-005A02BE7696}"/>
              </a:ext>
            </a:extLst>
          </p:cNvPr>
          <p:cNvPicPr>
            <a:picLocks noChangeAspect="1"/>
          </p:cNvPicPr>
          <p:nvPr userDrawn="1"/>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16815573">
            <a:off x="6631078" y="2107232"/>
            <a:ext cx="432616" cy="432616"/>
          </a:xfrm>
          <a:prstGeom prst="rect">
            <a:avLst/>
          </a:prstGeom>
        </p:spPr>
      </p:pic>
      <p:pic>
        <p:nvPicPr>
          <p:cNvPr id="18" name="Graphic 17">
            <a:extLst>
              <a:ext uri="{FF2B5EF4-FFF2-40B4-BE49-F238E27FC236}">
                <a16:creationId xmlns:a16="http://schemas.microsoft.com/office/drawing/2014/main" id="{10142403-D8C3-4A36-CB57-837B7F606DB2}"/>
              </a:ext>
            </a:extLst>
          </p:cNvPr>
          <p:cNvPicPr>
            <a:picLocks noChangeAspect="1"/>
          </p:cNvPicPr>
          <p:nvPr userDrawn="1"/>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16815573">
            <a:off x="6715431" y="1303234"/>
            <a:ext cx="263908" cy="263908"/>
          </a:xfrm>
          <a:prstGeom prst="rect">
            <a:avLst/>
          </a:prstGeom>
        </p:spPr>
      </p:pic>
      <p:sp>
        <p:nvSpPr>
          <p:cNvPr id="19" name="Oval 18">
            <a:extLst>
              <a:ext uri="{FF2B5EF4-FFF2-40B4-BE49-F238E27FC236}">
                <a16:creationId xmlns:a16="http://schemas.microsoft.com/office/drawing/2014/main" id="{FC33EAE3-8918-0B64-5765-A6C6202C210C}"/>
              </a:ext>
            </a:extLst>
          </p:cNvPr>
          <p:cNvSpPr/>
          <p:nvPr userDrawn="1"/>
        </p:nvSpPr>
        <p:spPr>
          <a:xfrm>
            <a:off x="7590343" y="1300431"/>
            <a:ext cx="100180" cy="100180"/>
          </a:xfrm>
          <a:prstGeom prst="ellips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 name="Graphic 19">
            <a:extLst>
              <a:ext uri="{FF2B5EF4-FFF2-40B4-BE49-F238E27FC236}">
                <a16:creationId xmlns:a16="http://schemas.microsoft.com/office/drawing/2014/main" id="{2E7209F1-F9EB-FD6E-3A5B-8642797BB436}"/>
              </a:ext>
            </a:extLst>
          </p:cNvPr>
          <p:cNvPicPr>
            <a:picLocks noChangeAspect="1"/>
          </p:cNvPicPr>
          <p:nvPr userDrawn="1"/>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16815573">
            <a:off x="9145910" y="440492"/>
            <a:ext cx="263908" cy="263908"/>
          </a:xfrm>
          <a:prstGeom prst="rect">
            <a:avLst/>
          </a:prstGeom>
        </p:spPr>
      </p:pic>
      <p:pic>
        <p:nvPicPr>
          <p:cNvPr id="21" name="Graphic 20">
            <a:extLst>
              <a:ext uri="{FF2B5EF4-FFF2-40B4-BE49-F238E27FC236}">
                <a16:creationId xmlns:a16="http://schemas.microsoft.com/office/drawing/2014/main" id="{8E944021-23DA-6F20-B100-62431F757336}"/>
              </a:ext>
            </a:extLst>
          </p:cNvPr>
          <p:cNvPicPr>
            <a:picLocks noChangeAspect="1"/>
          </p:cNvPicPr>
          <p:nvPr userDrawn="1"/>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16815573">
            <a:off x="9213096" y="6312358"/>
            <a:ext cx="253084" cy="253084"/>
          </a:xfrm>
          <a:prstGeom prst="rect">
            <a:avLst/>
          </a:prstGeom>
        </p:spPr>
      </p:pic>
      <p:pic>
        <p:nvPicPr>
          <p:cNvPr id="22" name="Picture 21">
            <a:extLst>
              <a:ext uri="{FF2B5EF4-FFF2-40B4-BE49-F238E27FC236}">
                <a16:creationId xmlns:a16="http://schemas.microsoft.com/office/drawing/2014/main" id="{4AAF8762-391E-89E8-7151-5269223062E4}"/>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228029" y="873711"/>
            <a:ext cx="4221486" cy="657062"/>
          </a:xfrm>
          <a:prstGeom prst="rect">
            <a:avLst/>
          </a:prstGeom>
        </p:spPr>
      </p:pic>
    </p:spTree>
    <p:extLst>
      <p:ext uri="{BB962C8B-B14F-4D97-AF65-F5344CB8AC3E}">
        <p14:creationId xmlns:p14="http://schemas.microsoft.com/office/powerpoint/2010/main" val="23706773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11" name="Title 11">
            <a:extLst>
              <a:ext uri="{FF2B5EF4-FFF2-40B4-BE49-F238E27FC236}">
                <a16:creationId xmlns:a16="http://schemas.microsoft.com/office/drawing/2014/main" id="{81A1DBA3-DF97-7E63-746A-F308880AC594}"/>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b="0" kern="0" baseline="0">
                <a:solidFill>
                  <a:schemeClr val="accent2"/>
                </a:solidFill>
                <a:latin typeface="+mn-lt"/>
                <a:ea typeface="Roboto Condensed" panose="02000000000000000000" pitchFamily="2" charset="0"/>
                <a:cs typeface="Arial" panose="020B0604020202020204" pitchFamily="34" charset="0"/>
              </a:rPr>
              <a:t> </a:t>
            </a:r>
            <a:r>
              <a:rPr lang="en-US" sz="800" b="0" kern="0" baseline="0">
                <a:solidFill>
                  <a:schemeClr val="accent2"/>
                </a:solidFill>
                <a:latin typeface="+mn-lt"/>
                <a:ea typeface="Roboto Condensed" panose="02000000000000000000" pitchFamily="2" charset="0"/>
                <a:cs typeface="Poppins" panose="02000000000000000000" pitchFamily="2" charset="0"/>
              </a:rPr>
              <a:t>© 2024 ComplianceQuest. All rights reserved. </a:t>
            </a:r>
          </a:p>
        </p:txBody>
      </p:sp>
      <p:grpSp>
        <p:nvGrpSpPr>
          <p:cNvPr id="12" name="Group 11">
            <a:extLst>
              <a:ext uri="{FF2B5EF4-FFF2-40B4-BE49-F238E27FC236}">
                <a16:creationId xmlns:a16="http://schemas.microsoft.com/office/drawing/2014/main" id="{D08177F6-E53E-180B-20DD-CF779178AB2D}"/>
              </a:ext>
            </a:extLst>
          </p:cNvPr>
          <p:cNvGrpSpPr/>
          <p:nvPr userDrawn="1"/>
        </p:nvGrpSpPr>
        <p:grpSpPr>
          <a:xfrm>
            <a:off x="0" y="-2"/>
            <a:ext cx="12198096" cy="82296"/>
            <a:chOff x="0" y="-2"/>
            <a:chExt cx="12192000" cy="82296"/>
          </a:xfrm>
        </p:grpSpPr>
        <p:sp>
          <p:nvSpPr>
            <p:cNvPr id="13" name="Rectangle 12">
              <a:extLst>
                <a:ext uri="{FF2B5EF4-FFF2-40B4-BE49-F238E27FC236}">
                  <a16:creationId xmlns:a16="http://schemas.microsoft.com/office/drawing/2014/main" id="{77A9DE6A-C645-2058-E58F-23C7EB948E4C}"/>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4B52EBFE-DB21-1540-1CF9-5430515DA527}"/>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15" name="Picture 14">
            <a:extLst>
              <a:ext uri="{FF2B5EF4-FFF2-40B4-BE49-F238E27FC236}">
                <a16:creationId xmlns:a16="http://schemas.microsoft.com/office/drawing/2014/main" id="{B2F4B87B-1242-4DDE-F14B-2BDC3167EC6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sp>
        <p:nvSpPr>
          <p:cNvPr id="2" name="Title 1">
            <a:extLst>
              <a:ext uri="{FF2B5EF4-FFF2-40B4-BE49-F238E27FC236}">
                <a16:creationId xmlns:a16="http://schemas.microsoft.com/office/drawing/2014/main" id="{5234EECA-83AF-91B2-F1E8-1E4C80E64857}"/>
              </a:ext>
            </a:extLst>
          </p:cNvPr>
          <p:cNvSpPr>
            <a:spLocks noGrp="1"/>
          </p:cNvSpPr>
          <p:nvPr>
            <p:ph type="title" hasCustomPrompt="1"/>
          </p:nvPr>
        </p:nvSpPr>
        <p:spPr>
          <a:xfrm>
            <a:off x="179221" y="99706"/>
            <a:ext cx="10515600" cy="615950"/>
          </a:xfrm>
        </p:spPr>
        <p:txBody>
          <a:bodyPr>
            <a:noAutofit/>
          </a:bodyPr>
          <a:lstStyle>
            <a:lvl1pPr algn="l">
              <a:defRPr lang="en-US" sz="2600" b="0" kern="0" baseline="0" dirty="0">
                <a:solidFill>
                  <a:schemeClr val="accent2"/>
                </a:solidFill>
                <a:latin typeface="+mn-lt"/>
                <a:ea typeface="Roboto Condensed" panose="02000000000000000000" pitchFamily="2" charset="0"/>
                <a:cs typeface="Circular Std Bold" panose="020B0804020101010102" pitchFamily="34" charset="0"/>
              </a:defRPr>
            </a:lvl1pPr>
          </a:lstStyle>
          <a:p>
            <a:r>
              <a:rPr lang="en-US"/>
              <a:t>CLICK TO EDIT MASTER TITLE STYLE</a:t>
            </a:r>
          </a:p>
        </p:txBody>
      </p:sp>
    </p:spTree>
    <p:extLst>
      <p:ext uri="{BB962C8B-B14F-4D97-AF65-F5344CB8AC3E}">
        <p14:creationId xmlns:p14="http://schemas.microsoft.com/office/powerpoint/2010/main" val="320628506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5" name="Title 11">
            <a:extLst>
              <a:ext uri="{FF2B5EF4-FFF2-40B4-BE49-F238E27FC236}">
                <a16:creationId xmlns:a16="http://schemas.microsoft.com/office/drawing/2014/main" id="{F8411FFC-81D8-05CD-6C21-1F102863BFDC}"/>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kern="0" baseline="0">
                <a:solidFill>
                  <a:schemeClr val="tx1">
                    <a:lumMod val="95000"/>
                    <a:lumOff val="5000"/>
                  </a:schemeClr>
                </a:solidFill>
                <a:latin typeface="Arial" panose="020B0604020202020204" pitchFamily="34" charset="0"/>
                <a:ea typeface="Roboto Condensed" panose="02000000000000000000" pitchFamily="2" charset="0"/>
                <a:cs typeface="Arial" panose="020B0604020202020204" pitchFamily="34" charset="0"/>
              </a:rPr>
              <a:t> </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2024 </a:t>
            </a:r>
            <a:r>
              <a:rPr lang="en-US" sz="800" kern="0" baseline="0" err="1">
                <a:solidFill>
                  <a:srgbClr val="202020"/>
                </a:solidFill>
                <a:latin typeface="Poppins" panose="02000000000000000000" pitchFamily="2" charset="0"/>
                <a:ea typeface="Roboto Condensed" panose="02000000000000000000" pitchFamily="2" charset="0"/>
                <a:cs typeface="Poppins" panose="02000000000000000000" pitchFamily="2" charset="0"/>
              </a:rPr>
              <a:t>ComplianceQuest</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All rights reserved. </a:t>
            </a:r>
          </a:p>
        </p:txBody>
      </p:sp>
      <p:grpSp>
        <p:nvGrpSpPr>
          <p:cNvPr id="4" name="Group 3">
            <a:extLst>
              <a:ext uri="{FF2B5EF4-FFF2-40B4-BE49-F238E27FC236}">
                <a16:creationId xmlns:a16="http://schemas.microsoft.com/office/drawing/2014/main" id="{30B73BDD-4517-3E39-D3B3-CE6AF34D043F}"/>
              </a:ext>
            </a:extLst>
          </p:cNvPr>
          <p:cNvGrpSpPr/>
          <p:nvPr userDrawn="1"/>
        </p:nvGrpSpPr>
        <p:grpSpPr>
          <a:xfrm>
            <a:off x="0" y="-2"/>
            <a:ext cx="12198096" cy="82296"/>
            <a:chOff x="0" y="-2"/>
            <a:chExt cx="12192000" cy="82296"/>
          </a:xfrm>
        </p:grpSpPr>
        <p:sp>
          <p:nvSpPr>
            <p:cNvPr id="6" name="Rectangle 5">
              <a:extLst>
                <a:ext uri="{FF2B5EF4-FFF2-40B4-BE49-F238E27FC236}">
                  <a16:creationId xmlns:a16="http://schemas.microsoft.com/office/drawing/2014/main" id="{493569A7-1471-0E85-D719-05178822A248}"/>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35D6B5A8-A757-70A0-3B75-5F8D724FC04E}"/>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10" name="Picture 9">
            <a:extLst>
              <a:ext uri="{FF2B5EF4-FFF2-40B4-BE49-F238E27FC236}">
                <a16:creationId xmlns:a16="http://schemas.microsoft.com/office/drawing/2014/main" id="{8C08A5B7-B48F-D97B-54B8-7181C8FFEA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sp>
        <p:nvSpPr>
          <p:cNvPr id="11" name="Title 1">
            <a:extLst>
              <a:ext uri="{FF2B5EF4-FFF2-40B4-BE49-F238E27FC236}">
                <a16:creationId xmlns:a16="http://schemas.microsoft.com/office/drawing/2014/main" id="{FF245347-E5C0-671B-9B4E-6E1F116BB7FA}"/>
              </a:ext>
            </a:extLst>
          </p:cNvPr>
          <p:cNvSpPr>
            <a:spLocks noGrp="1"/>
          </p:cNvSpPr>
          <p:nvPr>
            <p:ph type="title" hasCustomPrompt="1"/>
          </p:nvPr>
        </p:nvSpPr>
        <p:spPr>
          <a:xfrm>
            <a:off x="179221" y="199096"/>
            <a:ext cx="10515600" cy="615950"/>
          </a:xfrm>
        </p:spPr>
        <p:txBody>
          <a:bodyPr>
            <a:noAutofit/>
          </a:bodyPr>
          <a:lstStyle>
            <a:lvl1pPr algn="l">
              <a:defRPr lang="en-US" sz="2600" b="0" kern="0" baseline="0" dirty="0">
                <a:solidFill>
                  <a:srgbClr val="202020"/>
                </a:solidFill>
                <a:latin typeface="+mj-lt"/>
                <a:ea typeface="Roboto Condensed" panose="02000000000000000000" pitchFamily="2" charset="0"/>
                <a:cs typeface="Circular Std Bold" panose="020B0804020101010102" pitchFamily="34" charset="0"/>
              </a:defRPr>
            </a:lvl1pPr>
          </a:lstStyle>
          <a:p>
            <a:r>
              <a:rPr lang="en-US"/>
              <a:t>CLICK TO EDIT MASTER TITLE STYLE</a:t>
            </a:r>
          </a:p>
        </p:txBody>
      </p:sp>
      <p:sp>
        <p:nvSpPr>
          <p:cNvPr id="13" name="Text Placeholder 3">
            <a:extLst>
              <a:ext uri="{FF2B5EF4-FFF2-40B4-BE49-F238E27FC236}">
                <a16:creationId xmlns:a16="http://schemas.microsoft.com/office/drawing/2014/main" id="{1C26E4E3-D286-3D47-8C0C-58294D7F2DD5}"/>
              </a:ext>
            </a:extLst>
          </p:cNvPr>
          <p:cNvSpPr>
            <a:spLocks noGrp="1"/>
          </p:cNvSpPr>
          <p:nvPr>
            <p:ph type="body" sz="quarter" idx="4294967295"/>
          </p:nvPr>
        </p:nvSpPr>
        <p:spPr>
          <a:xfrm>
            <a:off x="179221" y="1003226"/>
            <a:ext cx="5640764" cy="4868185"/>
          </a:xfrm>
          <a:ln w="3175">
            <a:solidFill>
              <a:schemeClr val="tx1"/>
            </a:solidFill>
          </a:ln>
        </p:spPr>
        <p:txBody>
          <a:bodyPr tIns="91440"/>
          <a:lstStyle/>
          <a:p>
            <a:r>
              <a:rPr lang="en-IN">
                <a:solidFill>
                  <a:srgbClr val="494949"/>
                </a:solidFill>
              </a:rPr>
              <a:t>xxx</a:t>
            </a:r>
          </a:p>
        </p:txBody>
      </p:sp>
      <p:sp>
        <p:nvSpPr>
          <p:cNvPr id="14" name="Text Placeholder 3">
            <a:extLst>
              <a:ext uri="{FF2B5EF4-FFF2-40B4-BE49-F238E27FC236}">
                <a16:creationId xmlns:a16="http://schemas.microsoft.com/office/drawing/2014/main" id="{240E5DCD-32C3-B16F-37A4-31B2DF880126}"/>
              </a:ext>
            </a:extLst>
          </p:cNvPr>
          <p:cNvSpPr txBox="1">
            <a:spLocks/>
          </p:cNvSpPr>
          <p:nvPr userDrawn="1"/>
        </p:nvSpPr>
        <p:spPr>
          <a:xfrm>
            <a:off x="6208336" y="1003226"/>
            <a:ext cx="5640764" cy="4868185"/>
          </a:xfrm>
          <a:prstGeom prst="rect">
            <a:avLst/>
          </a:prstGeom>
          <a:ln w="3175">
            <a:solidFill>
              <a:schemeClr val="tx1"/>
            </a:solidFill>
          </a:ln>
        </p:spPr>
        <p:txBody>
          <a:bodyPr vert="horz" lIns="91440" tIns="9144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lang="en-US" sz="1400" kern="0" baseline="0" dirty="0">
                <a:solidFill>
                  <a:srgbClr val="202020"/>
                </a:solidFill>
                <a:latin typeface="Poppins" panose="02000000000000000000" pitchFamily="2" charset="0"/>
                <a:ea typeface="Roboto Condensed" panose="02000000000000000000" pitchFamily="2" charset="0"/>
                <a:cs typeface="Poppins"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400" kern="1200" dirty="0">
                <a:solidFill>
                  <a:schemeClr val="tx1"/>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a:solidFill>
                  <a:srgbClr val="494949"/>
                </a:solidFill>
              </a:rPr>
              <a:t>xxx</a:t>
            </a:r>
          </a:p>
        </p:txBody>
      </p:sp>
      <p:pic>
        <p:nvPicPr>
          <p:cNvPr id="16" name="Picture 15" descr="Diagram&#10;&#10;Description automatically generated">
            <a:extLst>
              <a:ext uri="{FF2B5EF4-FFF2-40B4-BE49-F238E27FC236}">
                <a16:creationId xmlns:a16="http://schemas.microsoft.com/office/drawing/2014/main" id="{E284FE52-C48F-E438-EB54-CB220CE8CF0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6901" y="5993099"/>
            <a:ext cx="455310" cy="791010"/>
          </a:xfrm>
          <a:prstGeom prst="rect">
            <a:avLst/>
          </a:prstGeom>
        </p:spPr>
      </p:pic>
    </p:spTree>
    <p:extLst>
      <p:ext uri="{BB962C8B-B14F-4D97-AF65-F5344CB8AC3E}">
        <p14:creationId xmlns:p14="http://schemas.microsoft.com/office/powerpoint/2010/main" val="33005161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746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5" name="Title 11">
            <a:extLst>
              <a:ext uri="{FF2B5EF4-FFF2-40B4-BE49-F238E27FC236}">
                <a16:creationId xmlns:a16="http://schemas.microsoft.com/office/drawing/2014/main" id="{F8411FFC-81D8-05CD-6C21-1F102863BFDC}"/>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kern="0" baseline="0">
                <a:solidFill>
                  <a:schemeClr val="tx1">
                    <a:lumMod val="95000"/>
                    <a:lumOff val="5000"/>
                  </a:schemeClr>
                </a:solidFill>
                <a:latin typeface="Arial" panose="020B0604020202020204" pitchFamily="34" charset="0"/>
                <a:ea typeface="Roboto Condensed" panose="02000000000000000000" pitchFamily="2" charset="0"/>
                <a:cs typeface="Arial" panose="020B0604020202020204" pitchFamily="34" charset="0"/>
              </a:rPr>
              <a:t> </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2024 </a:t>
            </a:r>
            <a:r>
              <a:rPr lang="en-US" sz="800" kern="0" baseline="0" err="1">
                <a:solidFill>
                  <a:srgbClr val="202020"/>
                </a:solidFill>
                <a:latin typeface="Poppins" panose="02000000000000000000" pitchFamily="2" charset="0"/>
                <a:ea typeface="Roboto Condensed" panose="02000000000000000000" pitchFamily="2" charset="0"/>
                <a:cs typeface="Poppins" panose="02000000000000000000" pitchFamily="2" charset="0"/>
              </a:rPr>
              <a:t>ComplianceQuest</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All rights reserved. </a:t>
            </a:r>
          </a:p>
        </p:txBody>
      </p:sp>
      <p:grpSp>
        <p:nvGrpSpPr>
          <p:cNvPr id="4" name="Group 3">
            <a:extLst>
              <a:ext uri="{FF2B5EF4-FFF2-40B4-BE49-F238E27FC236}">
                <a16:creationId xmlns:a16="http://schemas.microsoft.com/office/drawing/2014/main" id="{30B73BDD-4517-3E39-D3B3-CE6AF34D043F}"/>
              </a:ext>
            </a:extLst>
          </p:cNvPr>
          <p:cNvGrpSpPr/>
          <p:nvPr userDrawn="1"/>
        </p:nvGrpSpPr>
        <p:grpSpPr>
          <a:xfrm>
            <a:off x="0" y="-2"/>
            <a:ext cx="12198096" cy="82296"/>
            <a:chOff x="0" y="-2"/>
            <a:chExt cx="12192000" cy="82296"/>
          </a:xfrm>
        </p:grpSpPr>
        <p:sp>
          <p:nvSpPr>
            <p:cNvPr id="6" name="Rectangle 5">
              <a:extLst>
                <a:ext uri="{FF2B5EF4-FFF2-40B4-BE49-F238E27FC236}">
                  <a16:creationId xmlns:a16="http://schemas.microsoft.com/office/drawing/2014/main" id="{493569A7-1471-0E85-D719-05178822A248}"/>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35D6B5A8-A757-70A0-3B75-5F8D724FC04E}"/>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10" name="Picture 9">
            <a:extLst>
              <a:ext uri="{FF2B5EF4-FFF2-40B4-BE49-F238E27FC236}">
                <a16:creationId xmlns:a16="http://schemas.microsoft.com/office/drawing/2014/main" id="{8C08A5B7-B48F-D97B-54B8-7181C8FFEA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sp>
        <p:nvSpPr>
          <p:cNvPr id="11" name="Title 1">
            <a:extLst>
              <a:ext uri="{FF2B5EF4-FFF2-40B4-BE49-F238E27FC236}">
                <a16:creationId xmlns:a16="http://schemas.microsoft.com/office/drawing/2014/main" id="{FF245347-E5C0-671B-9B4E-6E1F116BB7FA}"/>
              </a:ext>
            </a:extLst>
          </p:cNvPr>
          <p:cNvSpPr>
            <a:spLocks noGrp="1"/>
          </p:cNvSpPr>
          <p:nvPr>
            <p:ph type="title" hasCustomPrompt="1"/>
          </p:nvPr>
        </p:nvSpPr>
        <p:spPr>
          <a:xfrm>
            <a:off x="179221" y="199096"/>
            <a:ext cx="10515600" cy="615950"/>
          </a:xfrm>
        </p:spPr>
        <p:txBody>
          <a:bodyPr>
            <a:noAutofit/>
          </a:bodyPr>
          <a:lstStyle>
            <a:lvl1pPr algn="l">
              <a:defRPr lang="en-US" sz="2600" b="0" kern="0" baseline="0" dirty="0">
                <a:solidFill>
                  <a:srgbClr val="202020"/>
                </a:solidFill>
                <a:latin typeface="+mj-lt"/>
                <a:ea typeface="Roboto Condensed" panose="02000000000000000000" pitchFamily="2" charset="0"/>
                <a:cs typeface="Circular Std Bold" panose="020B0804020101010102" pitchFamily="34" charset="0"/>
              </a:defRPr>
            </a:lvl1pPr>
          </a:lstStyle>
          <a:p>
            <a:r>
              <a:rPr lang="en-US"/>
              <a:t>CLICK TO EDIT MASTER TITLE STYLE</a:t>
            </a:r>
          </a:p>
        </p:txBody>
      </p:sp>
      <p:sp>
        <p:nvSpPr>
          <p:cNvPr id="13" name="Text Placeholder 3">
            <a:extLst>
              <a:ext uri="{FF2B5EF4-FFF2-40B4-BE49-F238E27FC236}">
                <a16:creationId xmlns:a16="http://schemas.microsoft.com/office/drawing/2014/main" id="{1C26E4E3-D286-3D47-8C0C-58294D7F2DD5}"/>
              </a:ext>
            </a:extLst>
          </p:cNvPr>
          <p:cNvSpPr>
            <a:spLocks noGrp="1"/>
          </p:cNvSpPr>
          <p:nvPr>
            <p:ph type="body" sz="quarter" idx="4294967295"/>
          </p:nvPr>
        </p:nvSpPr>
        <p:spPr>
          <a:xfrm>
            <a:off x="179221" y="1003226"/>
            <a:ext cx="5640764" cy="4868185"/>
          </a:xfrm>
          <a:ln w="3175">
            <a:solidFill>
              <a:schemeClr val="tx1"/>
            </a:solidFill>
          </a:ln>
        </p:spPr>
        <p:txBody>
          <a:bodyPr tIns="91440"/>
          <a:lstStyle/>
          <a:p>
            <a:r>
              <a:rPr lang="en-IN">
                <a:solidFill>
                  <a:srgbClr val="494949"/>
                </a:solidFill>
              </a:rPr>
              <a:t>xxx</a:t>
            </a:r>
          </a:p>
        </p:txBody>
      </p:sp>
      <p:sp>
        <p:nvSpPr>
          <p:cNvPr id="14" name="Text Placeholder 3">
            <a:extLst>
              <a:ext uri="{FF2B5EF4-FFF2-40B4-BE49-F238E27FC236}">
                <a16:creationId xmlns:a16="http://schemas.microsoft.com/office/drawing/2014/main" id="{240E5DCD-32C3-B16F-37A4-31B2DF880126}"/>
              </a:ext>
            </a:extLst>
          </p:cNvPr>
          <p:cNvSpPr txBox="1">
            <a:spLocks/>
          </p:cNvSpPr>
          <p:nvPr userDrawn="1"/>
        </p:nvSpPr>
        <p:spPr>
          <a:xfrm>
            <a:off x="6208336" y="1003226"/>
            <a:ext cx="5640764" cy="4868185"/>
          </a:xfrm>
          <a:prstGeom prst="rect">
            <a:avLst/>
          </a:prstGeom>
          <a:ln w="3175">
            <a:solidFill>
              <a:schemeClr val="tx1"/>
            </a:solidFill>
          </a:ln>
        </p:spPr>
        <p:txBody>
          <a:bodyPr vert="horz" lIns="91440" tIns="9144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lang="en-US" sz="1400" kern="0" baseline="0" dirty="0">
                <a:solidFill>
                  <a:srgbClr val="202020"/>
                </a:solidFill>
                <a:latin typeface="Poppins" panose="02000000000000000000" pitchFamily="2" charset="0"/>
                <a:ea typeface="Roboto Condensed" panose="02000000000000000000" pitchFamily="2" charset="0"/>
                <a:cs typeface="Poppins"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400" kern="1200" dirty="0">
                <a:solidFill>
                  <a:schemeClr val="tx1"/>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a:solidFill>
                  <a:srgbClr val="494949"/>
                </a:solidFill>
              </a:rPr>
              <a:t>xxx</a:t>
            </a:r>
          </a:p>
        </p:txBody>
      </p:sp>
      <p:pic>
        <p:nvPicPr>
          <p:cNvPr id="16" name="Picture 15" descr="Diagram&#10;&#10;Description automatically generated">
            <a:extLst>
              <a:ext uri="{FF2B5EF4-FFF2-40B4-BE49-F238E27FC236}">
                <a16:creationId xmlns:a16="http://schemas.microsoft.com/office/drawing/2014/main" id="{E284FE52-C48F-E438-EB54-CB220CE8CF0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6901" y="5993099"/>
            <a:ext cx="455310" cy="791010"/>
          </a:xfrm>
          <a:prstGeom prst="rect">
            <a:avLst/>
          </a:prstGeom>
        </p:spPr>
      </p:pic>
    </p:spTree>
    <p:extLst>
      <p:ext uri="{BB962C8B-B14F-4D97-AF65-F5344CB8AC3E}">
        <p14:creationId xmlns:p14="http://schemas.microsoft.com/office/powerpoint/2010/main" val="15723727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464">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9_Custom Layout">
    <p:spTree>
      <p:nvGrpSpPr>
        <p:cNvPr id="1" name=""/>
        <p:cNvGrpSpPr/>
        <p:nvPr/>
      </p:nvGrpSpPr>
      <p:grpSpPr>
        <a:xfrm>
          <a:off x="0" y="0"/>
          <a:ext cx="0" cy="0"/>
          <a:chOff x="0" y="0"/>
          <a:chExt cx="0" cy="0"/>
        </a:xfrm>
      </p:grpSpPr>
      <p:sp>
        <p:nvSpPr>
          <p:cNvPr id="5" name="Title 11">
            <a:extLst>
              <a:ext uri="{FF2B5EF4-FFF2-40B4-BE49-F238E27FC236}">
                <a16:creationId xmlns:a16="http://schemas.microsoft.com/office/drawing/2014/main" id="{F8411FFC-81D8-05CD-6C21-1F102863BFDC}"/>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kern="0" baseline="0">
                <a:solidFill>
                  <a:schemeClr val="tx1">
                    <a:lumMod val="95000"/>
                    <a:lumOff val="5000"/>
                  </a:schemeClr>
                </a:solidFill>
                <a:latin typeface="Arial" panose="020B0604020202020204" pitchFamily="34" charset="0"/>
                <a:ea typeface="Roboto Condensed" panose="02000000000000000000" pitchFamily="2" charset="0"/>
                <a:cs typeface="Arial" panose="020B0604020202020204" pitchFamily="34" charset="0"/>
              </a:rPr>
              <a:t> </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2024 </a:t>
            </a:r>
            <a:r>
              <a:rPr lang="en-US" sz="800" kern="0" baseline="0" err="1">
                <a:solidFill>
                  <a:srgbClr val="202020"/>
                </a:solidFill>
                <a:latin typeface="Poppins" panose="02000000000000000000" pitchFamily="2" charset="0"/>
                <a:ea typeface="Roboto Condensed" panose="02000000000000000000" pitchFamily="2" charset="0"/>
                <a:cs typeface="Poppins" panose="02000000000000000000" pitchFamily="2" charset="0"/>
              </a:rPr>
              <a:t>ComplianceQuest</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All rights reserved. </a:t>
            </a:r>
          </a:p>
        </p:txBody>
      </p:sp>
      <p:grpSp>
        <p:nvGrpSpPr>
          <p:cNvPr id="4" name="Group 3">
            <a:extLst>
              <a:ext uri="{FF2B5EF4-FFF2-40B4-BE49-F238E27FC236}">
                <a16:creationId xmlns:a16="http://schemas.microsoft.com/office/drawing/2014/main" id="{30B73BDD-4517-3E39-D3B3-CE6AF34D043F}"/>
              </a:ext>
            </a:extLst>
          </p:cNvPr>
          <p:cNvGrpSpPr/>
          <p:nvPr userDrawn="1"/>
        </p:nvGrpSpPr>
        <p:grpSpPr>
          <a:xfrm>
            <a:off x="0" y="-2"/>
            <a:ext cx="12198096" cy="82296"/>
            <a:chOff x="0" y="-2"/>
            <a:chExt cx="12192000" cy="82296"/>
          </a:xfrm>
        </p:grpSpPr>
        <p:sp>
          <p:nvSpPr>
            <p:cNvPr id="6" name="Rectangle 5">
              <a:extLst>
                <a:ext uri="{FF2B5EF4-FFF2-40B4-BE49-F238E27FC236}">
                  <a16:creationId xmlns:a16="http://schemas.microsoft.com/office/drawing/2014/main" id="{493569A7-1471-0E85-D719-05178822A248}"/>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35D6B5A8-A757-70A0-3B75-5F8D724FC04E}"/>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10" name="Picture 9">
            <a:extLst>
              <a:ext uri="{FF2B5EF4-FFF2-40B4-BE49-F238E27FC236}">
                <a16:creationId xmlns:a16="http://schemas.microsoft.com/office/drawing/2014/main" id="{8C08A5B7-B48F-D97B-54B8-7181C8FFEA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sp>
        <p:nvSpPr>
          <p:cNvPr id="11" name="Title 1">
            <a:extLst>
              <a:ext uri="{FF2B5EF4-FFF2-40B4-BE49-F238E27FC236}">
                <a16:creationId xmlns:a16="http://schemas.microsoft.com/office/drawing/2014/main" id="{FF245347-E5C0-671B-9B4E-6E1F116BB7FA}"/>
              </a:ext>
            </a:extLst>
          </p:cNvPr>
          <p:cNvSpPr>
            <a:spLocks noGrp="1"/>
          </p:cNvSpPr>
          <p:nvPr>
            <p:ph type="title" hasCustomPrompt="1"/>
          </p:nvPr>
        </p:nvSpPr>
        <p:spPr>
          <a:xfrm>
            <a:off x="179221" y="199096"/>
            <a:ext cx="10515600" cy="615950"/>
          </a:xfrm>
        </p:spPr>
        <p:txBody>
          <a:bodyPr>
            <a:noAutofit/>
          </a:bodyPr>
          <a:lstStyle>
            <a:lvl1pPr algn="l">
              <a:defRPr lang="en-US" sz="2600" b="0" kern="0" baseline="0" dirty="0">
                <a:solidFill>
                  <a:srgbClr val="202020"/>
                </a:solidFill>
                <a:latin typeface="+mj-lt"/>
                <a:ea typeface="Roboto Condensed" panose="02000000000000000000" pitchFamily="2" charset="0"/>
                <a:cs typeface="Circular Std Bold" panose="020B0804020101010102" pitchFamily="34" charset="0"/>
              </a:defRPr>
            </a:lvl1pPr>
          </a:lstStyle>
          <a:p>
            <a:r>
              <a:rPr lang="en-US"/>
              <a:t>CLICK TO EDIT MASTER TITLE STYLE</a:t>
            </a:r>
          </a:p>
        </p:txBody>
      </p:sp>
      <p:pic>
        <p:nvPicPr>
          <p:cNvPr id="12" name="Picture 11" descr="A picture containing plant, leaf&#10;&#10;Description automatically generated">
            <a:extLst>
              <a:ext uri="{FF2B5EF4-FFF2-40B4-BE49-F238E27FC236}">
                <a16:creationId xmlns:a16="http://schemas.microsoft.com/office/drawing/2014/main" id="{EBC08266-1063-9F02-8864-2914C02B1D4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t="13158" r="49777"/>
          <a:stretch/>
        </p:blipFill>
        <p:spPr>
          <a:xfrm>
            <a:off x="0" y="5980030"/>
            <a:ext cx="902682" cy="877970"/>
          </a:xfrm>
          <a:prstGeom prst="rect">
            <a:avLst/>
          </a:prstGeom>
        </p:spPr>
      </p:pic>
      <p:sp>
        <p:nvSpPr>
          <p:cNvPr id="13" name="Text Placeholder 3">
            <a:extLst>
              <a:ext uri="{FF2B5EF4-FFF2-40B4-BE49-F238E27FC236}">
                <a16:creationId xmlns:a16="http://schemas.microsoft.com/office/drawing/2014/main" id="{1C26E4E3-D286-3D47-8C0C-58294D7F2DD5}"/>
              </a:ext>
            </a:extLst>
          </p:cNvPr>
          <p:cNvSpPr>
            <a:spLocks noGrp="1"/>
          </p:cNvSpPr>
          <p:nvPr>
            <p:ph type="body" sz="quarter" idx="4294967295"/>
          </p:nvPr>
        </p:nvSpPr>
        <p:spPr>
          <a:xfrm>
            <a:off x="179221" y="1003226"/>
            <a:ext cx="5640764" cy="4868185"/>
          </a:xfrm>
          <a:ln w="3175">
            <a:solidFill>
              <a:schemeClr val="tx1"/>
            </a:solidFill>
          </a:ln>
        </p:spPr>
        <p:txBody>
          <a:bodyPr tIns="91440"/>
          <a:lstStyle/>
          <a:p>
            <a:r>
              <a:rPr lang="en-IN">
                <a:solidFill>
                  <a:srgbClr val="494949"/>
                </a:solidFill>
              </a:rPr>
              <a:t>xxx</a:t>
            </a:r>
          </a:p>
        </p:txBody>
      </p:sp>
      <p:sp>
        <p:nvSpPr>
          <p:cNvPr id="14" name="Text Placeholder 3">
            <a:extLst>
              <a:ext uri="{FF2B5EF4-FFF2-40B4-BE49-F238E27FC236}">
                <a16:creationId xmlns:a16="http://schemas.microsoft.com/office/drawing/2014/main" id="{240E5DCD-32C3-B16F-37A4-31B2DF880126}"/>
              </a:ext>
            </a:extLst>
          </p:cNvPr>
          <p:cNvSpPr txBox="1">
            <a:spLocks/>
          </p:cNvSpPr>
          <p:nvPr userDrawn="1"/>
        </p:nvSpPr>
        <p:spPr>
          <a:xfrm>
            <a:off x="6208336" y="1003226"/>
            <a:ext cx="5640764" cy="4868185"/>
          </a:xfrm>
          <a:prstGeom prst="rect">
            <a:avLst/>
          </a:prstGeom>
          <a:ln w="3175">
            <a:solidFill>
              <a:schemeClr val="tx1"/>
            </a:solidFill>
          </a:ln>
        </p:spPr>
        <p:txBody>
          <a:bodyPr vert="horz" lIns="91440" tIns="9144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lang="en-US" sz="1400" kern="0" baseline="0" dirty="0">
                <a:solidFill>
                  <a:srgbClr val="202020"/>
                </a:solidFill>
                <a:latin typeface="Poppins" panose="02000000000000000000" pitchFamily="2" charset="0"/>
                <a:ea typeface="Roboto Condensed" panose="02000000000000000000" pitchFamily="2" charset="0"/>
                <a:cs typeface="Poppins"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400" kern="1200" dirty="0">
                <a:solidFill>
                  <a:schemeClr val="tx1"/>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a:solidFill>
                  <a:srgbClr val="494949"/>
                </a:solidFill>
              </a:rPr>
              <a:t>xxx</a:t>
            </a:r>
          </a:p>
        </p:txBody>
      </p:sp>
    </p:spTree>
    <p:extLst>
      <p:ext uri="{BB962C8B-B14F-4D97-AF65-F5344CB8AC3E}">
        <p14:creationId xmlns:p14="http://schemas.microsoft.com/office/powerpoint/2010/main" val="75951294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46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8_Custom Layout">
    <p:spTree>
      <p:nvGrpSpPr>
        <p:cNvPr id="1" name=""/>
        <p:cNvGrpSpPr/>
        <p:nvPr/>
      </p:nvGrpSpPr>
      <p:grpSpPr>
        <a:xfrm>
          <a:off x="0" y="0"/>
          <a:ext cx="0" cy="0"/>
          <a:chOff x="0" y="0"/>
          <a:chExt cx="0" cy="0"/>
        </a:xfrm>
      </p:grpSpPr>
      <p:sp>
        <p:nvSpPr>
          <p:cNvPr id="5" name="Title 11">
            <a:extLst>
              <a:ext uri="{FF2B5EF4-FFF2-40B4-BE49-F238E27FC236}">
                <a16:creationId xmlns:a16="http://schemas.microsoft.com/office/drawing/2014/main" id="{F8411FFC-81D8-05CD-6C21-1F102863BFDC}"/>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kern="0" baseline="0">
                <a:solidFill>
                  <a:schemeClr val="tx1">
                    <a:lumMod val="95000"/>
                    <a:lumOff val="5000"/>
                  </a:schemeClr>
                </a:solidFill>
                <a:latin typeface="Arial" panose="020B0604020202020204" pitchFamily="34" charset="0"/>
                <a:ea typeface="Roboto Condensed" panose="02000000000000000000" pitchFamily="2" charset="0"/>
                <a:cs typeface="Arial" panose="020B0604020202020204" pitchFamily="34" charset="0"/>
              </a:rPr>
              <a:t> </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2024 </a:t>
            </a:r>
            <a:r>
              <a:rPr lang="en-US" sz="800" kern="0" baseline="0" err="1">
                <a:solidFill>
                  <a:srgbClr val="202020"/>
                </a:solidFill>
                <a:latin typeface="Poppins" panose="02000000000000000000" pitchFamily="2" charset="0"/>
                <a:ea typeface="Roboto Condensed" panose="02000000000000000000" pitchFamily="2" charset="0"/>
                <a:cs typeface="Poppins" panose="02000000000000000000" pitchFamily="2" charset="0"/>
              </a:rPr>
              <a:t>ComplianceQuest</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All rights reserved. </a:t>
            </a:r>
          </a:p>
        </p:txBody>
      </p:sp>
      <p:grpSp>
        <p:nvGrpSpPr>
          <p:cNvPr id="4" name="Group 3">
            <a:extLst>
              <a:ext uri="{FF2B5EF4-FFF2-40B4-BE49-F238E27FC236}">
                <a16:creationId xmlns:a16="http://schemas.microsoft.com/office/drawing/2014/main" id="{30B73BDD-4517-3E39-D3B3-CE6AF34D043F}"/>
              </a:ext>
            </a:extLst>
          </p:cNvPr>
          <p:cNvGrpSpPr/>
          <p:nvPr userDrawn="1"/>
        </p:nvGrpSpPr>
        <p:grpSpPr>
          <a:xfrm>
            <a:off x="0" y="-2"/>
            <a:ext cx="12198096" cy="82296"/>
            <a:chOff x="0" y="-2"/>
            <a:chExt cx="12192000" cy="82296"/>
          </a:xfrm>
        </p:grpSpPr>
        <p:sp>
          <p:nvSpPr>
            <p:cNvPr id="6" name="Rectangle 5">
              <a:extLst>
                <a:ext uri="{FF2B5EF4-FFF2-40B4-BE49-F238E27FC236}">
                  <a16:creationId xmlns:a16="http://schemas.microsoft.com/office/drawing/2014/main" id="{493569A7-1471-0E85-D719-05178822A248}"/>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35D6B5A8-A757-70A0-3B75-5F8D724FC04E}"/>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10" name="Picture 9">
            <a:extLst>
              <a:ext uri="{FF2B5EF4-FFF2-40B4-BE49-F238E27FC236}">
                <a16:creationId xmlns:a16="http://schemas.microsoft.com/office/drawing/2014/main" id="{8C08A5B7-B48F-D97B-54B8-7181C8FFEA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sp>
        <p:nvSpPr>
          <p:cNvPr id="11" name="Title 1">
            <a:extLst>
              <a:ext uri="{FF2B5EF4-FFF2-40B4-BE49-F238E27FC236}">
                <a16:creationId xmlns:a16="http://schemas.microsoft.com/office/drawing/2014/main" id="{FF245347-E5C0-671B-9B4E-6E1F116BB7FA}"/>
              </a:ext>
            </a:extLst>
          </p:cNvPr>
          <p:cNvSpPr>
            <a:spLocks noGrp="1"/>
          </p:cNvSpPr>
          <p:nvPr>
            <p:ph type="title" hasCustomPrompt="1"/>
          </p:nvPr>
        </p:nvSpPr>
        <p:spPr>
          <a:xfrm>
            <a:off x="179221" y="199096"/>
            <a:ext cx="10515600" cy="615950"/>
          </a:xfrm>
        </p:spPr>
        <p:txBody>
          <a:bodyPr>
            <a:noAutofit/>
          </a:bodyPr>
          <a:lstStyle>
            <a:lvl1pPr algn="l">
              <a:defRPr lang="en-US" sz="2600" b="0" kern="0" baseline="0" dirty="0">
                <a:solidFill>
                  <a:srgbClr val="202020"/>
                </a:solidFill>
                <a:latin typeface="+mj-lt"/>
                <a:ea typeface="Roboto Condensed" panose="02000000000000000000" pitchFamily="2" charset="0"/>
                <a:cs typeface="Circular Std Bold" panose="020B0804020101010102" pitchFamily="34" charset="0"/>
              </a:defRPr>
            </a:lvl1pPr>
          </a:lstStyle>
          <a:p>
            <a:r>
              <a:rPr lang="en-US"/>
              <a:t>CLICK TO EDIT MASTER TITLE STYLE</a:t>
            </a:r>
          </a:p>
        </p:txBody>
      </p:sp>
      <p:sp>
        <p:nvSpPr>
          <p:cNvPr id="13" name="Text Placeholder 3">
            <a:extLst>
              <a:ext uri="{FF2B5EF4-FFF2-40B4-BE49-F238E27FC236}">
                <a16:creationId xmlns:a16="http://schemas.microsoft.com/office/drawing/2014/main" id="{1C26E4E3-D286-3D47-8C0C-58294D7F2DD5}"/>
              </a:ext>
            </a:extLst>
          </p:cNvPr>
          <p:cNvSpPr>
            <a:spLocks noGrp="1"/>
          </p:cNvSpPr>
          <p:nvPr>
            <p:ph type="body" sz="quarter" idx="4294967295"/>
          </p:nvPr>
        </p:nvSpPr>
        <p:spPr>
          <a:xfrm>
            <a:off x="221556" y="1003226"/>
            <a:ext cx="5640764" cy="4868185"/>
          </a:xfrm>
          <a:ln w="3175">
            <a:solidFill>
              <a:schemeClr val="tx1"/>
            </a:solidFill>
          </a:ln>
        </p:spPr>
        <p:txBody>
          <a:bodyPr tIns="91440"/>
          <a:lstStyle>
            <a:lvl1pPr>
              <a:defRPr>
                <a:latin typeface="+mj-lt"/>
              </a:defRPr>
            </a:lvl1pPr>
          </a:lstStyle>
          <a:p>
            <a:r>
              <a:rPr lang="en-IN">
                <a:solidFill>
                  <a:srgbClr val="494949"/>
                </a:solidFill>
              </a:rPr>
              <a:t>xxx</a:t>
            </a:r>
          </a:p>
        </p:txBody>
      </p:sp>
      <p:sp>
        <p:nvSpPr>
          <p:cNvPr id="14" name="Text Placeholder 3">
            <a:extLst>
              <a:ext uri="{FF2B5EF4-FFF2-40B4-BE49-F238E27FC236}">
                <a16:creationId xmlns:a16="http://schemas.microsoft.com/office/drawing/2014/main" id="{240E5DCD-32C3-B16F-37A4-31B2DF880126}"/>
              </a:ext>
            </a:extLst>
          </p:cNvPr>
          <p:cNvSpPr txBox="1">
            <a:spLocks/>
          </p:cNvSpPr>
          <p:nvPr userDrawn="1"/>
        </p:nvSpPr>
        <p:spPr>
          <a:xfrm>
            <a:off x="6208336" y="1003226"/>
            <a:ext cx="5640764" cy="4868185"/>
          </a:xfrm>
          <a:prstGeom prst="rect">
            <a:avLst/>
          </a:prstGeom>
          <a:ln w="3175">
            <a:solidFill>
              <a:schemeClr val="tx1"/>
            </a:solidFill>
          </a:ln>
        </p:spPr>
        <p:txBody>
          <a:bodyPr vert="horz" lIns="91440" tIns="9144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lang="en-US" sz="1400" kern="0" baseline="0" dirty="0">
                <a:solidFill>
                  <a:srgbClr val="202020"/>
                </a:solidFill>
                <a:latin typeface="Poppins" panose="02000000000000000000" pitchFamily="2" charset="0"/>
                <a:ea typeface="Roboto Condensed" panose="02000000000000000000" pitchFamily="2" charset="0"/>
                <a:cs typeface="Poppins"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400" kern="1200" dirty="0">
                <a:solidFill>
                  <a:schemeClr val="tx1"/>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a:solidFill>
                  <a:srgbClr val="494949"/>
                </a:solidFill>
                <a:latin typeface="+mj-lt"/>
              </a:rPr>
              <a:t>xxx</a:t>
            </a:r>
          </a:p>
        </p:txBody>
      </p:sp>
      <p:pic>
        <p:nvPicPr>
          <p:cNvPr id="2" name="Picture 1">
            <a:extLst>
              <a:ext uri="{FF2B5EF4-FFF2-40B4-BE49-F238E27FC236}">
                <a16:creationId xmlns:a16="http://schemas.microsoft.com/office/drawing/2014/main" id="{E2AD6027-5BD1-58D0-2A04-21B843FAEF57}"/>
              </a:ext>
            </a:extLst>
          </p:cNvPr>
          <p:cNvPicPr>
            <a:picLocks noChangeAspect="1"/>
          </p:cNvPicPr>
          <p:nvPr userDrawn="1"/>
        </p:nvPicPr>
        <p:blipFill rotWithShape="1">
          <a:blip r:embed="rId3"/>
          <a:srcRect l="2519" r="52315"/>
          <a:stretch/>
        </p:blipFill>
        <p:spPr>
          <a:xfrm>
            <a:off x="55880" y="6014720"/>
            <a:ext cx="793198" cy="843280"/>
          </a:xfrm>
          <a:prstGeom prst="rect">
            <a:avLst/>
          </a:prstGeom>
        </p:spPr>
      </p:pic>
    </p:spTree>
    <p:extLst>
      <p:ext uri="{BB962C8B-B14F-4D97-AF65-F5344CB8AC3E}">
        <p14:creationId xmlns:p14="http://schemas.microsoft.com/office/powerpoint/2010/main" val="1700687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46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60D748CE-8116-E045-A4BB-AE9C7F9FA378}"/>
              </a:ext>
            </a:extLst>
          </p:cNvPr>
          <p:cNvSpPr>
            <a:spLocks noGrp="1"/>
          </p:cNvSpPr>
          <p:nvPr>
            <p:ph type="title" hasCustomPrompt="1"/>
          </p:nvPr>
        </p:nvSpPr>
        <p:spPr>
          <a:xfrm>
            <a:off x="179221" y="199096"/>
            <a:ext cx="10515600" cy="615950"/>
          </a:xfrm>
        </p:spPr>
        <p:txBody>
          <a:bodyPr>
            <a:noAutofit/>
          </a:bodyPr>
          <a:lstStyle>
            <a:lvl1pPr algn="l">
              <a:defRPr lang="en-US" sz="2600" b="0" kern="0" baseline="0" dirty="0">
                <a:solidFill>
                  <a:srgbClr val="202020"/>
                </a:solidFill>
                <a:latin typeface="Circular Std Bold" panose="020B0804020101010102" pitchFamily="34" charset="0"/>
                <a:ea typeface="Roboto Condensed" panose="02000000000000000000" pitchFamily="2" charset="0"/>
                <a:cs typeface="Circular Std Bold" panose="020B0804020101010102" pitchFamily="34" charset="0"/>
              </a:defRPr>
            </a:lvl1pPr>
          </a:lstStyle>
          <a:p>
            <a:r>
              <a:rPr lang="en-US"/>
              <a:t>CLICK TO EDIT MASTER TITLE STYLE</a:t>
            </a:r>
          </a:p>
        </p:txBody>
      </p:sp>
      <p:sp>
        <p:nvSpPr>
          <p:cNvPr id="5" name="Title 11">
            <a:extLst>
              <a:ext uri="{FF2B5EF4-FFF2-40B4-BE49-F238E27FC236}">
                <a16:creationId xmlns:a16="http://schemas.microsoft.com/office/drawing/2014/main" id="{ECBF4146-E2AD-71E9-C24C-85DA29907B26}"/>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kern="0" baseline="0">
                <a:solidFill>
                  <a:schemeClr val="tx1">
                    <a:lumMod val="95000"/>
                    <a:lumOff val="5000"/>
                  </a:schemeClr>
                </a:solidFill>
                <a:latin typeface="Arial" panose="020B0604020202020204" pitchFamily="34" charset="0"/>
                <a:ea typeface="Roboto Condensed" panose="02000000000000000000" pitchFamily="2" charset="0"/>
                <a:cs typeface="Arial" panose="020B0604020202020204" pitchFamily="34" charset="0"/>
              </a:rPr>
              <a:t> </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2024 </a:t>
            </a:r>
            <a:r>
              <a:rPr lang="en-US" sz="800" kern="0" baseline="0" err="1">
                <a:solidFill>
                  <a:srgbClr val="202020"/>
                </a:solidFill>
                <a:latin typeface="Poppins" panose="02000000000000000000" pitchFamily="2" charset="0"/>
                <a:ea typeface="Roboto Condensed" panose="02000000000000000000" pitchFamily="2" charset="0"/>
                <a:cs typeface="Poppins" panose="02000000000000000000" pitchFamily="2" charset="0"/>
              </a:rPr>
              <a:t>ComplianceQuest</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All rights reserved. </a:t>
            </a:r>
          </a:p>
        </p:txBody>
      </p:sp>
      <p:pic>
        <p:nvPicPr>
          <p:cNvPr id="3" name="Picture 2" descr="A picture containing plant, leaf&#10;&#10;Description automatically generated">
            <a:extLst>
              <a:ext uri="{FF2B5EF4-FFF2-40B4-BE49-F238E27FC236}">
                <a16:creationId xmlns:a16="http://schemas.microsoft.com/office/drawing/2014/main" id="{F0847142-2798-E3F8-3B8B-F478F388342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13158" r="49777"/>
          <a:stretch/>
        </p:blipFill>
        <p:spPr>
          <a:xfrm>
            <a:off x="0" y="5980030"/>
            <a:ext cx="902682" cy="877970"/>
          </a:xfrm>
          <a:prstGeom prst="rect">
            <a:avLst/>
          </a:prstGeom>
        </p:spPr>
      </p:pic>
      <p:grpSp>
        <p:nvGrpSpPr>
          <p:cNvPr id="4" name="Group 3">
            <a:extLst>
              <a:ext uri="{FF2B5EF4-FFF2-40B4-BE49-F238E27FC236}">
                <a16:creationId xmlns:a16="http://schemas.microsoft.com/office/drawing/2014/main" id="{A8F08C61-63D7-E640-AD43-0329EF4143FB}"/>
              </a:ext>
            </a:extLst>
          </p:cNvPr>
          <p:cNvGrpSpPr/>
          <p:nvPr userDrawn="1"/>
        </p:nvGrpSpPr>
        <p:grpSpPr>
          <a:xfrm>
            <a:off x="0" y="-2"/>
            <a:ext cx="12198096" cy="82296"/>
            <a:chOff x="0" y="-2"/>
            <a:chExt cx="12192000" cy="82296"/>
          </a:xfrm>
        </p:grpSpPr>
        <p:sp>
          <p:nvSpPr>
            <p:cNvPr id="6" name="Rectangle 5">
              <a:extLst>
                <a:ext uri="{FF2B5EF4-FFF2-40B4-BE49-F238E27FC236}">
                  <a16:creationId xmlns:a16="http://schemas.microsoft.com/office/drawing/2014/main" id="{300DE371-CD49-F3FF-53B0-76C1B0F8F1AB}"/>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F85C6275-2B57-6D7E-C101-83439DBB0F33}"/>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9" name="Picture 8">
            <a:extLst>
              <a:ext uri="{FF2B5EF4-FFF2-40B4-BE49-F238E27FC236}">
                <a16:creationId xmlns:a16="http://schemas.microsoft.com/office/drawing/2014/main" id="{235D7D89-A7F5-0ADE-333A-BD2A32B7ADB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sp>
        <p:nvSpPr>
          <p:cNvPr id="14" name="Text Placeholder 3">
            <a:extLst>
              <a:ext uri="{FF2B5EF4-FFF2-40B4-BE49-F238E27FC236}">
                <a16:creationId xmlns:a16="http://schemas.microsoft.com/office/drawing/2014/main" id="{9A965C94-1436-05ED-B930-6E4CA9164D68}"/>
              </a:ext>
            </a:extLst>
          </p:cNvPr>
          <p:cNvSpPr>
            <a:spLocks noGrp="1"/>
          </p:cNvSpPr>
          <p:nvPr>
            <p:ph type="body" sz="quarter" idx="11"/>
          </p:nvPr>
        </p:nvSpPr>
        <p:spPr>
          <a:xfrm>
            <a:off x="179221" y="1003226"/>
            <a:ext cx="3833609" cy="4889197"/>
          </a:xfrm>
          <a:ln>
            <a:solidFill>
              <a:srgbClr val="494949"/>
            </a:solidFill>
          </a:ln>
        </p:spPr>
        <p:txBody>
          <a:bodyPr>
            <a:noAutofit/>
          </a:bodyPr>
          <a:lstStyle>
            <a:lvl1pPr marL="0" indent="0" algn="ctr">
              <a:buNone/>
              <a:defRPr lang="en-US" sz="1400" kern="0" baseline="0" dirty="0">
                <a:solidFill>
                  <a:srgbClr val="484848"/>
                </a:solidFill>
                <a:latin typeface="+mj-lt"/>
                <a:ea typeface="Roboto Condensed" panose="02000000000000000000" pitchFamily="2" charset="0"/>
                <a:cs typeface="Poppins" panose="02000000000000000000" pitchFamily="2" charset="0"/>
              </a:defRPr>
            </a:lvl1pPr>
            <a:lvl2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2pPr>
            <a:lvl3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3pPr>
            <a:lvl4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4pPr>
            <a:lvl5pPr>
              <a:defRPr lang="en-US" sz="1400" kern="1200" dirty="0">
                <a:solidFill>
                  <a:schemeClr val="tx1"/>
                </a:solidFill>
                <a:latin typeface="Source Sans Pro" panose="020B0503030403020204" pitchFamily="34" charset="0"/>
                <a:ea typeface="Source Sans Pro" panose="020B0503030403020204" pitchFamily="34" charset="0"/>
                <a:cs typeface="+mn-cs"/>
              </a:defRPr>
            </a:lvl5pPr>
          </a:lstStyle>
          <a:p>
            <a:pPr lvl="0"/>
            <a:r>
              <a:rPr lang="en-US"/>
              <a:t>Edit Master text styles</a:t>
            </a:r>
          </a:p>
        </p:txBody>
      </p:sp>
      <p:sp>
        <p:nvSpPr>
          <p:cNvPr id="15" name="Text Placeholder 3">
            <a:extLst>
              <a:ext uri="{FF2B5EF4-FFF2-40B4-BE49-F238E27FC236}">
                <a16:creationId xmlns:a16="http://schemas.microsoft.com/office/drawing/2014/main" id="{9B222B21-71E2-D022-AE8A-07A4955C5679}"/>
              </a:ext>
            </a:extLst>
          </p:cNvPr>
          <p:cNvSpPr>
            <a:spLocks noGrp="1"/>
          </p:cNvSpPr>
          <p:nvPr>
            <p:ph type="body" sz="quarter" idx="12"/>
          </p:nvPr>
        </p:nvSpPr>
        <p:spPr>
          <a:xfrm>
            <a:off x="4104329" y="1003226"/>
            <a:ext cx="3833609" cy="4889197"/>
          </a:xfrm>
          <a:ln>
            <a:solidFill>
              <a:srgbClr val="494949"/>
            </a:solidFill>
          </a:ln>
        </p:spPr>
        <p:txBody>
          <a:bodyPr>
            <a:noAutofit/>
          </a:bodyPr>
          <a:lstStyle>
            <a:lvl1pPr marL="0" indent="0" algn="ctr">
              <a:buNone/>
              <a:defRPr lang="en-US" sz="1400" kern="0" baseline="0" dirty="0">
                <a:solidFill>
                  <a:srgbClr val="484848"/>
                </a:solidFill>
                <a:latin typeface="+mj-lt"/>
                <a:ea typeface="Roboto Condensed" panose="02000000000000000000" pitchFamily="2" charset="0"/>
                <a:cs typeface="Poppins" panose="02000000000000000000" pitchFamily="2" charset="0"/>
              </a:defRPr>
            </a:lvl1pPr>
            <a:lvl2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2pPr>
            <a:lvl3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3pPr>
            <a:lvl4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4pPr>
            <a:lvl5pPr>
              <a:defRPr lang="en-US" sz="1400" kern="1200" dirty="0">
                <a:solidFill>
                  <a:schemeClr val="tx1"/>
                </a:solidFill>
                <a:latin typeface="Source Sans Pro" panose="020B0503030403020204" pitchFamily="34" charset="0"/>
                <a:ea typeface="Source Sans Pro" panose="020B0503030403020204" pitchFamily="34" charset="0"/>
                <a:cs typeface="+mn-cs"/>
              </a:defRPr>
            </a:lvl5pPr>
          </a:lstStyle>
          <a:p>
            <a:pPr lvl="0"/>
            <a:r>
              <a:rPr lang="en-US"/>
              <a:t>Edit Master text styles</a:t>
            </a:r>
          </a:p>
        </p:txBody>
      </p:sp>
      <p:sp>
        <p:nvSpPr>
          <p:cNvPr id="16" name="Text Placeholder 3">
            <a:extLst>
              <a:ext uri="{FF2B5EF4-FFF2-40B4-BE49-F238E27FC236}">
                <a16:creationId xmlns:a16="http://schemas.microsoft.com/office/drawing/2014/main" id="{8BD853EF-B883-BE3D-6B84-AEEADAD108CA}"/>
              </a:ext>
            </a:extLst>
          </p:cNvPr>
          <p:cNvSpPr>
            <a:spLocks noGrp="1"/>
          </p:cNvSpPr>
          <p:nvPr>
            <p:ph type="body" sz="quarter" idx="13"/>
          </p:nvPr>
        </p:nvSpPr>
        <p:spPr>
          <a:xfrm>
            <a:off x="8029437" y="1003226"/>
            <a:ext cx="3833609" cy="4889197"/>
          </a:xfrm>
          <a:ln>
            <a:solidFill>
              <a:srgbClr val="494949"/>
            </a:solidFill>
          </a:ln>
        </p:spPr>
        <p:txBody>
          <a:bodyPr>
            <a:noAutofit/>
          </a:bodyPr>
          <a:lstStyle>
            <a:lvl1pPr marL="0" indent="0" algn="ctr">
              <a:buNone/>
              <a:defRPr lang="en-US" sz="1400" kern="0" baseline="0" dirty="0">
                <a:solidFill>
                  <a:srgbClr val="484848"/>
                </a:solidFill>
                <a:latin typeface="+mj-lt"/>
                <a:ea typeface="Roboto Condensed" panose="02000000000000000000" pitchFamily="2" charset="0"/>
                <a:cs typeface="Poppins" panose="02000000000000000000" pitchFamily="2" charset="0"/>
              </a:defRPr>
            </a:lvl1pPr>
            <a:lvl2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2pPr>
            <a:lvl3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3pPr>
            <a:lvl4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4pPr>
            <a:lvl5pPr>
              <a:defRPr lang="en-US" sz="1400" kern="1200" dirty="0">
                <a:solidFill>
                  <a:schemeClr val="tx1"/>
                </a:solidFill>
                <a:latin typeface="Source Sans Pro" panose="020B0503030403020204" pitchFamily="34" charset="0"/>
                <a:ea typeface="Source Sans Pro" panose="020B0503030403020204" pitchFamily="34" charset="0"/>
                <a:cs typeface="+mn-cs"/>
              </a:defRPr>
            </a:lvl5pPr>
          </a:lstStyle>
          <a:p>
            <a:pPr lvl="0"/>
            <a:r>
              <a:rPr lang="en-US"/>
              <a:t>Edit Master text styles</a:t>
            </a:r>
          </a:p>
        </p:txBody>
      </p:sp>
    </p:spTree>
    <p:extLst>
      <p:ext uri="{BB962C8B-B14F-4D97-AF65-F5344CB8AC3E}">
        <p14:creationId xmlns:p14="http://schemas.microsoft.com/office/powerpoint/2010/main" val="1032732413"/>
      </p:ext>
    </p:extLst>
  </p:cSld>
  <p:clrMapOvr>
    <a:masterClrMapping/>
  </p:clrMapOvr>
  <p:extLst>
    <p:ext uri="{DCECCB84-F9BA-43D5-87BE-67443E8EF086}">
      <p15:sldGuideLst xmlns:p15="http://schemas.microsoft.com/office/powerpoint/2012/main">
        <p15:guide id="1" orient="horz" pos="2160">
          <p15:clr>
            <a:srgbClr val="FBAE40"/>
          </p15:clr>
        </p15:guide>
        <p15:guide id="2" pos="746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7_Custom Layout">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60D748CE-8116-E045-A4BB-AE9C7F9FA378}"/>
              </a:ext>
            </a:extLst>
          </p:cNvPr>
          <p:cNvSpPr>
            <a:spLocks noGrp="1"/>
          </p:cNvSpPr>
          <p:nvPr>
            <p:ph type="title" hasCustomPrompt="1"/>
          </p:nvPr>
        </p:nvSpPr>
        <p:spPr>
          <a:xfrm>
            <a:off x="179221" y="199096"/>
            <a:ext cx="10515600" cy="615950"/>
          </a:xfrm>
        </p:spPr>
        <p:txBody>
          <a:bodyPr>
            <a:noAutofit/>
          </a:bodyPr>
          <a:lstStyle>
            <a:lvl1pPr algn="l">
              <a:defRPr lang="en-US" sz="2600" b="0" kern="0" baseline="0" dirty="0">
                <a:solidFill>
                  <a:srgbClr val="202020"/>
                </a:solidFill>
                <a:latin typeface="+mj-lt"/>
                <a:ea typeface="Roboto Condensed" panose="02000000000000000000" pitchFamily="2" charset="0"/>
                <a:cs typeface="Circular Std Bold" panose="020B0804020101010102" pitchFamily="34" charset="0"/>
              </a:defRPr>
            </a:lvl1pPr>
          </a:lstStyle>
          <a:p>
            <a:r>
              <a:rPr lang="en-US"/>
              <a:t>CLICK TO EDIT MASTER TITLE STYLE</a:t>
            </a:r>
          </a:p>
        </p:txBody>
      </p:sp>
      <p:sp>
        <p:nvSpPr>
          <p:cNvPr id="7" name="Text Placeholder 3">
            <a:extLst>
              <a:ext uri="{FF2B5EF4-FFF2-40B4-BE49-F238E27FC236}">
                <a16:creationId xmlns:a16="http://schemas.microsoft.com/office/drawing/2014/main" id="{946D6CB6-6F15-7824-F6AC-4A63429BA829}"/>
              </a:ext>
            </a:extLst>
          </p:cNvPr>
          <p:cNvSpPr>
            <a:spLocks noGrp="1"/>
          </p:cNvSpPr>
          <p:nvPr>
            <p:ph type="body" sz="quarter" idx="11"/>
          </p:nvPr>
        </p:nvSpPr>
        <p:spPr>
          <a:xfrm>
            <a:off x="179221" y="1003226"/>
            <a:ext cx="3833609" cy="4889197"/>
          </a:xfrm>
          <a:ln>
            <a:solidFill>
              <a:srgbClr val="494949"/>
            </a:solidFill>
          </a:ln>
        </p:spPr>
        <p:txBody>
          <a:bodyPr>
            <a:noAutofit/>
          </a:bodyPr>
          <a:lstStyle>
            <a:lvl1pPr marL="0" indent="0" algn="ctr">
              <a:buNone/>
              <a:defRPr lang="en-US" sz="1400" kern="0" baseline="0" dirty="0">
                <a:solidFill>
                  <a:srgbClr val="484848"/>
                </a:solidFill>
                <a:latin typeface="+mj-lt"/>
                <a:ea typeface="Roboto Condensed" panose="02000000000000000000" pitchFamily="2" charset="0"/>
                <a:cs typeface="Poppins" panose="02000000000000000000" pitchFamily="2" charset="0"/>
              </a:defRPr>
            </a:lvl1pPr>
            <a:lvl2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2pPr>
            <a:lvl3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3pPr>
            <a:lvl4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4pPr>
            <a:lvl5pPr>
              <a:defRPr lang="en-US" sz="1400" kern="1200" dirty="0">
                <a:solidFill>
                  <a:schemeClr val="tx1"/>
                </a:solidFill>
                <a:latin typeface="Source Sans Pro" panose="020B0503030403020204" pitchFamily="34" charset="0"/>
                <a:ea typeface="Source Sans Pro" panose="020B0503030403020204" pitchFamily="34" charset="0"/>
                <a:cs typeface="+mn-cs"/>
              </a:defRPr>
            </a:lvl5pPr>
          </a:lstStyle>
          <a:p>
            <a:pPr lvl="0"/>
            <a:r>
              <a:rPr lang="en-US"/>
              <a:t>Edit Master text styles</a:t>
            </a:r>
          </a:p>
        </p:txBody>
      </p:sp>
      <p:sp>
        <p:nvSpPr>
          <p:cNvPr id="5" name="Title 11">
            <a:extLst>
              <a:ext uri="{FF2B5EF4-FFF2-40B4-BE49-F238E27FC236}">
                <a16:creationId xmlns:a16="http://schemas.microsoft.com/office/drawing/2014/main" id="{ECBF4146-E2AD-71E9-C24C-85DA29907B26}"/>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kern="0" baseline="0">
                <a:solidFill>
                  <a:schemeClr val="tx1">
                    <a:lumMod val="95000"/>
                    <a:lumOff val="5000"/>
                  </a:schemeClr>
                </a:solidFill>
                <a:latin typeface="Arial" panose="020B0604020202020204" pitchFamily="34" charset="0"/>
                <a:ea typeface="Roboto Condensed" panose="02000000000000000000" pitchFamily="2" charset="0"/>
                <a:cs typeface="Arial" panose="020B0604020202020204" pitchFamily="34" charset="0"/>
              </a:rPr>
              <a:t> </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2024 </a:t>
            </a:r>
            <a:r>
              <a:rPr lang="en-US" sz="800" kern="0" baseline="0" err="1">
                <a:solidFill>
                  <a:srgbClr val="202020"/>
                </a:solidFill>
                <a:latin typeface="Poppins" panose="02000000000000000000" pitchFamily="2" charset="0"/>
                <a:ea typeface="Roboto Condensed" panose="02000000000000000000" pitchFamily="2" charset="0"/>
                <a:cs typeface="Poppins" panose="02000000000000000000" pitchFamily="2" charset="0"/>
              </a:rPr>
              <a:t>ComplianceQuest</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All rights reserved. </a:t>
            </a:r>
          </a:p>
        </p:txBody>
      </p:sp>
      <p:sp>
        <p:nvSpPr>
          <p:cNvPr id="10" name="Text Placeholder 3">
            <a:extLst>
              <a:ext uri="{FF2B5EF4-FFF2-40B4-BE49-F238E27FC236}">
                <a16:creationId xmlns:a16="http://schemas.microsoft.com/office/drawing/2014/main" id="{B461C553-7EF1-F49F-C57E-E84651B38E65}"/>
              </a:ext>
            </a:extLst>
          </p:cNvPr>
          <p:cNvSpPr>
            <a:spLocks noGrp="1"/>
          </p:cNvSpPr>
          <p:nvPr>
            <p:ph type="body" sz="quarter" idx="12"/>
          </p:nvPr>
        </p:nvSpPr>
        <p:spPr>
          <a:xfrm>
            <a:off x="4104329" y="1003226"/>
            <a:ext cx="3833609" cy="4889197"/>
          </a:xfrm>
          <a:ln>
            <a:solidFill>
              <a:srgbClr val="494949"/>
            </a:solidFill>
          </a:ln>
        </p:spPr>
        <p:txBody>
          <a:bodyPr>
            <a:noAutofit/>
          </a:bodyPr>
          <a:lstStyle>
            <a:lvl1pPr marL="0" indent="0" algn="ctr">
              <a:buNone/>
              <a:defRPr lang="en-US" sz="1400" kern="0" baseline="0" dirty="0">
                <a:solidFill>
                  <a:srgbClr val="484848"/>
                </a:solidFill>
                <a:latin typeface="+mj-lt"/>
                <a:ea typeface="Roboto Condensed" panose="02000000000000000000" pitchFamily="2" charset="0"/>
                <a:cs typeface="Poppins" panose="02000000000000000000" pitchFamily="2" charset="0"/>
              </a:defRPr>
            </a:lvl1pPr>
            <a:lvl2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2pPr>
            <a:lvl3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3pPr>
            <a:lvl4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4pPr>
            <a:lvl5pPr>
              <a:defRPr lang="en-US" sz="1400" kern="1200" dirty="0">
                <a:solidFill>
                  <a:schemeClr val="tx1"/>
                </a:solidFill>
                <a:latin typeface="Source Sans Pro" panose="020B0503030403020204" pitchFamily="34" charset="0"/>
                <a:ea typeface="Source Sans Pro" panose="020B0503030403020204" pitchFamily="34" charset="0"/>
                <a:cs typeface="+mn-cs"/>
              </a:defRPr>
            </a:lvl5pPr>
          </a:lstStyle>
          <a:p>
            <a:pPr lvl="0"/>
            <a:r>
              <a:rPr lang="en-US"/>
              <a:t>Edit Master text styles</a:t>
            </a:r>
          </a:p>
        </p:txBody>
      </p:sp>
      <p:sp>
        <p:nvSpPr>
          <p:cNvPr id="11" name="Text Placeholder 3">
            <a:extLst>
              <a:ext uri="{FF2B5EF4-FFF2-40B4-BE49-F238E27FC236}">
                <a16:creationId xmlns:a16="http://schemas.microsoft.com/office/drawing/2014/main" id="{CF800B77-AAE8-F93E-D06C-A3A2DA6F1C81}"/>
              </a:ext>
            </a:extLst>
          </p:cNvPr>
          <p:cNvSpPr>
            <a:spLocks noGrp="1"/>
          </p:cNvSpPr>
          <p:nvPr>
            <p:ph type="body" sz="quarter" idx="13"/>
          </p:nvPr>
        </p:nvSpPr>
        <p:spPr>
          <a:xfrm>
            <a:off x="8029437" y="1003226"/>
            <a:ext cx="3833609" cy="4889197"/>
          </a:xfrm>
          <a:ln>
            <a:solidFill>
              <a:srgbClr val="494949"/>
            </a:solidFill>
          </a:ln>
        </p:spPr>
        <p:txBody>
          <a:bodyPr>
            <a:noAutofit/>
          </a:bodyPr>
          <a:lstStyle>
            <a:lvl1pPr marL="0" indent="0" algn="ctr">
              <a:buNone/>
              <a:defRPr lang="en-US" sz="1400" kern="0" baseline="0" dirty="0">
                <a:solidFill>
                  <a:srgbClr val="484848"/>
                </a:solidFill>
                <a:latin typeface="+mj-lt"/>
                <a:ea typeface="Roboto Condensed" panose="02000000000000000000" pitchFamily="2" charset="0"/>
                <a:cs typeface="Poppins" panose="02000000000000000000" pitchFamily="2" charset="0"/>
              </a:defRPr>
            </a:lvl1pPr>
            <a:lvl2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2pPr>
            <a:lvl3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3pPr>
            <a:lvl4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4pPr>
            <a:lvl5pPr>
              <a:defRPr lang="en-US" sz="1400" kern="1200" dirty="0">
                <a:solidFill>
                  <a:schemeClr val="tx1"/>
                </a:solidFill>
                <a:latin typeface="Source Sans Pro" panose="020B0503030403020204" pitchFamily="34" charset="0"/>
                <a:ea typeface="Source Sans Pro" panose="020B0503030403020204" pitchFamily="34" charset="0"/>
                <a:cs typeface="+mn-cs"/>
              </a:defRPr>
            </a:lvl5pPr>
          </a:lstStyle>
          <a:p>
            <a:pPr lvl="0"/>
            <a:r>
              <a:rPr lang="en-US"/>
              <a:t>Edit Master text styles</a:t>
            </a:r>
          </a:p>
        </p:txBody>
      </p:sp>
      <p:grpSp>
        <p:nvGrpSpPr>
          <p:cNvPr id="4" name="Group 3">
            <a:extLst>
              <a:ext uri="{FF2B5EF4-FFF2-40B4-BE49-F238E27FC236}">
                <a16:creationId xmlns:a16="http://schemas.microsoft.com/office/drawing/2014/main" id="{A8F08C61-63D7-E640-AD43-0329EF4143FB}"/>
              </a:ext>
            </a:extLst>
          </p:cNvPr>
          <p:cNvGrpSpPr/>
          <p:nvPr userDrawn="1"/>
        </p:nvGrpSpPr>
        <p:grpSpPr>
          <a:xfrm>
            <a:off x="0" y="-2"/>
            <a:ext cx="12198096" cy="82296"/>
            <a:chOff x="0" y="-2"/>
            <a:chExt cx="12192000" cy="82296"/>
          </a:xfrm>
        </p:grpSpPr>
        <p:sp>
          <p:nvSpPr>
            <p:cNvPr id="6" name="Rectangle 5">
              <a:extLst>
                <a:ext uri="{FF2B5EF4-FFF2-40B4-BE49-F238E27FC236}">
                  <a16:creationId xmlns:a16="http://schemas.microsoft.com/office/drawing/2014/main" id="{300DE371-CD49-F3FF-53B0-76C1B0F8F1AB}"/>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F85C6275-2B57-6D7E-C101-83439DBB0F33}"/>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9" name="Picture 8">
            <a:extLst>
              <a:ext uri="{FF2B5EF4-FFF2-40B4-BE49-F238E27FC236}">
                <a16:creationId xmlns:a16="http://schemas.microsoft.com/office/drawing/2014/main" id="{235D7D89-A7F5-0ADE-333A-BD2A32B7AD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pic>
        <p:nvPicPr>
          <p:cNvPr id="2" name="Picture 1" descr="A close up of some leaves&#10;&#10;Description automatically generated with low confidence">
            <a:extLst>
              <a:ext uri="{FF2B5EF4-FFF2-40B4-BE49-F238E27FC236}">
                <a16:creationId xmlns:a16="http://schemas.microsoft.com/office/drawing/2014/main" id="{2739CF84-8C05-9549-D751-D715CE5F27E9}"/>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t="39309" r="28540"/>
          <a:stretch/>
        </p:blipFill>
        <p:spPr>
          <a:xfrm>
            <a:off x="0" y="5923398"/>
            <a:ext cx="1375562" cy="934602"/>
          </a:xfrm>
          <a:custGeom>
            <a:avLst/>
            <a:gdLst>
              <a:gd name="connsiteX0" fmla="*/ 0 w 3310739"/>
              <a:gd name="connsiteY0" fmla="*/ 0 h 2249424"/>
              <a:gd name="connsiteX1" fmla="*/ 2542389 w 3310739"/>
              <a:gd name="connsiteY1" fmla="*/ 0 h 2249424"/>
              <a:gd name="connsiteX2" fmla="*/ 2542389 w 3310739"/>
              <a:gd name="connsiteY2" fmla="*/ 412750 h 2249424"/>
              <a:gd name="connsiteX3" fmla="*/ 3310739 w 3310739"/>
              <a:gd name="connsiteY3" fmla="*/ 412750 h 2249424"/>
              <a:gd name="connsiteX4" fmla="*/ 3310739 w 3310739"/>
              <a:gd name="connsiteY4" fmla="*/ 2249424 h 2249424"/>
              <a:gd name="connsiteX5" fmla="*/ 0 w 3310739"/>
              <a:gd name="connsiteY5" fmla="*/ 2249424 h 2249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10739" h="2249424">
                <a:moveTo>
                  <a:pt x="0" y="0"/>
                </a:moveTo>
                <a:lnTo>
                  <a:pt x="2542389" y="0"/>
                </a:lnTo>
                <a:lnTo>
                  <a:pt x="2542389" y="412750"/>
                </a:lnTo>
                <a:lnTo>
                  <a:pt x="3310739" y="412750"/>
                </a:lnTo>
                <a:lnTo>
                  <a:pt x="3310739" y="2249424"/>
                </a:lnTo>
                <a:lnTo>
                  <a:pt x="0" y="2249424"/>
                </a:lnTo>
                <a:close/>
              </a:path>
            </a:pathLst>
          </a:custGeom>
        </p:spPr>
      </p:pic>
    </p:spTree>
    <p:extLst>
      <p:ext uri="{BB962C8B-B14F-4D97-AF65-F5344CB8AC3E}">
        <p14:creationId xmlns:p14="http://schemas.microsoft.com/office/powerpoint/2010/main" val="1050477904"/>
      </p:ext>
    </p:extLst>
  </p:cSld>
  <p:clrMapOvr>
    <a:masterClrMapping/>
  </p:clrMapOvr>
  <p:extLst>
    <p:ext uri="{DCECCB84-F9BA-43D5-87BE-67443E8EF086}">
      <p15:sldGuideLst xmlns:p15="http://schemas.microsoft.com/office/powerpoint/2012/main">
        <p15:guide id="1" orient="horz" pos="2160">
          <p15:clr>
            <a:srgbClr val="FBAE40"/>
          </p15:clr>
        </p15:guide>
        <p15:guide id="2" pos="746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3_Custom Layout">
    <p:bg>
      <p:bgPr>
        <a:solidFill>
          <a:schemeClr val="bg1"/>
        </a:solidFill>
        <a:effectLst/>
      </p:bgPr>
    </p:bg>
    <p:spTree>
      <p:nvGrpSpPr>
        <p:cNvPr id="1" name=""/>
        <p:cNvGrpSpPr/>
        <p:nvPr/>
      </p:nvGrpSpPr>
      <p:grpSpPr>
        <a:xfrm>
          <a:off x="0" y="0"/>
          <a:ext cx="0" cy="0"/>
          <a:chOff x="0" y="0"/>
          <a:chExt cx="0" cy="0"/>
        </a:xfrm>
      </p:grpSpPr>
      <p:sp>
        <p:nvSpPr>
          <p:cNvPr id="4" name="Title 11">
            <a:extLst>
              <a:ext uri="{FF2B5EF4-FFF2-40B4-BE49-F238E27FC236}">
                <a16:creationId xmlns:a16="http://schemas.microsoft.com/office/drawing/2014/main" id="{6E45AEE7-7642-C0C7-CA77-40860859817B}"/>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kern="0" baseline="0">
                <a:solidFill>
                  <a:schemeClr val="tx1">
                    <a:lumMod val="95000"/>
                    <a:lumOff val="5000"/>
                  </a:schemeClr>
                </a:solidFill>
                <a:latin typeface="Arial" panose="020B0604020202020204" pitchFamily="34" charset="0"/>
                <a:ea typeface="Roboto Condensed" panose="02000000000000000000" pitchFamily="2" charset="0"/>
                <a:cs typeface="Arial" panose="020B0604020202020204" pitchFamily="34" charset="0"/>
              </a:rPr>
              <a:t> </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2024 </a:t>
            </a:r>
            <a:r>
              <a:rPr lang="en-US" sz="800" kern="0" baseline="0" err="1">
                <a:solidFill>
                  <a:srgbClr val="202020"/>
                </a:solidFill>
                <a:latin typeface="Poppins" panose="02000000000000000000" pitchFamily="2" charset="0"/>
                <a:ea typeface="Roboto Condensed" panose="02000000000000000000" pitchFamily="2" charset="0"/>
                <a:cs typeface="Poppins" panose="02000000000000000000" pitchFamily="2" charset="0"/>
              </a:rPr>
              <a:t>ComplianceQuest</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All rights reserved. </a:t>
            </a:r>
          </a:p>
        </p:txBody>
      </p:sp>
      <p:pic>
        <p:nvPicPr>
          <p:cNvPr id="3" name="Picture 2">
            <a:extLst>
              <a:ext uri="{FF2B5EF4-FFF2-40B4-BE49-F238E27FC236}">
                <a16:creationId xmlns:a16="http://schemas.microsoft.com/office/drawing/2014/main" id="{C1D1E00C-73DA-26F7-0568-811746EEF1FB}"/>
              </a:ext>
            </a:extLst>
          </p:cNvPr>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9684215" y="6373969"/>
            <a:ext cx="2361872" cy="367618"/>
          </a:xfrm>
          <a:prstGeom prst="rect">
            <a:avLst/>
          </a:prstGeom>
        </p:spPr>
      </p:pic>
      <p:pic>
        <p:nvPicPr>
          <p:cNvPr id="5" name="Picture 4">
            <a:extLst>
              <a:ext uri="{FF2B5EF4-FFF2-40B4-BE49-F238E27FC236}">
                <a16:creationId xmlns:a16="http://schemas.microsoft.com/office/drawing/2014/main" id="{99ABDDA3-A2B3-7494-5638-A831985CE85C}"/>
              </a:ext>
            </a:extLst>
          </p:cNvPr>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9578337" y="323262"/>
            <a:ext cx="2361872" cy="367618"/>
          </a:xfrm>
          <a:prstGeom prst="rect">
            <a:avLst/>
          </a:prstGeom>
        </p:spPr>
      </p:pic>
    </p:spTree>
    <p:extLst>
      <p:ext uri="{BB962C8B-B14F-4D97-AF65-F5344CB8AC3E}">
        <p14:creationId xmlns:p14="http://schemas.microsoft.com/office/powerpoint/2010/main" val="34787109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5990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7" name="Title 11">
            <a:extLst>
              <a:ext uri="{FF2B5EF4-FFF2-40B4-BE49-F238E27FC236}">
                <a16:creationId xmlns:a16="http://schemas.microsoft.com/office/drawing/2014/main" id="{01D1253F-EC91-197C-B0AC-012F19421271}"/>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kern="0" baseline="0">
                <a:solidFill>
                  <a:schemeClr val="tx1">
                    <a:lumMod val="95000"/>
                    <a:lumOff val="5000"/>
                  </a:schemeClr>
                </a:solidFill>
                <a:latin typeface="Arial" panose="020B0604020202020204" pitchFamily="34" charset="0"/>
                <a:ea typeface="Roboto Condensed" panose="02000000000000000000" pitchFamily="2" charset="0"/>
                <a:cs typeface="Arial" panose="020B0604020202020204" pitchFamily="34" charset="0"/>
              </a:rPr>
              <a:t> </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2024 </a:t>
            </a:r>
            <a:r>
              <a:rPr lang="en-US" sz="800" kern="0" baseline="0" err="1">
                <a:solidFill>
                  <a:srgbClr val="202020"/>
                </a:solidFill>
                <a:latin typeface="Poppins" panose="02000000000000000000" pitchFamily="2" charset="0"/>
                <a:ea typeface="Roboto Condensed" panose="02000000000000000000" pitchFamily="2" charset="0"/>
                <a:cs typeface="Poppins" panose="02000000000000000000" pitchFamily="2" charset="0"/>
              </a:rPr>
              <a:t>ComplianceQuest</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All rights reserved. </a:t>
            </a:r>
          </a:p>
        </p:txBody>
      </p:sp>
      <p:pic>
        <p:nvPicPr>
          <p:cNvPr id="8" name="Picture 7">
            <a:extLst>
              <a:ext uri="{FF2B5EF4-FFF2-40B4-BE49-F238E27FC236}">
                <a16:creationId xmlns:a16="http://schemas.microsoft.com/office/drawing/2014/main" id="{6CC41CCA-63A1-28DB-5DD8-EE54AC8A799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4850" y="280827"/>
            <a:ext cx="1374596" cy="213951"/>
          </a:xfrm>
          <a:prstGeom prst="rect">
            <a:avLst/>
          </a:prstGeom>
        </p:spPr>
      </p:pic>
      <p:pic>
        <p:nvPicPr>
          <p:cNvPr id="9" name="Picture 8" descr="Logo&#10;&#10;Description automatically generated">
            <a:extLst>
              <a:ext uri="{FF2B5EF4-FFF2-40B4-BE49-F238E27FC236}">
                <a16:creationId xmlns:a16="http://schemas.microsoft.com/office/drawing/2014/main" id="{A22E8022-3A7A-304B-CC2E-C8851698E1DF}"/>
              </a:ext>
            </a:extLst>
          </p:cNvPr>
          <p:cNvPicPr preferRelativeResize="0">
            <a:picLocks/>
          </p:cNvPicPr>
          <p:nvPr userDrawn="1"/>
        </p:nvPicPr>
        <p:blipFill>
          <a:blip r:embed="rId3" cstate="print">
            <a:extLst>
              <a:ext uri="{28A0092B-C50C-407E-A947-70E740481C1C}">
                <a14:useLocalDpi xmlns:a14="http://schemas.microsoft.com/office/drawing/2010/main" val="0"/>
              </a:ext>
            </a:extLst>
          </a:blip>
          <a:stretch>
            <a:fillRect/>
          </a:stretch>
        </p:blipFill>
        <p:spPr>
          <a:xfrm>
            <a:off x="151428" y="173852"/>
            <a:ext cx="713232" cy="758952"/>
          </a:xfrm>
          <a:prstGeom prst="rect">
            <a:avLst/>
          </a:prstGeom>
        </p:spPr>
      </p:pic>
      <p:sp>
        <p:nvSpPr>
          <p:cNvPr id="10" name="Title 1">
            <a:extLst>
              <a:ext uri="{FF2B5EF4-FFF2-40B4-BE49-F238E27FC236}">
                <a16:creationId xmlns:a16="http://schemas.microsoft.com/office/drawing/2014/main" id="{C272E66C-A8C0-9B7F-C1C4-BDA14EC9FDBD}"/>
              </a:ext>
            </a:extLst>
          </p:cNvPr>
          <p:cNvSpPr>
            <a:spLocks noGrp="1"/>
          </p:cNvSpPr>
          <p:nvPr>
            <p:ph type="title" hasCustomPrompt="1"/>
          </p:nvPr>
        </p:nvSpPr>
        <p:spPr>
          <a:xfrm>
            <a:off x="987880" y="79828"/>
            <a:ext cx="9736970" cy="615950"/>
          </a:xfrm>
        </p:spPr>
        <p:txBody>
          <a:bodyPr>
            <a:noAutofit/>
          </a:bodyPr>
          <a:lstStyle>
            <a:lvl1pPr algn="ctr">
              <a:defRPr lang="en-US" sz="2600" b="1" kern="0" baseline="0" dirty="0">
                <a:solidFill>
                  <a:srgbClr val="494949"/>
                </a:solidFill>
                <a:latin typeface="+mj-lt"/>
                <a:ea typeface="Calibri" panose="020F0502020204030204" pitchFamily="34" charset="0"/>
                <a:cs typeface="Calibri" panose="020F0502020204030204" pitchFamily="34" charset="0"/>
              </a:defRPr>
            </a:lvl1pPr>
          </a:lstStyle>
          <a:p>
            <a:r>
              <a:rPr lang="en-US"/>
              <a:t>CLICK TO EDIT MASTER TITLE STYLE</a:t>
            </a:r>
          </a:p>
        </p:txBody>
      </p:sp>
      <p:sp>
        <p:nvSpPr>
          <p:cNvPr id="11" name="TextBox 10">
            <a:extLst>
              <a:ext uri="{FF2B5EF4-FFF2-40B4-BE49-F238E27FC236}">
                <a16:creationId xmlns:a16="http://schemas.microsoft.com/office/drawing/2014/main" id="{9EED4BEB-C9E3-4007-5A5C-8FB38991B720}"/>
              </a:ext>
            </a:extLst>
          </p:cNvPr>
          <p:cNvSpPr txBox="1"/>
          <p:nvPr userDrawn="1"/>
        </p:nvSpPr>
        <p:spPr>
          <a:xfrm>
            <a:off x="11559078" y="6581353"/>
            <a:ext cx="540367" cy="276999"/>
          </a:xfrm>
          <a:prstGeom prst="rect">
            <a:avLst/>
          </a:prstGeom>
          <a:noFill/>
        </p:spPr>
        <p:txBody>
          <a:bodyPr wrap="square" rtlCol="0">
            <a:spAutoFit/>
          </a:bodyPr>
          <a:lstStyle/>
          <a:p>
            <a:pPr algn="r"/>
            <a:fld id="{9DB9208D-49FF-4EC3-AE2E-09FE95B5F78C}" type="slidenum">
              <a:rPr lang="en-US" sz="1200" smtClean="0"/>
              <a:pPr algn="r"/>
              <a:t>‹#›</a:t>
            </a:fld>
            <a:endParaRPr lang="en-US" sz="1200"/>
          </a:p>
        </p:txBody>
      </p:sp>
      <p:sp>
        <p:nvSpPr>
          <p:cNvPr id="2" name="object 13">
            <a:extLst>
              <a:ext uri="{FF2B5EF4-FFF2-40B4-BE49-F238E27FC236}">
                <a16:creationId xmlns:a16="http://schemas.microsoft.com/office/drawing/2014/main" id="{FA919514-B903-4F43-4535-971A1853DB06}"/>
              </a:ext>
            </a:extLst>
          </p:cNvPr>
          <p:cNvSpPr txBox="1">
            <a:spLocks/>
          </p:cNvSpPr>
          <p:nvPr userDrawn="1"/>
        </p:nvSpPr>
        <p:spPr>
          <a:xfrm>
            <a:off x="1278504" y="6672338"/>
            <a:ext cx="1707944" cy="138499"/>
          </a:xfrm>
          <a:prstGeom prst="rect">
            <a:avLst/>
          </a:prstGeom>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r>
              <a:rPr lang="en-IN" sz="900" spc="-5">
                <a:solidFill>
                  <a:srgbClr val="494949"/>
                </a:solidFill>
                <a:latin typeface="Circular Std "/>
                <a:ea typeface="Roboto Light" panose="02000000000000000000" pitchFamily="2" charset="0"/>
              </a:rPr>
              <a:t>Confidential – Do Not Distribute</a:t>
            </a:r>
          </a:p>
        </p:txBody>
      </p:sp>
    </p:spTree>
    <p:extLst>
      <p:ext uri="{BB962C8B-B14F-4D97-AF65-F5344CB8AC3E}">
        <p14:creationId xmlns:p14="http://schemas.microsoft.com/office/powerpoint/2010/main" val="42327701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3_Custom Layou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D08177F6-E53E-180B-20DD-CF779178AB2D}"/>
              </a:ext>
            </a:extLst>
          </p:cNvPr>
          <p:cNvGrpSpPr/>
          <p:nvPr userDrawn="1"/>
        </p:nvGrpSpPr>
        <p:grpSpPr>
          <a:xfrm>
            <a:off x="0" y="-2"/>
            <a:ext cx="12198096" cy="82296"/>
            <a:chOff x="0" y="-2"/>
            <a:chExt cx="12192000" cy="82296"/>
          </a:xfrm>
        </p:grpSpPr>
        <p:sp>
          <p:nvSpPr>
            <p:cNvPr id="13" name="Rectangle 12">
              <a:extLst>
                <a:ext uri="{FF2B5EF4-FFF2-40B4-BE49-F238E27FC236}">
                  <a16:creationId xmlns:a16="http://schemas.microsoft.com/office/drawing/2014/main" id="{77A9DE6A-C645-2058-E58F-23C7EB948E4C}"/>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4B52EBFE-DB21-1540-1CF9-5430515DA527}"/>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3" name="Graphic 2">
            <a:extLst>
              <a:ext uri="{FF2B5EF4-FFF2-40B4-BE49-F238E27FC236}">
                <a16:creationId xmlns:a16="http://schemas.microsoft.com/office/drawing/2014/main" id="{F9E9A9C6-39B4-00C2-269B-359DB8FEC96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519833" y="6587406"/>
            <a:ext cx="1552670" cy="182104"/>
          </a:xfrm>
          <a:prstGeom prst="rect">
            <a:avLst/>
          </a:prstGeom>
        </p:spPr>
      </p:pic>
      <p:sp>
        <p:nvSpPr>
          <p:cNvPr id="4" name="Title 1">
            <a:extLst>
              <a:ext uri="{FF2B5EF4-FFF2-40B4-BE49-F238E27FC236}">
                <a16:creationId xmlns:a16="http://schemas.microsoft.com/office/drawing/2014/main" id="{03589896-8FDD-8AB0-8860-84C30A7863DB}"/>
              </a:ext>
            </a:extLst>
          </p:cNvPr>
          <p:cNvSpPr>
            <a:spLocks noGrp="1"/>
          </p:cNvSpPr>
          <p:nvPr>
            <p:ph type="title" hasCustomPrompt="1"/>
          </p:nvPr>
        </p:nvSpPr>
        <p:spPr>
          <a:xfrm>
            <a:off x="182217" y="244597"/>
            <a:ext cx="11804374" cy="615950"/>
          </a:xfrm>
        </p:spPr>
        <p:txBody>
          <a:bodyPr>
            <a:noAutofit/>
          </a:bodyPr>
          <a:lstStyle>
            <a:lvl1pPr algn="l">
              <a:defRPr lang="en-US" sz="2600" b="1" kern="1200" dirty="0">
                <a:solidFill>
                  <a:srgbClr val="484848"/>
                </a:solidFill>
                <a:latin typeface="Calibri" panose="020F0502020204030204" pitchFamily="34" charset="0"/>
                <a:ea typeface="Calibri" panose="020F0502020204030204" pitchFamily="34" charset="0"/>
                <a:cs typeface="Calibri" panose="020F0502020204030204" pitchFamily="34" charset="0"/>
              </a:defRPr>
            </a:lvl1pPr>
          </a:lstStyle>
          <a:p>
            <a:r>
              <a:rPr lang="en-US"/>
              <a:t>CLICK TO EDIT MASTER TITLE STYLE</a:t>
            </a:r>
          </a:p>
        </p:txBody>
      </p:sp>
      <p:sp>
        <p:nvSpPr>
          <p:cNvPr id="2" name="Title 11">
            <a:extLst>
              <a:ext uri="{FF2B5EF4-FFF2-40B4-BE49-F238E27FC236}">
                <a16:creationId xmlns:a16="http://schemas.microsoft.com/office/drawing/2014/main" id="{F7E59665-0847-CF93-F438-2A2C0712EBFA}"/>
              </a:ext>
            </a:extLst>
          </p:cNvPr>
          <p:cNvSpPr txBox="1">
            <a:spLocks/>
          </p:cNvSpPr>
          <p:nvPr userDrawn="1"/>
        </p:nvSpPr>
        <p:spPr>
          <a:xfrm>
            <a:off x="1241511" y="6554136"/>
            <a:ext cx="7909940"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pPr>
            <a:r>
              <a:rPr lang="en-US" sz="800" kern="0" baseline="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 </a:t>
            </a:r>
            <a:r>
              <a:rPr lang="en-US" sz="800" kern="0" baseline="0">
                <a:solidFill>
                  <a:srgbClr val="202020"/>
                </a:solidFill>
                <a:latin typeface="Calibri" panose="020F0502020204030204" pitchFamily="34" charset="0"/>
                <a:ea typeface="Calibri" panose="020F0502020204030204" pitchFamily="34" charset="0"/>
                <a:cs typeface="Calibri" panose="020F0502020204030204" pitchFamily="34" charset="0"/>
              </a:rPr>
              <a:t>© 2024 ComplianceQuest. This content is considered proprietary and confidential and may not be distributed without express permission from ComplianceQuest.</a:t>
            </a:r>
          </a:p>
        </p:txBody>
      </p:sp>
    </p:spTree>
    <p:extLst>
      <p:ext uri="{BB962C8B-B14F-4D97-AF65-F5344CB8AC3E}">
        <p14:creationId xmlns:p14="http://schemas.microsoft.com/office/powerpoint/2010/main" val="175354243"/>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Title 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5968545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18" Type="http://schemas.openxmlformats.org/officeDocument/2006/relationships/slideLayout" Target="../slideLayouts/slideLayout21.xml"/><Relationship Id="rId26" Type="http://schemas.openxmlformats.org/officeDocument/2006/relationships/slideLayout" Target="../slideLayouts/slideLayout29.xml"/><Relationship Id="rId3" Type="http://schemas.openxmlformats.org/officeDocument/2006/relationships/slideLayout" Target="../slideLayouts/slideLayout6.xml"/><Relationship Id="rId21" Type="http://schemas.openxmlformats.org/officeDocument/2006/relationships/slideLayout" Target="../slideLayouts/slideLayout24.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17" Type="http://schemas.openxmlformats.org/officeDocument/2006/relationships/slideLayout" Target="../slideLayouts/slideLayout20.xml"/><Relationship Id="rId25" Type="http://schemas.openxmlformats.org/officeDocument/2006/relationships/slideLayout" Target="../slideLayouts/slideLayout28.xml"/><Relationship Id="rId2" Type="http://schemas.openxmlformats.org/officeDocument/2006/relationships/slideLayout" Target="../slideLayouts/slideLayout5.xml"/><Relationship Id="rId16" Type="http://schemas.openxmlformats.org/officeDocument/2006/relationships/slideLayout" Target="../slideLayouts/slideLayout19.xml"/><Relationship Id="rId20" Type="http://schemas.openxmlformats.org/officeDocument/2006/relationships/slideLayout" Target="../slideLayouts/slideLayout23.xml"/><Relationship Id="rId29" Type="http://schemas.openxmlformats.org/officeDocument/2006/relationships/slideLayout" Target="../slideLayouts/slideLayout32.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24" Type="http://schemas.openxmlformats.org/officeDocument/2006/relationships/slideLayout" Target="../slideLayouts/slideLayout27.xml"/><Relationship Id="rId5" Type="http://schemas.openxmlformats.org/officeDocument/2006/relationships/slideLayout" Target="../slideLayouts/slideLayout8.xml"/><Relationship Id="rId15" Type="http://schemas.openxmlformats.org/officeDocument/2006/relationships/slideLayout" Target="../slideLayouts/slideLayout18.xml"/><Relationship Id="rId23" Type="http://schemas.openxmlformats.org/officeDocument/2006/relationships/slideLayout" Target="../slideLayouts/slideLayout26.xml"/><Relationship Id="rId28" Type="http://schemas.openxmlformats.org/officeDocument/2006/relationships/slideLayout" Target="../slideLayouts/slideLayout31.xml"/><Relationship Id="rId10" Type="http://schemas.openxmlformats.org/officeDocument/2006/relationships/slideLayout" Target="../slideLayouts/slideLayout13.xml"/><Relationship Id="rId19" Type="http://schemas.openxmlformats.org/officeDocument/2006/relationships/slideLayout" Target="../slideLayouts/slideLayout22.xml"/><Relationship Id="rId31" Type="http://schemas.openxmlformats.org/officeDocument/2006/relationships/theme" Target="../theme/theme2.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 Id="rId22" Type="http://schemas.openxmlformats.org/officeDocument/2006/relationships/slideLayout" Target="../slideLayouts/slideLayout25.xml"/><Relationship Id="rId27" Type="http://schemas.openxmlformats.org/officeDocument/2006/relationships/slideLayout" Target="../slideLayouts/slideLayout30.xml"/><Relationship Id="rId30"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6BBD41-A6C6-4A44-9AB5-FC6DF722DE95}" type="datetimeFigureOut">
              <a:rPr lang="en-US" smtClean="0"/>
              <a:t>4/13/2026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ED053F-1E9F-4C67-AB28-F6344AD48605}" type="slidenum">
              <a:rPr lang="en-US" smtClean="0"/>
              <a:t>‹#›</a:t>
            </a:fld>
            <a:endParaRPr lang="en-US"/>
          </a:p>
        </p:txBody>
      </p:sp>
    </p:spTree>
    <p:extLst>
      <p:ext uri="{BB962C8B-B14F-4D97-AF65-F5344CB8AC3E}">
        <p14:creationId xmlns:p14="http://schemas.microsoft.com/office/powerpoint/2010/main" val="1635865415"/>
      </p:ext>
    </p:extLst>
  </p:cSld>
  <p:clrMap bg1="lt1" tx1="dk1" bg2="lt2" tx2="dk2" accent1="accent1" accent2="accent2" accent3="accent3" accent4="accent4" accent5="accent5" accent6="accent6" hlink="hlink" folHlink="folHlink"/>
  <p:sldLayoutIdLst>
    <p:sldLayoutId id="2147483655" r:id="rId1"/>
    <p:sldLayoutId id="2147483833" r:id="rId2"/>
    <p:sldLayoutId id="2147483838" r:id="rId3"/>
  </p:sldLayoutIdLst>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71BC4A-DE6B-494C-9CEC-19D00FDF19AA}" type="datetimeFigureOut">
              <a:rPr lang="en-US" smtClean="0"/>
              <a:t>4/13/2026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CD4B50-1309-4BC1-AF7A-6F4948C5FF3D}" type="slidenum">
              <a:rPr lang="en-US" smtClean="0"/>
              <a:t>‹#›</a:t>
            </a:fld>
            <a:endParaRPr lang="en-US"/>
          </a:p>
        </p:txBody>
      </p:sp>
    </p:spTree>
    <p:extLst>
      <p:ext uri="{BB962C8B-B14F-4D97-AF65-F5344CB8AC3E}">
        <p14:creationId xmlns:p14="http://schemas.microsoft.com/office/powerpoint/2010/main" val="562050922"/>
      </p:ext>
    </p:extLst>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3" r:id="rId9"/>
    <p:sldLayoutId id="2147483804" r:id="rId10"/>
    <p:sldLayoutId id="2147483805" r:id="rId11"/>
    <p:sldLayoutId id="2147483806" r:id="rId12"/>
    <p:sldLayoutId id="2147483832" r:id="rId13"/>
    <p:sldLayoutId id="2147483819" r:id="rId14"/>
    <p:sldLayoutId id="2147483831" r:id="rId15"/>
    <p:sldLayoutId id="2147483807" r:id="rId16"/>
    <p:sldLayoutId id="2147483808" r:id="rId17"/>
    <p:sldLayoutId id="2147483809" r:id="rId18"/>
    <p:sldLayoutId id="2147483810" r:id="rId19"/>
    <p:sldLayoutId id="2147483693" r:id="rId20"/>
    <p:sldLayoutId id="2147483811" r:id="rId21"/>
    <p:sldLayoutId id="2147483812" r:id="rId22"/>
    <p:sldLayoutId id="2147483813" r:id="rId23"/>
    <p:sldLayoutId id="2147483814" r:id="rId24"/>
    <p:sldLayoutId id="2147483815" r:id="rId25"/>
    <p:sldLayoutId id="2147483816" r:id="rId26"/>
    <p:sldLayoutId id="2147483817" r:id="rId27"/>
    <p:sldLayoutId id="2147483818" r:id="rId28"/>
    <p:sldLayoutId id="2147483834" r:id="rId29"/>
    <p:sldLayoutId id="2147483837" r:id="rId3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svg"/><Relationship Id="rId7" Type="http://schemas.openxmlformats.org/officeDocument/2006/relationships/image" Target="../media/image79.svg"/><Relationship Id="rId12" Type="http://schemas.openxmlformats.org/officeDocument/2006/relationships/image" Target="../media/image84.jpeg"/><Relationship Id="rId2" Type="http://schemas.openxmlformats.org/officeDocument/2006/relationships/image" Target="../media/image74.png"/><Relationship Id="rId1" Type="http://schemas.openxmlformats.org/officeDocument/2006/relationships/slideLayout" Target="../slideLayouts/slideLayout11.xml"/><Relationship Id="rId6" Type="http://schemas.openxmlformats.org/officeDocument/2006/relationships/image" Target="../media/image78.png"/><Relationship Id="rId11" Type="http://schemas.openxmlformats.org/officeDocument/2006/relationships/image" Target="../media/image83.svg"/><Relationship Id="rId5" Type="http://schemas.openxmlformats.org/officeDocument/2006/relationships/image" Target="../media/image77.svg"/><Relationship Id="rId10" Type="http://schemas.openxmlformats.org/officeDocument/2006/relationships/image" Target="../media/image82.png"/><Relationship Id="rId4" Type="http://schemas.openxmlformats.org/officeDocument/2006/relationships/image" Target="../media/image76.png"/><Relationship Id="rId9" Type="http://schemas.openxmlformats.org/officeDocument/2006/relationships/image" Target="../media/image81.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8" Type="http://schemas.openxmlformats.org/officeDocument/2006/relationships/image" Target="../media/image91.svg"/><Relationship Id="rId3" Type="http://schemas.openxmlformats.org/officeDocument/2006/relationships/image" Target="../media/image86.png"/><Relationship Id="rId7" Type="http://schemas.openxmlformats.org/officeDocument/2006/relationships/image" Target="../media/image90.png"/><Relationship Id="rId12" Type="http://schemas.openxmlformats.org/officeDocument/2006/relationships/image" Target="../media/image95.svg"/><Relationship Id="rId2" Type="http://schemas.openxmlformats.org/officeDocument/2006/relationships/image" Target="../media/image85.png"/><Relationship Id="rId1" Type="http://schemas.openxmlformats.org/officeDocument/2006/relationships/slideLayout" Target="../slideLayouts/slideLayout2.xml"/><Relationship Id="rId6" Type="http://schemas.openxmlformats.org/officeDocument/2006/relationships/image" Target="../media/image89.svg"/><Relationship Id="rId11" Type="http://schemas.openxmlformats.org/officeDocument/2006/relationships/image" Target="../media/image94.png"/><Relationship Id="rId5" Type="http://schemas.openxmlformats.org/officeDocument/2006/relationships/image" Target="../media/image88.png"/><Relationship Id="rId10" Type="http://schemas.openxmlformats.org/officeDocument/2006/relationships/image" Target="../media/image93.svg"/><Relationship Id="rId4" Type="http://schemas.openxmlformats.org/officeDocument/2006/relationships/image" Target="../media/image87.svg"/><Relationship Id="rId9" Type="http://schemas.openxmlformats.org/officeDocument/2006/relationships/image" Target="../media/image92.png"/></Relationships>
</file>

<file path=ppt/slides/_rels/slide7.xml.rels><?xml version="1.0" encoding="UTF-8" standalone="yes"?>
<Relationships xmlns="http://schemas.openxmlformats.org/package/2006/relationships"><Relationship Id="rId8" Type="http://schemas.openxmlformats.org/officeDocument/2006/relationships/image" Target="../media/image101.svg"/><Relationship Id="rId13" Type="http://schemas.openxmlformats.org/officeDocument/2006/relationships/image" Target="../media/image106.png"/><Relationship Id="rId3" Type="http://schemas.openxmlformats.org/officeDocument/2006/relationships/image" Target="../media/image96.png"/><Relationship Id="rId7" Type="http://schemas.openxmlformats.org/officeDocument/2006/relationships/image" Target="../media/image100.png"/><Relationship Id="rId12" Type="http://schemas.openxmlformats.org/officeDocument/2006/relationships/image" Target="../media/image105.svg"/><Relationship Id="rId2" Type="http://schemas.openxmlformats.org/officeDocument/2006/relationships/image" Target="../media/image85.png"/><Relationship Id="rId1" Type="http://schemas.openxmlformats.org/officeDocument/2006/relationships/slideLayout" Target="../slideLayouts/slideLayout2.xml"/><Relationship Id="rId6" Type="http://schemas.openxmlformats.org/officeDocument/2006/relationships/image" Target="../media/image99.svg"/><Relationship Id="rId11" Type="http://schemas.openxmlformats.org/officeDocument/2006/relationships/image" Target="../media/image104.png"/><Relationship Id="rId5" Type="http://schemas.openxmlformats.org/officeDocument/2006/relationships/image" Target="../media/image98.png"/><Relationship Id="rId10" Type="http://schemas.openxmlformats.org/officeDocument/2006/relationships/image" Target="../media/image103.svg"/><Relationship Id="rId4" Type="http://schemas.openxmlformats.org/officeDocument/2006/relationships/image" Target="../media/image97.svg"/><Relationship Id="rId9" Type="http://schemas.openxmlformats.org/officeDocument/2006/relationships/image" Target="../media/image102.png"/><Relationship Id="rId14" Type="http://schemas.openxmlformats.org/officeDocument/2006/relationships/image" Target="../media/image107.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2.xml"/><Relationship Id="rId5" Type="http://schemas.openxmlformats.org/officeDocument/2006/relationships/image" Target="../media/image111.png"/><Relationship Id="rId4" Type="http://schemas.openxmlformats.org/officeDocument/2006/relationships/image" Target="../media/image1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8" Type="http://schemas.openxmlformats.org/officeDocument/2006/relationships/image" Target="../media/image119.png"/><Relationship Id="rId3" Type="http://schemas.openxmlformats.org/officeDocument/2006/relationships/image" Target="../media/image114.svg"/><Relationship Id="rId7" Type="http://schemas.openxmlformats.org/officeDocument/2006/relationships/image" Target="../media/image118.svg"/><Relationship Id="rId2" Type="http://schemas.openxmlformats.org/officeDocument/2006/relationships/image" Target="../media/image113.png"/><Relationship Id="rId1" Type="http://schemas.openxmlformats.org/officeDocument/2006/relationships/slideLayout" Target="../slideLayouts/slideLayout2.xml"/><Relationship Id="rId6" Type="http://schemas.openxmlformats.org/officeDocument/2006/relationships/image" Target="../media/image117.png"/><Relationship Id="rId5" Type="http://schemas.openxmlformats.org/officeDocument/2006/relationships/image" Target="../media/image116.svg"/><Relationship Id="rId4" Type="http://schemas.openxmlformats.org/officeDocument/2006/relationships/image" Target="../media/image115.png"/><Relationship Id="rId9" Type="http://schemas.openxmlformats.org/officeDocument/2006/relationships/image" Target="../media/image120.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8" Type="http://schemas.openxmlformats.org/officeDocument/2006/relationships/image" Target="../media/image126.svg"/><Relationship Id="rId3" Type="http://schemas.openxmlformats.org/officeDocument/2006/relationships/image" Target="../media/image121.png"/><Relationship Id="rId7" Type="http://schemas.openxmlformats.org/officeDocument/2006/relationships/image" Target="../media/image125.png"/><Relationship Id="rId12" Type="http://schemas.openxmlformats.org/officeDocument/2006/relationships/image" Target="../media/image130.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24.svg"/><Relationship Id="rId11" Type="http://schemas.openxmlformats.org/officeDocument/2006/relationships/image" Target="../media/image129.png"/><Relationship Id="rId5" Type="http://schemas.openxmlformats.org/officeDocument/2006/relationships/image" Target="../media/image123.png"/><Relationship Id="rId10" Type="http://schemas.openxmlformats.org/officeDocument/2006/relationships/image" Target="../media/image128.svg"/><Relationship Id="rId4" Type="http://schemas.openxmlformats.org/officeDocument/2006/relationships/image" Target="../media/image122.svg"/><Relationship Id="rId9" Type="http://schemas.openxmlformats.org/officeDocument/2006/relationships/image" Target="../media/image127.png"/></Relationships>
</file>

<file path=ppt/slides/_rels/slide26.xml.rels><?xml version="1.0" encoding="UTF-8" standalone="yes"?>
<Relationships xmlns="http://schemas.openxmlformats.org/package/2006/relationships"><Relationship Id="rId8" Type="http://schemas.openxmlformats.org/officeDocument/2006/relationships/image" Target="../media/image137.png"/><Relationship Id="rId3" Type="http://schemas.openxmlformats.org/officeDocument/2006/relationships/image" Target="../media/image132.svg"/><Relationship Id="rId7" Type="http://schemas.openxmlformats.org/officeDocument/2006/relationships/image" Target="../media/image136.svg"/><Relationship Id="rId2" Type="http://schemas.openxmlformats.org/officeDocument/2006/relationships/image" Target="../media/image131.png"/><Relationship Id="rId1" Type="http://schemas.openxmlformats.org/officeDocument/2006/relationships/slideLayout" Target="../slideLayouts/slideLayout2.xml"/><Relationship Id="rId6" Type="http://schemas.openxmlformats.org/officeDocument/2006/relationships/image" Target="../media/image135.png"/><Relationship Id="rId11" Type="http://schemas.openxmlformats.org/officeDocument/2006/relationships/image" Target="../media/image140.svg"/><Relationship Id="rId5" Type="http://schemas.openxmlformats.org/officeDocument/2006/relationships/image" Target="../media/image134.svg"/><Relationship Id="rId10" Type="http://schemas.openxmlformats.org/officeDocument/2006/relationships/image" Target="../media/image139.png"/><Relationship Id="rId4" Type="http://schemas.openxmlformats.org/officeDocument/2006/relationships/image" Target="../media/image133.png"/><Relationship Id="rId9" Type="http://schemas.openxmlformats.org/officeDocument/2006/relationships/image" Target="../media/image138.svg"/></Relationships>
</file>

<file path=ppt/slides/_rels/slide2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41.png"/><Relationship Id="rId7" Type="http://schemas.openxmlformats.org/officeDocument/2006/relationships/image" Target="../media/image145.png"/><Relationship Id="rId12" Type="http://schemas.openxmlformats.org/officeDocument/2006/relationships/image" Target="../media/image149.png"/><Relationship Id="rId2" Type="http://schemas.openxmlformats.org/officeDocument/2006/relationships/hyperlink" Target="http://www.compliancequest.com/" TargetMode="External"/><Relationship Id="rId1" Type="http://schemas.openxmlformats.org/officeDocument/2006/relationships/slideLayout" Target="../slideLayouts/slideLayout30.xml"/><Relationship Id="rId6" Type="http://schemas.openxmlformats.org/officeDocument/2006/relationships/image" Target="../media/image144.png"/><Relationship Id="rId11" Type="http://schemas.openxmlformats.org/officeDocument/2006/relationships/image" Target="../media/image148.png"/><Relationship Id="rId5" Type="http://schemas.openxmlformats.org/officeDocument/2006/relationships/image" Target="../media/image143.png"/><Relationship Id="rId10" Type="http://schemas.openxmlformats.org/officeDocument/2006/relationships/image" Target="../media/image147.png"/><Relationship Id="rId4" Type="http://schemas.openxmlformats.org/officeDocument/2006/relationships/image" Target="../media/image142.svg"/><Relationship Id="rId9" Type="http://schemas.openxmlformats.org/officeDocument/2006/relationships/image" Target="../media/image1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FDD0812-8E88-3AE4-7AF1-1C9A05A4257A}"/>
              </a:ext>
            </a:extLst>
          </p:cNvPr>
          <p:cNvSpPr txBox="1"/>
          <p:nvPr/>
        </p:nvSpPr>
        <p:spPr>
          <a:xfrm>
            <a:off x="100694" y="2180073"/>
            <a:ext cx="6101442" cy="1569660"/>
          </a:xfrm>
          <a:prstGeom prst="rect">
            <a:avLst/>
          </a:prstGeom>
          <a:noFill/>
          <a:ln>
            <a:noFill/>
          </a:ln>
        </p:spPr>
        <p:txBody>
          <a:bodyPr wrap="square">
            <a:spAutoFit/>
          </a:bodyPr>
          <a:lstStyle/>
          <a:p>
            <a:r>
              <a:rPr lang="en-US" sz="3200" dirty="0">
                <a:solidFill>
                  <a:srgbClr val="0070C0"/>
                </a:solidFill>
                <a:latin typeface="Calibri" panose="020F0502020204030204" pitchFamily="34" charset="0"/>
                <a:ea typeface="Calibri" panose="020F0502020204030204" pitchFamily="34" charset="0"/>
                <a:cs typeface="Calibri" panose="020F0502020204030204" pitchFamily="34" charset="0"/>
              </a:rPr>
              <a:t>Implementation Proposal</a:t>
            </a:r>
          </a:p>
          <a:p>
            <a:r>
              <a:rPr lang="en-US" sz="3200" dirty="0">
                <a:solidFill>
                  <a:srgbClr val="0070C0"/>
                </a:solidFill>
                <a:latin typeface="Calibri" panose="020F0502020204030204" pitchFamily="34" charset="0"/>
                <a:ea typeface="Calibri" panose="020F0502020204030204" pitchFamily="34" charset="0"/>
                <a:cs typeface="Calibri" panose="020F0502020204030204" pitchFamily="34" charset="0"/>
              </a:rPr>
              <a:t>for </a:t>
            </a:r>
            <a:r>
              <a:rPr lang="en-US" sz="3200" dirty="0">
                <a:solidFill>
                  <a:srgbClr val="0070C0"/>
                </a:solidFill>
                <a:highlight>
                  <a:srgbClr val="FFFF00"/>
                </a:highlight>
                <a:latin typeface="Calibri" panose="020F0502020204030204" pitchFamily="34" charset="0"/>
                <a:ea typeface="Calibri" panose="020F0502020204030204" pitchFamily="34" charset="0"/>
                <a:cs typeface="Calibri" panose="020F0502020204030204" pitchFamily="34" charset="0"/>
              </a:rPr>
              <a:t>&lt;Customer Name&gt;</a:t>
            </a:r>
            <a:r>
              <a:rPr lang="en-US" sz="3200" dirty="0">
                <a:solidFill>
                  <a:srgbClr val="0070C0"/>
                </a:solidFill>
                <a:latin typeface="Calibri" panose="020F0502020204030204" pitchFamily="34" charset="0"/>
                <a:ea typeface="Calibri" panose="020F0502020204030204" pitchFamily="34" charset="0"/>
                <a:cs typeface="Calibri" panose="020F0502020204030204" pitchFamily="34" charset="0"/>
              </a:rPr>
              <a:t> QMS Implementation</a:t>
            </a:r>
          </a:p>
        </p:txBody>
      </p:sp>
      <p:sp>
        <p:nvSpPr>
          <p:cNvPr id="5" name="TextBox 4">
            <a:extLst>
              <a:ext uri="{FF2B5EF4-FFF2-40B4-BE49-F238E27FC236}">
                <a16:creationId xmlns:a16="http://schemas.microsoft.com/office/drawing/2014/main" id="{C3BA60C9-C162-9E65-B007-D63103337D54}"/>
              </a:ext>
            </a:extLst>
          </p:cNvPr>
          <p:cNvSpPr txBox="1"/>
          <p:nvPr/>
        </p:nvSpPr>
        <p:spPr>
          <a:xfrm>
            <a:off x="100694" y="3835997"/>
            <a:ext cx="3470564" cy="400110"/>
          </a:xfrm>
          <a:prstGeom prst="rect">
            <a:avLst/>
          </a:prstGeom>
          <a:noFill/>
        </p:spPr>
        <p:txBody>
          <a:bodyPr wrap="square" lIns="91440" tIns="45720" rIns="91440" bIns="45720" rtlCol="0" anchor="t">
            <a:spAutoFit/>
          </a:bodyPr>
          <a:lstStyle/>
          <a:p>
            <a:fld id="{21861F0A-228C-4D01-8852-E6AC79DAA594}" type="datetime4">
              <a:rPr lang="en-US" sz="2000" smtClean="0">
                <a:solidFill>
                  <a:schemeClr val="accent2"/>
                </a:solidFill>
                <a:highlight>
                  <a:srgbClr val="FFFF00"/>
                </a:highlight>
                <a:latin typeface="Calibri" panose="020F0502020204030204" pitchFamily="34" charset="0"/>
                <a:ea typeface="Calibri" panose="020F0502020204030204" pitchFamily="34" charset="0"/>
                <a:cs typeface="Calibri" panose="020F0502020204030204" pitchFamily="34" charset="0"/>
              </a:rPr>
              <a:t>April 13, 2026</a:t>
            </a:fld>
            <a:endParaRPr lang="en-US" sz="2000" dirty="0">
              <a:solidFill>
                <a:schemeClr val="accent2"/>
              </a:solidFill>
              <a:highlight>
                <a:srgbClr val="FFFF00"/>
              </a:highlight>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5628BBEC-9D90-AE57-5F6E-CF0E4CF54C21}"/>
              </a:ext>
            </a:extLst>
          </p:cNvPr>
          <p:cNvSpPr txBox="1"/>
          <p:nvPr/>
        </p:nvSpPr>
        <p:spPr>
          <a:xfrm>
            <a:off x="100694" y="6108898"/>
            <a:ext cx="11831052" cy="307777"/>
          </a:xfrm>
          <a:prstGeom prst="rect">
            <a:avLst/>
          </a:prstGeom>
          <a:noFill/>
        </p:spPr>
        <p:txBody>
          <a:bodyPr wrap="square" rtlCol="0">
            <a:spAutoFit/>
          </a:bodyPr>
          <a:lstStyle/>
          <a:p>
            <a:r>
              <a:rPr lang="en-US" sz="1400">
                <a:solidFill>
                  <a:schemeClr val="accent2"/>
                </a:solidFill>
                <a:latin typeface="Calibri" panose="020F0502020204030204" pitchFamily="34" charset="0"/>
                <a:ea typeface="Calibri" panose="020F0502020204030204" pitchFamily="34" charset="0"/>
                <a:cs typeface="Calibri" panose="020F0502020204030204" pitchFamily="34" charset="0"/>
              </a:rPr>
              <a:t>Confidential Information – Please do not distribute to anyone outside of your organization without express written permission </a:t>
            </a:r>
          </a:p>
        </p:txBody>
      </p:sp>
      <p:sp>
        <p:nvSpPr>
          <p:cNvPr id="2" name="TextBox 1">
            <a:extLst>
              <a:ext uri="{FF2B5EF4-FFF2-40B4-BE49-F238E27FC236}">
                <a16:creationId xmlns:a16="http://schemas.microsoft.com/office/drawing/2014/main" id="{4E69505D-2296-ED8C-A160-759AC387310A}"/>
              </a:ext>
            </a:extLst>
          </p:cNvPr>
          <p:cNvSpPr txBox="1"/>
          <p:nvPr/>
        </p:nvSpPr>
        <p:spPr>
          <a:xfrm>
            <a:off x="1092200" y="5190067"/>
            <a:ext cx="2190023" cy="369332"/>
          </a:xfrm>
          <a:prstGeom prst="rect">
            <a:avLst/>
          </a:prstGeom>
          <a:noFill/>
          <a:ln>
            <a:noFill/>
          </a:ln>
        </p:spPr>
        <p:txBody>
          <a:bodyPr wrap="none" rtlCol="0">
            <a:spAutoFit/>
          </a:bodyPr>
          <a:lstStyle/>
          <a:p>
            <a:pPr algn="l"/>
            <a:r>
              <a:rPr lang="en-US" sz="1800" dirty="0">
                <a:solidFill>
                  <a:schemeClr val="accent2"/>
                </a:solidFill>
                <a:highlight>
                  <a:srgbClr val="FFFF00"/>
                </a:highlight>
                <a:latin typeface="Calibri" panose="020F0502020204030204" pitchFamily="34" charset="0"/>
                <a:ea typeface="Calibri" panose="020F0502020204030204" pitchFamily="34" charset="0"/>
                <a:cs typeface="Calibri" panose="020F0502020204030204" pitchFamily="34" charset="0"/>
              </a:rPr>
              <a:t>Insert Customer Logo</a:t>
            </a:r>
          </a:p>
        </p:txBody>
      </p:sp>
    </p:spTree>
    <p:extLst>
      <p:ext uri="{BB962C8B-B14F-4D97-AF65-F5344CB8AC3E}">
        <p14:creationId xmlns:p14="http://schemas.microsoft.com/office/powerpoint/2010/main" val="31544704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9F662-1B20-078F-7167-9D76087461EE}"/>
              </a:ext>
            </a:extLst>
          </p:cNvPr>
          <p:cNvSpPr>
            <a:spLocks noGrp="1"/>
          </p:cNvSpPr>
          <p:nvPr>
            <p:ph type="title"/>
          </p:nvPr>
        </p:nvSpPr>
        <p:spPr/>
        <p:txBody>
          <a:bodyPr/>
          <a:lstStyle/>
          <a:p>
            <a:r>
              <a:rPr lang="en-US"/>
              <a:t>Agenda</a:t>
            </a:r>
            <a:endParaRPr lang="en-IN"/>
          </a:p>
        </p:txBody>
      </p:sp>
      <p:grpSp>
        <p:nvGrpSpPr>
          <p:cNvPr id="5" name="Group 4">
            <a:extLst>
              <a:ext uri="{FF2B5EF4-FFF2-40B4-BE49-F238E27FC236}">
                <a16:creationId xmlns:a16="http://schemas.microsoft.com/office/drawing/2014/main" id="{4B450A93-A845-C969-B5C5-AA6A50094119}"/>
              </a:ext>
            </a:extLst>
          </p:cNvPr>
          <p:cNvGrpSpPr/>
          <p:nvPr/>
        </p:nvGrpSpPr>
        <p:grpSpPr>
          <a:xfrm rot="10800000">
            <a:off x="293688" y="728663"/>
            <a:ext cx="504028" cy="990107"/>
            <a:chOff x="6499934" y="3367601"/>
            <a:chExt cx="620487" cy="1218877"/>
          </a:xfrm>
          <a:solidFill>
            <a:schemeClr val="accent1"/>
          </a:solidFill>
        </p:grpSpPr>
        <p:sp>
          <p:nvSpPr>
            <p:cNvPr id="8" name="Freeform: Shape 7">
              <a:extLst>
                <a:ext uri="{FF2B5EF4-FFF2-40B4-BE49-F238E27FC236}">
                  <a16:creationId xmlns:a16="http://schemas.microsoft.com/office/drawing/2014/main" id="{9A7BC8F3-28EC-D24B-7877-9F0F1BDEBBE8}"/>
                </a:ext>
              </a:extLst>
            </p:cNvPr>
            <p:cNvSpPr/>
            <p:nvPr/>
          </p:nvSpPr>
          <p:spPr>
            <a:xfrm>
              <a:off x="7080647" y="3367601"/>
              <a:ext cx="39774" cy="1218877"/>
            </a:xfrm>
            <a:custGeom>
              <a:avLst/>
              <a:gdLst>
                <a:gd name="connsiteX0" fmla="*/ 0 w 39774"/>
                <a:gd name="connsiteY0" fmla="*/ 0 h 1218877"/>
                <a:gd name="connsiteX1" fmla="*/ 39775 w 39774"/>
                <a:gd name="connsiteY1" fmla="*/ 0 h 1218877"/>
                <a:gd name="connsiteX2" fmla="*/ 39775 w 39774"/>
                <a:gd name="connsiteY2" fmla="*/ 1218877 h 1218877"/>
                <a:gd name="connsiteX3" fmla="*/ 0 w 39774"/>
                <a:gd name="connsiteY3" fmla="*/ 1218877 h 1218877"/>
              </a:gdLst>
              <a:ahLst/>
              <a:cxnLst>
                <a:cxn ang="0">
                  <a:pos x="connsiteX0" y="connsiteY0"/>
                </a:cxn>
                <a:cxn ang="0">
                  <a:pos x="connsiteX1" y="connsiteY1"/>
                </a:cxn>
                <a:cxn ang="0">
                  <a:pos x="connsiteX2" y="connsiteY2"/>
                </a:cxn>
                <a:cxn ang="0">
                  <a:pos x="connsiteX3" y="connsiteY3"/>
                </a:cxn>
              </a:cxnLst>
              <a:rect l="l" t="t" r="r" b="b"/>
              <a:pathLst>
                <a:path w="39774" h="1218877">
                  <a:moveTo>
                    <a:pt x="0" y="0"/>
                  </a:moveTo>
                  <a:lnTo>
                    <a:pt x="39775" y="0"/>
                  </a:lnTo>
                  <a:lnTo>
                    <a:pt x="39775" y="1218877"/>
                  </a:lnTo>
                  <a:lnTo>
                    <a:pt x="0" y="1218877"/>
                  </a:lnTo>
                  <a:close/>
                </a:path>
              </a:pathLst>
            </a:custGeom>
            <a:grpFill/>
            <a:ln w="8837" cap="flat">
              <a:no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B83B91EC-DF2C-8B79-F44B-7C8BE3DA1159}"/>
                </a:ext>
              </a:extLst>
            </p:cNvPr>
            <p:cNvSpPr/>
            <p:nvPr/>
          </p:nvSpPr>
          <p:spPr>
            <a:xfrm>
              <a:off x="6499934" y="3957152"/>
              <a:ext cx="601041" cy="39774"/>
            </a:xfrm>
            <a:custGeom>
              <a:avLst/>
              <a:gdLst>
                <a:gd name="connsiteX0" fmla="*/ 0 w 601041"/>
                <a:gd name="connsiteY0" fmla="*/ 0 h 39774"/>
                <a:gd name="connsiteX1" fmla="*/ 601042 w 601041"/>
                <a:gd name="connsiteY1" fmla="*/ 0 h 39774"/>
                <a:gd name="connsiteX2" fmla="*/ 601042 w 601041"/>
                <a:gd name="connsiteY2" fmla="*/ 39775 h 39774"/>
                <a:gd name="connsiteX3" fmla="*/ 0 w 601041"/>
                <a:gd name="connsiteY3" fmla="*/ 39775 h 39774"/>
              </a:gdLst>
              <a:ahLst/>
              <a:cxnLst>
                <a:cxn ang="0">
                  <a:pos x="connsiteX0" y="connsiteY0"/>
                </a:cxn>
                <a:cxn ang="0">
                  <a:pos x="connsiteX1" y="connsiteY1"/>
                </a:cxn>
                <a:cxn ang="0">
                  <a:pos x="connsiteX2" y="connsiteY2"/>
                </a:cxn>
                <a:cxn ang="0">
                  <a:pos x="connsiteX3" y="connsiteY3"/>
                </a:cxn>
              </a:cxnLst>
              <a:rect l="l" t="t" r="r" b="b"/>
              <a:pathLst>
                <a:path w="601041" h="39774">
                  <a:moveTo>
                    <a:pt x="0" y="0"/>
                  </a:moveTo>
                  <a:lnTo>
                    <a:pt x="601042" y="0"/>
                  </a:lnTo>
                  <a:lnTo>
                    <a:pt x="601042" y="39775"/>
                  </a:lnTo>
                  <a:lnTo>
                    <a:pt x="0" y="39775"/>
                  </a:lnTo>
                  <a:close/>
                </a:path>
              </a:pathLst>
            </a:custGeom>
            <a:grpFill/>
            <a:ln w="8837" cap="flat">
              <a:noFill/>
              <a:prstDash val="solid"/>
              <a:miter/>
            </a:ln>
          </p:spPr>
          <p:txBody>
            <a:bodyPr rtlCol="0" anchor="ctr"/>
            <a:lstStyle/>
            <a:p>
              <a:endParaRPr lang="en-IN"/>
            </a:p>
          </p:txBody>
        </p:sp>
      </p:grpSp>
      <p:sp>
        <p:nvSpPr>
          <p:cNvPr id="6" name="Freeform: Shape 5">
            <a:extLst>
              <a:ext uri="{FF2B5EF4-FFF2-40B4-BE49-F238E27FC236}">
                <a16:creationId xmlns:a16="http://schemas.microsoft.com/office/drawing/2014/main" id="{4BB0D124-8FAA-4B00-F0EA-16ACCED3F194}"/>
              </a:ext>
            </a:extLst>
          </p:cNvPr>
          <p:cNvSpPr/>
          <p:nvPr/>
        </p:nvSpPr>
        <p:spPr>
          <a:xfrm rot="5400000">
            <a:off x="797717" y="814311"/>
            <a:ext cx="818809" cy="818810"/>
          </a:xfrm>
          <a:custGeom>
            <a:avLst/>
            <a:gdLst>
              <a:gd name="connsiteX0" fmla="*/ 943989 w 943988"/>
              <a:gd name="connsiteY0" fmla="*/ 471994 h 943988"/>
              <a:gd name="connsiteX1" fmla="*/ 471995 w 943988"/>
              <a:gd name="connsiteY1" fmla="*/ 943989 h 943988"/>
              <a:gd name="connsiteX2" fmla="*/ 0 w 943988"/>
              <a:gd name="connsiteY2" fmla="*/ 471995 h 943988"/>
              <a:gd name="connsiteX3" fmla="*/ 471995 w 943988"/>
              <a:gd name="connsiteY3" fmla="*/ 0 h 943988"/>
              <a:gd name="connsiteX4" fmla="*/ 943989 w 943988"/>
              <a:gd name="connsiteY4" fmla="*/ 471994 h 943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988" h="943988">
                <a:moveTo>
                  <a:pt x="943989" y="471994"/>
                </a:moveTo>
                <a:cubicBezTo>
                  <a:pt x="943989" y="732670"/>
                  <a:pt x="732670" y="943989"/>
                  <a:pt x="471995" y="943989"/>
                </a:cubicBezTo>
                <a:cubicBezTo>
                  <a:pt x="211319" y="943989"/>
                  <a:pt x="0" y="732670"/>
                  <a:pt x="0" y="471995"/>
                </a:cubicBezTo>
                <a:cubicBezTo>
                  <a:pt x="0" y="211319"/>
                  <a:pt x="211319" y="0"/>
                  <a:pt x="471995" y="0"/>
                </a:cubicBezTo>
                <a:cubicBezTo>
                  <a:pt x="732670" y="0"/>
                  <a:pt x="943989" y="211319"/>
                  <a:pt x="943989" y="471994"/>
                </a:cubicBezTo>
                <a:close/>
              </a:path>
            </a:pathLst>
          </a:custGeom>
          <a:solidFill>
            <a:schemeClr val="accent1"/>
          </a:solidFill>
          <a:ln w="8837" cap="flat">
            <a:noFill/>
            <a:prstDash val="solid"/>
            <a:miter/>
          </a:ln>
        </p:spPr>
        <p:txBody>
          <a:bodyPr rtlCol="0" anchor="ctr"/>
          <a:lstStyle/>
          <a:p>
            <a:endParaRPr lang="en-IN"/>
          </a:p>
        </p:txBody>
      </p:sp>
      <p:sp>
        <p:nvSpPr>
          <p:cNvPr id="7" name="Freeform: Shape 6">
            <a:extLst>
              <a:ext uri="{FF2B5EF4-FFF2-40B4-BE49-F238E27FC236}">
                <a16:creationId xmlns:a16="http://schemas.microsoft.com/office/drawing/2014/main" id="{BA32BEFF-B511-0489-2D31-FC02B82C2FA9}"/>
              </a:ext>
            </a:extLst>
          </p:cNvPr>
          <p:cNvSpPr/>
          <p:nvPr/>
        </p:nvSpPr>
        <p:spPr>
          <a:xfrm rot="5400000">
            <a:off x="838443" y="855038"/>
            <a:ext cx="737356" cy="737356"/>
          </a:xfrm>
          <a:custGeom>
            <a:avLst/>
            <a:gdLst>
              <a:gd name="connsiteX0" fmla="*/ 943989 w 943988"/>
              <a:gd name="connsiteY0" fmla="*/ 471994 h 943988"/>
              <a:gd name="connsiteX1" fmla="*/ 471995 w 943988"/>
              <a:gd name="connsiteY1" fmla="*/ 943989 h 943988"/>
              <a:gd name="connsiteX2" fmla="*/ 0 w 943988"/>
              <a:gd name="connsiteY2" fmla="*/ 471995 h 943988"/>
              <a:gd name="connsiteX3" fmla="*/ 471995 w 943988"/>
              <a:gd name="connsiteY3" fmla="*/ 0 h 943988"/>
              <a:gd name="connsiteX4" fmla="*/ 943989 w 943988"/>
              <a:gd name="connsiteY4" fmla="*/ 471994 h 943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988" h="943988">
                <a:moveTo>
                  <a:pt x="943989" y="471994"/>
                </a:moveTo>
                <a:cubicBezTo>
                  <a:pt x="943989" y="732670"/>
                  <a:pt x="732670" y="943989"/>
                  <a:pt x="471995" y="943989"/>
                </a:cubicBezTo>
                <a:cubicBezTo>
                  <a:pt x="211319" y="943989"/>
                  <a:pt x="0" y="732670"/>
                  <a:pt x="0" y="471995"/>
                </a:cubicBezTo>
                <a:cubicBezTo>
                  <a:pt x="0" y="211319"/>
                  <a:pt x="211319" y="0"/>
                  <a:pt x="471995" y="0"/>
                </a:cubicBezTo>
                <a:cubicBezTo>
                  <a:pt x="732670" y="0"/>
                  <a:pt x="943989" y="211319"/>
                  <a:pt x="943989" y="471994"/>
                </a:cubicBezTo>
                <a:close/>
              </a:path>
            </a:pathLst>
          </a:custGeom>
          <a:solidFill>
            <a:schemeClr val="accent1"/>
          </a:solidFill>
          <a:ln w="8837" cap="flat">
            <a:solidFill>
              <a:schemeClr val="bg1"/>
            </a:solid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2E5A2CC9-DF0A-D3BA-3340-2B75C517B91E}"/>
              </a:ext>
            </a:extLst>
          </p:cNvPr>
          <p:cNvSpPr/>
          <p:nvPr/>
        </p:nvSpPr>
        <p:spPr>
          <a:xfrm rot="10800000">
            <a:off x="293688" y="1912268"/>
            <a:ext cx="32309" cy="990107"/>
          </a:xfrm>
          <a:custGeom>
            <a:avLst/>
            <a:gdLst>
              <a:gd name="connsiteX0" fmla="*/ 0 w 39774"/>
              <a:gd name="connsiteY0" fmla="*/ 0 h 1218877"/>
              <a:gd name="connsiteX1" fmla="*/ 39775 w 39774"/>
              <a:gd name="connsiteY1" fmla="*/ 0 h 1218877"/>
              <a:gd name="connsiteX2" fmla="*/ 39775 w 39774"/>
              <a:gd name="connsiteY2" fmla="*/ 1218877 h 1218877"/>
              <a:gd name="connsiteX3" fmla="*/ 0 w 39774"/>
              <a:gd name="connsiteY3" fmla="*/ 1218877 h 1218877"/>
            </a:gdLst>
            <a:ahLst/>
            <a:cxnLst>
              <a:cxn ang="0">
                <a:pos x="connsiteX0" y="connsiteY0"/>
              </a:cxn>
              <a:cxn ang="0">
                <a:pos x="connsiteX1" y="connsiteY1"/>
              </a:cxn>
              <a:cxn ang="0">
                <a:pos x="connsiteX2" y="connsiteY2"/>
              </a:cxn>
              <a:cxn ang="0">
                <a:pos x="connsiteX3" y="connsiteY3"/>
              </a:cxn>
            </a:cxnLst>
            <a:rect l="l" t="t" r="r" b="b"/>
            <a:pathLst>
              <a:path w="39774" h="1218877">
                <a:moveTo>
                  <a:pt x="0" y="0"/>
                </a:moveTo>
                <a:lnTo>
                  <a:pt x="39775" y="0"/>
                </a:lnTo>
                <a:lnTo>
                  <a:pt x="39775" y="1218877"/>
                </a:lnTo>
                <a:lnTo>
                  <a:pt x="0" y="1218877"/>
                </a:lnTo>
                <a:close/>
              </a:path>
            </a:pathLst>
          </a:custGeom>
          <a:solidFill>
            <a:schemeClr val="accent2"/>
          </a:solidFill>
          <a:ln w="8837"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77019BA2-BE7B-D878-2E84-8B5F6035C394}"/>
              </a:ext>
            </a:extLst>
          </p:cNvPr>
          <p:cNvSpPr/>
          <p:nvPr/>
        </p:nvSpPr>
        <p:spPr>
          <a:xfrm rot="10800000">
            <a:off x="309484" y="2391167"/>
            <a:ext cx="488232" cy="32309"/>
          </a:xfrm>
          <a:custGeom>
            <a:avLst/>
            <a:gdLst>
              <a:gd name="connsiteX0" fmla="*/ 0 w 601041"/>
              <a:gd name="connsiteY0" fmla="*/ 0 h 39774"/>
              <a:gd name="connsiteX1" fmla="*/ 601042 w 601041"/>
              <a:gd name="connsiteY1" fmla="*/ 0 h 39774"/>
              <a:gd name="connsiteX2" fmla="*/ 601042 w 601041"/>
              <a:gd name="connsiteY2" fmla="*/ 39775 h 39774"/>
              <a:gd name="connsiteX3" fmla="*/ 0 w 601041"/>
              <a:gd name="connsiteY3" fmla="*/ 39775 h 39774"/>
            </a:gdLst>
            <a:ahLst/>
            <a:cxnLst>
              <a:cxn ang="0">
                <a:pos x="connsiteX0" y="connsiteY0"/>
              </a:cxn>
              <a:cxn ang="0">
                <a:pos x="connsiteX1" y="connsiteY1"/>
              </a:cxn>
              <a:cxn ang="0">
                <a:pos x="connsiteX2" y="connsiteY2"/>
              </a:cxn>
              <a:cxn ang="0">
                <a:pos x="connsiteX3" y="connsiteY3"/>
              </a:cxn>
            </a:cxnLst>
            <a:rect l="l" t="t" r="r" b="b"/>
            <a:pathLst>
              <a:path w="601041" h="39774">
                <a:moveTo>
                  <a:pt x="0" y="0"/>
                </a:moveTo>
                <a:lnTo>
                  <a:pt x="601042" y="0"/>
                </a:lnTo>
                <a:lnTo>
                  <a:pt x="601042" y="39775"/>
                </a:lnTo>
                <a:lnTo>
                  <a:pt x="0" y="39775"/>
                </a:lnTo>
                <a:close/>
              </a:path>
            </a:pathLst>
          </a:custGeom>
          <a:solidFill>
            <a:schemeClr val="accent2"/>
          </a:solidFill>
          <a:ln w="8837"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60BA7DB4-59CC-3E2A-FA79-45333A332FFD}"/>
              </a:ext>
            </a:extLst>
          </p:cNvPr>
          <p:cNvSpPr/>
          <p:nvPr/>
        </p:nvSpPr>
        <p:spPr>
          <a:xfrm rot="5400000">
            <a:off x="797717" y="1997916"/>
            <a:ext cx="818809" cy="818810"/>
          </a:xfrm>
          <a:custGeom>
            <a:avLst/>
            <a:gdLst>
              <a:gd name="connsiteX0" fmla="*/ 943989 w 943988"/>
              <a:gd name="connsiteY0" fmla="*/ 471994 h 943988"/>
              <a:gd name="connsiteX1" fmla="*/ 471995 w 943988"/>
              <a:gd name="connsiteY1" fmla="*/ 943989 h 943988"/>
              <a:gd name="connsiteX2" fmla="*/ 0 w 943988"/>
              <a:gd name="connsiteY2" fmla="*/ 471995 h 943988"/>
              <a:gd name="connsiteX3" fmla="*/ 471995 w 943988"/>
              <a:gd name="connsiteY3" fmla="*/ 0 h 943988"/>
              <a:gd name="connsiteX4" fmla="*/ 943989 w 943988"/>
              <a:gd name="connsiteY4" fmla="*/ 471994 h 943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988" h="943988">
                <a:moveTo>
                  <a:pt x="943989" y="471994"/>
                </a:moveTo>
                <a:cubicBezTo>
                  <a:pt x="943989" y="732670"/>
                  <a:pt x="732670" y="943989"/>
                  <a:pt x="471995" y="943989"/>
                </a:cubicBezTo>
                <a:cubicBezTo>
                  <a:pt x="211319" y="943989"/>
                  <a:pt x="0" y="732670"/>
                  <a:pt x="0" y="471995"/>
                </a:cubicBezTo>
                <a:cubicBezTo>
                  <a:pt x="0" y="211319"/>
                  <a:pt x="211319" y="0"/>
                  <a:pt x="471995" y="0"/>
                </a:cubicBezTo>
                <a:cubicBezTo>
                  <a:pt x="732670" y="0"/>
                  <a:pt x="943989" y="211319"/>
                  <a:pt x="943989" y="471994"/>
                </a:cubicBezTo>
                <a:close/>
              </a:path>
            </a:pathLst>
          </a:custGeom>
          <a:solidFill>
            <a:schemeClr val="accent2"/>
          </a:solidFill>
          <a:ln w="8837" cap="flat">
            <a:noFill/>
            <a:prstDash val="solid"/>
            <a:miter/>
          </a:ln>
        </p:spPr>
        <p:txBody>
          <a:bodyPr rtlCol="0" anchor="ctr"/>
          <a:lstStyle/>
          <a:p>
            <a:endParaRPr lang="en-IN"/>
          </a:p>
        </p:txBody>
      </p:sp>
      <p:sp>
        <p:nvSpPr>
          <p:cNvPr id="13" name="Freeform: Shape 12">
            <a:extLst>
              <a:ext uri="{FF2B5EF4-FFF2-40B4-BE49-F238E27FC236}">
                <a16:creationId xmlns:a16="http://schemas.microsoft.com/office/drawing/2014/main" id="{517E2011-A9A4-EFB3-FB11-10729A2944E3}"/>
              </a:ext>
            </a:extLst>
          </p:cNvPr>
          <p:cNvSpPr/>
          <p:nvPr/>
        </p:nvSpPr>
        <p:spPr>
          <a:xfrm rot="5400000">
            <a:off x="838443" y="2038643"/>
            <a:ext cx="737356" cy="737356"/>
          </a:xfrm>
          <a:custGeom>
            <a:avLst/>
            <a:gdLst>
              <a:gd name="connsiteX0" fmla="*/ 943989 w 943988"/>
              <a:gd name="connsiteY0" fmla="*/ 471994 h 943988"/>
              <a:gd name="connsiteX1" fmla="*/ 471995 w 943988"/>
              <a:gd name="connsiteY1" fmla="*/ 943989 h 943988"/>
              <a:gd name="connsiteX2" fmla="*/ 0 w 943988"/>
              <a:gd name="connsiteY2" fmla="*/ 471995 h 943988"/>
              <a:gd name="connsiteX3" fmla="*/ 471995 w 943988"/>
              <a:gd name="connsiteY3" fmla="*/ 0 h 943988"/>
              <a:gd name="connsiteX4" fmla="*/ 943989 w 943988"/>
              <a:gd name="connsiteY4" fmla="*/ 471994 h 943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988" h="943988">
                <a:moveTo>
                  <a:pt x="943989" y="471994"/>
                </a:moveTo>
                <a:cubicBezTo>
                  <a:pt x="943989" y="732670"/>
                  <a:pt x="732670" y="943989"/>
                  <a:pt x="471995" y="943989"/>
                </a:cubicBezTo>
                <a:cubicBezTo>
                  <a:pt x="211319" y="943989"/>
                  <a:pt x="0" y="732670"/>
                  <a:pt x="0" y="471995"/>
                </a:cubicBezTo>
                <a:cubicBezTo>
                  <a:pt x="0" y="211319"/>
                  <a:pt x="211319" y="0"/>
                  <a:pt x="471995" y="0"/>
                </a:cubicBezTo>
                <a:cubicBezTo>
                  <a:pt x="732670" y="0"/>
                  <a:pt x="943989" y="211319"/>
                  <a:pt x="943989" y="471994"/>
                </a:cubicBezTo>
                <a:close/>
              </a:path>
            </a:pathLst>
          </a:custGeom>
          <a:solidFill>
            <a:srgbClr val="484848"/>
          </a:solidFill>
          <a:ln w="8837" cap="flat">
            <a:solidFill>
              <a:schemeClr val="bg1"/>
            </a:solidFill>
            <a:prstDash val="solid"/>
            <a:miter/>
          </a:ln>
        </p:spPr>
        <p:txBody>
          <a:bodyPr rtlCol="0" anchor="ctr"/>
          <a:lstStyle/>
          <a:p>
            <a:endParaRPr lang="en-IN"/>
          </a:p>
        </p:txBody>
      </p:sp>
      <p:grpSp>
        <p:nvGrpSpPr>
          <p:cNvPr id="17" name="Group 16">
            <a:extLst>
              <a:ext uri="{FF2B5EF4-FFF2-40B4-BE49-F238E27FC236}">
                <a16:creationId xmlns:a16="http://schemas.microsoft.com/office/drawing/2014/main" id="{4A656D74-7803-F21D-6EB4-DC360E4ACBF5}"/>
              </a:ext>
            </a:extLst>
          </p:cNvPr>
          <p:cNvGrpSpPr/>
          <p:nvPr/>
        </p:nvGrpSpPr>
        <p:grpSpPr>
          <a:xfrm rot="10800000">
            <a:off x="293688" y="3095873"/>
            <a:ext cx="504028" cy="990107"/>
            <a:chOff x="6499934" y="3367601"/>
            <a:chExt cx="620487" cy="1218877"/>
          </a:xfrm>
          <a:solidFill>
            <a:srgbClr val="EE7D09"/>
          </a:solidFill>
        </p:grpSpPr>
        <p:sp>
          <p:nvSpPr>
            <p:cNvPr id="20" name="Freeform: Shape 19">
              <a:extLst>
                <a:ext uri="{FF2B5EF4-FFF2-40B4-BE49-F238E27FC236}">
                  <a16:creationId xmlns:a16="http://schemas.microsoft.com/office/drawing/2014/main" id="{5F2F7C00-87FF-E408-8F0F-D29835CF754D}"/>
                </a:ext>
              </a:extLst>
            </p:cNvPr>
            <p:cNvSpPr/>
            <p:nvPr/>
          </p:nvSpPr>
          <p:spPr>
            <a:xfrm>
              <a:off x="7080647" y="3367601"/>
              <a:ext cx="39774" cy="1218877"/>
            </a:xfrm>
            <a:custGeom>
              <a:avLst/>
              <a:gdLst>
                <a:gd name="connsiteX0" fmla="*/ 0 w 39774"/>
                <a:gd name="connsiteY0" fmla="*/ 0 h 1218877"/>
                <a:gd name="connsiteX1" fmla="*/ 39775 w 39774"/>
                <a:gd name="connsiteY1" fmla="*/ 0 h 1218877"/>
                <a:gd name="connsiteX2" fmla="*/ 39775 w 39774"/>
                <a:gd name="connsiteY2" fmla="*/ 1218877 h 1218877"/>
                <a:gd name="connsiteX3" fmla="*/ 0 w 39774"/>
                <a:gd name="connsiteY3" fmla="*/ 1218877 h 1218877"/>
              </a:gdLst>
              <a:ahLst/>
              <a:cxnLst>
                <a:cxn ang="0">
                  <a:pos x="connsiteX0" y="connsiteY0"/>
                </a:cxn>
                <a:cxn ang="0">
                  <a:pos x="connsiteX1" y="connsiteY1"/>
                </a:cxn>
                <a:cxn ang="0">
                  <a:pos x="connsiteX2" y="connsiteY2"/>
                </a:cxn>
                <a:cxn ang="0">
                  <a:pos x="connsiteX3" y="connsiteY3"/>
                </a:cxn>
              </a:cxnLst>
              <a:rect l="l" t="t" r="r" b="b"/>
              <a:pathLst>
                <a:path w="39774" h="1218877">
                  <a:moveTo>
                    <a:pt x="0" y="0"/>
                  </a:moveTo>
                  <a:lnTo>
                    <a:pt x="39775" y="0"/>
                  </a:lnTo>
                  <a:lnTo>
                    <a:pt x="39775" y="1218877"/>
                  </a:lnTo>
                  <a:lnTo>
                    <a:pt x="0" y="1218877"/>
                  </a:lnTo>
                  <a:close/>
                </a:path>
              </a:pathLst>
            </a:custGeom>
            <a:grpFill/>
            <a:ln w="8837"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9580F303-C7A8-05A2-28DA-FB595B01AAF1}"/>
                </a:ext>
              </a:extLst>
            </p:cNvPr>
            <p:cNvSpPr/>
            <p:nvPr/>
          </p:nvSpPr>
          <p:spPr>
            <a:xfrm>
              <a:off x="6499934" y="3957152"/>
              <a:ext cx="601041" cy="39774"/>
            </a:xfrm>
            <a:custGeom>
              <a:avLst/>
              <a:gdLst>
                <a:gd name="connsiteX0" fmla="*/ 0 w 601041"/>
                <a:gd name="connsiteY0" fmla="*/ 0 h 39774"/>
                <a:gd name="connsiteX1" fmla="*/ 601042 w 601041"/>
                <a:gd name="connsiteY1" fmla="*/ 0 h 39774"/>
                <a:gd name="connsiteX2" fmla="*/ 601042 w 601041"/>
                <a:gd name="connsiteY2" fmla="*/ 39775 h 39774"/>
                <a:gd name="connsiteX3" fmla="*/ 0 w 601041"/>
                <a:gd name="connsiteY3" fmla="*/ 39775 h 39774"/>
              </a:gdLst>
              <a:ahLst/>
              <a:cxnLst>
                <a:cxn ang="0">
                  <a:pos x="connsiteX0" y="connsiteY0"/>
                </a:cxn>
                <a:cxn ang="0">
                  <a:pos x="connsiteX1" y="connsiteY1"/>
                </a:cxn>
                <a:cxn ang="0">
                  <a:pos x="connsiteX2" y="connsiteY2"/>
                </a:cxn>
                <a:cxn ang="0">
                  <a:pos x="connsiteX3" y="connsiteY3"/>
                </a:cxn>
              </a:cxnLst>
              <a:rect l="l" t="t" r="r" b="b"/>
              <a:pathLst>
                <a:path w="601041" h="39774">
                  <a:moveTo>
                    <a:pt x="0" y="0"/>
                  </a:moveTo>
                  <a:lnTo>
                    <a:pt x="601042" y="0"/>
                  </a:lnTo>
                  <a:lnTo>
                    <a:pt x="601042" y="39775"/>
                  </a:lnTo>
                  <a:lnTo>
                    <a:pt x="0" y="39775"/>
                  </a:lnTo>
                  <a:close/>
                </a:path>
              </a:pathLst>
            </a:custGeom>
            <a:grpFill/>
            <a:ln w="8837" cap="flat">
              <a:noFill/>
              <a:prstDash val="solid"/>
              <a:miter/>
            </a:ln>
          </p:spPr>
          <p:txBody>
            <a:bodyPr rtlCol="0" anchor="ctr"/>
            <a:lstStyle/>
            <a:p>
              <a:endParaRPr lang="en-IN"/>
            </a:p>
          </p:txBody>
        </p:sp>
      </p:grpSp>
      <p:sp>
        <p:nvSpPr>
          <p:cNvPr id="18" name="Freeform: Shape 17">
            <a:extLst>
              <a:ext uri="{FF2B5EF4-FFF2-40B4-BE49-F238E27FC236}">
                <a16:creationId xmlns:a16="http://schemas.microsoft.com/office/drawing/2014/main" id="{18E964BC-CC47-BA8E-7F2E-7B7773174166}"/>
              </a:ext>
            </a:extLst>
          </p:cNvPr>
          <p:cNvSpPr/>
          <p:nvPr/>
        </p:nvSpPr>
        <p:spPr>
          <a:xfrm rot="5400000">
            <a:off x="797717" y="3181521"/>
            <a:ext cx="818809" cy="818810"/>
          </a:xfrm>
          <a:custGeom>
            <a:avLst/>
            <a:gdLst>
              <a:gd name="connsiteX0" fmla="*/ 943989 w 943988"/>
              <a:gd name="connsiteY0" fmla="*/ 471994 h 943988"/>
              <a:gd name="connsiteX1" fmla="*/ 471995 w 943988"/>
              <a:gd name="connsiteY1" fmla="*/ 943989 h 943988"/>
              <a:gd name="connsiteX2" fmla="*/ 0 w 943988"/>
              <a:gd name="connsiteY2" fmla="*/ 471995 h 943988"/>
              <a:gd name="connsiteX3" fmla="*/ 471995 w 943988"/>
              <a:gd name="connsiteY3" fmla="*/ 0 h 943988"/>
              <a:gd name="connsiteX4" fmla="*/ 943989 w 943988"/>
              <a:gd name="connsiteY4" fmla="*/ 471994 h 943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988" h="943988">
                <a:moveTo>
                  <a:pt x="943989" y="471994"/>
                </a:moveTo>
                <a:cubicBezTo>
                  <a:pt x="943989" y="732670"/>
                  <a:pt x="732670" y="943989"/>
                  <a:pt x="471995" y="943989"/>
                </a:cubicBezTo>
                <a:cubicBezTo>
                  <a:pt x="211319" y="943989"/>
                  <a:pt x="0" y="732670"/>
                  <a:pt x="0" y="471995"/>
                </a:cubicBezTo>
                <a:cubicBezTo>
                  <a:pt x="0" y="211319"/>
                  <a:pt x="211319" y="0"/>
                  <a:pt x="471995" y="0"/>
                </a:cubicBezTo>
                <a:cubicBezTo>
                  <a:pt x="732670" y="0"/>
                  <a:pt x="943989" y="211319"/>
                  <a:pt x="943989" y="471994"/>
                </a:cubicBezTo>
                <a:close/>
              </a:path>
            </a:pathLst>
          </a:custGeom>
          <a:solidFill>
            <a:srgbClr val="EE7D09"/>
          </a:solidFill>
          <a:ln w="8837"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6064CF44-8632-7C49-B8B9-73B5F3B0F27E}"/>
              </a:ext>
            </a:extLst>
          </p:cNvPr>
          <p:cNvSpPr/>
          <p:nvPr/>
        </p:nvSpPr>
        <p:spPr>
          <a:xfrm rot="5400000">
            <a:off x="838443" y="3222248"/>
            <a:ext cx="737356" cy="737356"/>
          </a:xfrm>
          <a:custGeom>
            <a:avLst/>
            <a:gdLst>
              <a:gd name="connsiteX0" fmla="*/ 943989 w 943988"/>
              <a:gd name="connsiteY0" fmla="*/ 471994 h 943988"/>
              <a:gd name="connsiteX1" fmla="*/ 471995 w 943988"/>
              <a:gd name="connsiteY1" fmla="*/ 943989 h 943988"/>
              <a:gd name="connsiteX2" fmla="*/ 0 w 943988"/>
              <a:gd name="connsiteY2" fmla="*/ 471995 h 943988"/>
              <a:gd name="connsiteX3" fmla="*/ 471995 w 943988"/>
              <a:gd name="connsiteY3" fmla="*/ 0 h 943988"/>
              <a:gd name="connsiteX4" fmla="*/ 943989 w 943988"/>
              <a:gd name="connsiteY4" fmla="*/ 471994 h 943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988" h="943988">
                <a:moveTo>
                  <a:pt x="943989" y="471994"/>
                </a:moveTo>
                <a:cubicBezTo>
                  <a:pt x="943989" y="732670"/>
                  <a:pt x="732670" y="943989"/>
                  <a:pt x="471995" y="943989"/>
                </a:cubicBezTo>
                <a:cubicBezTo>
                  <a:pt x="211319" y="943989"/>
                  <a:pt x="0" y="732670"/>
                  <a:pt x="0" y="471995"/>
                </a:cubicBezTo>
                <a:cubicBezTo>
                  <a:pt x="0" y="211319"/>
                  <a:pt x="211319" y="0"/>
                  <a:pt x="471995" y="0"/>
                </a:cubicBezTo>
                <a:cubicBezTo>
                  <a:pt x="732670" y="0"/>
                  <a:pt x="943989" y="211319"/>
                  <a:pt x="943989" y="471994"/>
                </a:cubicBezTo>
                <a:close/>
              </a:path>
            </a:pathLst>
          </a:custGeom>
          <a:solidFill>
            <a:srgbClr val="EE7D09"/>
          </a:solidFill>
          <a:ln w="8837" cap="flat">
            <a:solidFill>
              <a:schemeClr val="bg1"/>
            </a:solidFill>
            <a:prstDash val="solid"/>
            <a:miter/>
          </a:ln>
        </p:spPr>
        <p:txBody>
          <a:bodyPr rtlCol="0" anchor="ctr"/>
          <a:lstStyle/>
          <a:p>
            <a:endParaRPr lang="en-IN"/>
          </a:p>
        </p:txBody>
      </p:sp>
      <p:grpSp>
        <p:nvGrpSpPr>
          <p:cNvPr id="23" name="Group 22">
            <a:extLst>
              <a:ext uri="{FF2B5EF4-FFF2-40B4-BE49-F238E27FC236}">
                <a16:creationId xmlns:a16="http://schemas.microsoft.com/office/drawing/2014/main" id="{87CD1541-C029-EE00-0893-BFE38028F238}"/>
              </a:ext>
            </a:extLst>
          </p:cNvPr>
          <p:cNvGrpSpPr/>
          <p:nvPr/>
        </p:nvGrpSpPr>
        <p:grpSpPr>
          <a:xfrm rot="10800000">
            <a:off x="293688" y="4279478"/>
            <a:ext cx="504028" cy="990107"/>
            <a:chOff x="6499934" y="3367601"/>
            <a:chExt cx="620487" cy="1218877"/>
          </a:xfrm>
          <a:solidFill>
            <a:srgbClr val="003363"/>
          </a:solidFill>
        </p:grpSpPr>
        <p:sp>
          <p:nvSpPr>
            <p:cNvPr id="26" name="Freeform: Shape 25">
              <a:extLst>
                <a:ext uri="{FF2B5EF4-FFF2-40B4-BE49-F238E27FC236}">
                  <a16:creationId xmlns:a16="http://schemas.microsoft.com/office/drawing/2014/main" id="{34B95A18-EF6D-8C88-6182-2BD35E361053}"/>
                </a:ext>
              </a:extLst>
            </p:cNvPr>
            <p:cNvSpPr/>
            <p:nvPr/>
          </p:nvSpPr>
          <p:spPr>
            <a:xfrm>
              <a:off x="7080647" y="3367601"/>
              <a:ext cx="39774" cy="1218877"/>
            </a:xfrm>
            <a:custGeom>
              <a:avLst/>
              <a:gdLst>
                <a:gd name="connsiteX0" fmla="*/ 0 w 39774"/>
                <a:gd name="connsiteY0" fmla="*/ 0 h 1218877"/>
                <a:gd name="connsiteX1" fmla="*/ 39775 w 39774"/>
                <a:gd name="connsiteY1" fmla="*/ 0 h 1218877"/>
                <a:gd name="connsiteX2" fmla="*/ 39775 w 39774"/>
                <a:gd name="connsiteY2" fmla="*/ 1218877 h 1218877"/>
                <a:gd name="connsiteX3" fmla="*/ 0 w 39774"/>
                <a:gd name="connsiteY3" fmla="*/ 1218877 h 1218877"/>
              </a:gdLst>
              <a:ahLst/>
              <a:cxnLst>
                <a:cxn ang="0">
                  <a:pos x="connsiteX0" y="connsiteY0"/>
                </a:cxn>
                <a:cxn ang="0">
                  <a:pos x="connsiteX1" y="connsiteY1"/>
                </a:cxn>
                <a:cxn ang="0">
                  <a:pos x="connsiteX2" y="connsiteY2"/>
                </a:cxn>
                <a:cxn ang="0">
                  <a:pos x="connsiteX3" y="connsiteY3"/>
                </a:cxn>
              </a:cxnLst>
              <a:rect l="l" t="t" r="r" b="b"/>
              <a:pathLst>
                <a:path w="39774" h="1218877">
                  <a:moveTo>
                    <a:pt x="0" y="0"/>
                  </a:moveTo>
                  <a:lnTo>
                    <a:pt x="39775" y="0"/>
                  </a:lnTo>
                  <a:lnTo>
                    <a:pt x="39775" y="1218877"/>
                  </a:lnTo>
                  <a:lnTo>
                    <a:pt x="0" y="1218877"/>
                  </a:lnTo>
                  <a:close/>
                </a:path>
              </a:pathLst>
            </a:custGeom>
            <a:grpFill/>
            <a:ln w="8837"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F0173033-C4FE-A290-95DF-436BD8244B88}"/>
                </a:ext>
              </a:extLst>
            </p:cNvPr>
            <p:cNvSpPr/>
            <p:nvPr/>
          </p:nvSpPr>
          <p:spPr>
            <a:xfrm>
              <a:off x="6499934" y="3957152"/>
              <a:ext cx="601041" cy="39774"/>
            </a:xfrm>
            <a:custGeom>
              <a:avLst/>
              <a:gdLst>
                <a:gd name="connsiteX0" fmla="*/ 0 w 601041"/>
                <a:gd name="connsiteY0" fmla="*/ 0 h 39774"/>
                <a:gd name="connsiteX1" fmla="*/ 601042 w 601041"/>
                <a:gd name="connsiteY1" fmla="*/ 0 h 39774"/>
                <a:gd name="connsiteX2" fmla="*/ 601042 w 601041"/>
                <a:gd name="connsiteY2" fmla="*/ 39775 h 39774"/>
                <a:gd name="connsiteX3" fmla="*/ 0 w 601041"/>
                <a:gd name="connsiteY3" fmla="*/ 39775 h 39774"/>
              </a:gdLst>
              <a:ahLst/>
              <a:cxnLst>
                <a:cxn ang="0">
                  <a:pos x="connsiteX0" y="connsiteY0"/>
                </a:cxn>
                <a:cxn ang="0">
                  <a:pos x="connsiteX1" y="connsiteY1"/>
                </a:cxn>
                <a:cxn ang="0">
                  <a:pos x="connsiteX2" y="connsiteY2"/>
                </a:cxn>
                <a:cxn ang="0">
                  <a:pos x="connsiteX3" y="connsiteY3"/>
                </a:cxn>
              </a:cxnLst>
              <a:rect l="l" t="t" r="r" b="b"/>
              <a:pathLst>
                <a:path w="601041" h="39774">
                  <a:moveTo>
                    <a:pt x="0" y="0"/>
                  </a:moveTo>
                  <a:lnTo>
                    <a:pt x="601042" y="0"/>
                  </a:lnTo>
                  <a:lnTo>
                    <a:pt x="601042" y="39775"/>
                  </a:lnTo>
                  <a:lnTo>
                    <a:pt x="0" y="39775"/>
                  </a:lnTo>
                  <a:close/>
                </a:path>
              </a:pathLst>
            </a:custGeom>
            <a:grpFill/>
            <a:ln w="8837" cap="flat">
              <a:noFill/>
              <a:prstDash val="solid"/>
              <a:miter/>
            </a:ln>
          </p:spPr>
          <p:txBody>
            <a:bodyPr rtlCol="0" anchor="ctr"/>
            <a:lstStyle/>
            <a:p>
              <a:endParaRPr lang="en-IN"/>
            </a:p>
          </p:txBody>
        </p:sp>
      </p:grpSp>
      <p:sp>
        <p:nvSpPr>
          <p:cNvPr id="24" name="Freeform: Shape 23">
            <a:extLst>
              <a:ext uri="{FF2B5EF4-FFF2-40B4-BE49-F238E27FC236}">
                <a16:creationId xmlns:a16="http://schemas.microsoft.com/office/drawing/2014/main" id="{0C73567E-3854-95FC-85A5-8EBD7B83AF9E}"/>
              </a:ext>
            </a:extLst>
          </p:cNvPr>
          <p:cNvSpPr/>
          <p:nvPr/>
        </p:nvSpPr>
        <p:spPr>
          <a:xfrm rot="5400000">
            <a:off x="797717" y="4365126"/>
            <a:ext cx="818809" cy="818810"/>
          </a:xfrm>
          <a:custGeom>
            <a:avLst/>
            <a:gdLst>
              <a:gd name="connsiteX0" fmla="*/ 943989 w 943988"/>
              <a:gd name="connsiteY0" fmla="*/ 471994 h 943988"/>
              <a:gd name="connsiteX1" fmla="*/ 471995 w 943988"/>
              <a:gd name="connsiteY1" fmla="*/ 943989 h 943988"/>
              <a:gd name="connsiteX2" fmla="*/ 0 w 943988"/>
              <a:gd name="connsiteY2" fmla="*/ 471995 h 943988"/>
              <a:gd name="connsiteX3" fmla="*/ 471995 w 943988"/>
              <a:gd name="connsiteY3" fmla="*/ 0 h 943988"/>
              <a:gd name="connsiteX4" fmla="*/ 943989 w 943988"/>
              <a:gd name="connsiteY4" fmla="*/ 471994 h 943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988" h="943988">
                <a:moveTo>
                  <a:pt x="943989" y="471994"/>
                </a:moveTo>
                <a:cubicBezTo>
                  <a:pt x="943989" y="732670"/>
                  <a:pt x="732670" y="943989"/>
                  <a:pt x="471995" y="943989"/>
                </a:cubicBezTo>
                <a:cubicBezTo>
                  <a:pt x="211319" y="943989"/>
                  <a:pt x="0" y="732670"/>
                  <a:pt x="0" y="471995"/>
                </a:cubicBezTo>
                <a:cubicBezTo>
                  <a:pt x="0" y="211319"/>
                  <a:pt x="211319" y="0"/>
                  <a:pt x="471995" y="0"/>
                </a:cubicBezTo>
                <a:cubicBezTo>
                  <a:pt x="732670" y="0"/>
                  <a:pt x="943989" y="211319"/>
                  <a:pt x="943989" y="471994"/>
                </a:cubicBezTo>
                <a:close/>
              </a:path>
            </a:pathLst>
          </a:custGeom>
          <a:solidFill>
            <a:srgbClr val="003363"/>
          </a:solidFill>
          <a:ln w="8837"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EC4DC08B-2593-599C-6F04-B6BFCE012A70}"/>
              </a:ext>
            </a:extLst>
          </p:cNvPr>
          <p:cNvSpPr/>
          <p:nvPr/>
        </p:nvSpPr>
        <p:spPr>
          <a:xfrm rot="5400000">
            <a:off x="838443" y="4405853"/>
            <a:ext cx="737356" cy="737356"/>
          </a:xfrm>
          <a:custGeom>
            <a:avLst/>
            <a:gdLst>
              <a:gd name="connsiteX0" fmla="*/ 943989 w 943988"/>
              <a:gd name="connsiteY0" fmla="*/ 471994 h 943988"/>
              <a:gd name="connsiteX1" fmla="*/ 471995 w 943988"/>
              <a:gd name="connsiteY1" fmla="*/ 943989 h 943988"/>
              <a:gd name="connsiteX2" fmla="*/ 0 w 943988"/>
              <a:gd name="connsiteY2" fmla="*/ 471995 h 943988"/>
              <a:gd name="connsiteX3" fmla="*/ 471995 w 943988"/>
              <a:gd name="connsiteY3" fmla="*/ 0 h 943988"/>
              <a:gd name="connsiteX4" fmla="*/ 943989 w 943988"/>
              <a:gd name="connsiteY4" fmla="*/ 471994 h 943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988" h="943988">
                <a:moveTo>
                  <a:pt x="943989" y="471994"/>
                </a:moveTo>
                <a:cubicBezTo>
                  <a:pt x="943989" y="732670"/>
                  <a:pt x="732670" y="943989"/>
                  <a:pt x="471995" y="943989"/>
                </a:cubicBezTo>
                <a:cubicBezTo>
                  <a:pt x="211319" y="943989"/>
                  <a:pt x="0" y="732670"/>
                  <a:pt x="0" y="471995"/>
                </a:cubicBezTo>
                <a:cubicBezTo>
                  <a:pt x="0" y="211319"/>
                  <a:pt x="211319" y="0"/>
                  <a:pt x="471995" y="0"/>
                </a:cubicBezTo>
                <a:cubicBezTo>
                  <a:pt x="732670" y="0"/>
                  <a:pt x="943989" y="211319"/>
                  <a:pt x="943989" y="471994"/>
                </a:cubicBezTo>
                <a:close/>
              </a:path>
            </a:pathLst>
          </a:custGeom>
          <a:solidFill>
            <a:srgbClr val="003363"/>
          </a:solidFill>
          <a:ln w="8837" cap="flat">
            <a:solidFill>
              <a:schemeClr val="bg1"/>
            </a:solidFill>
            <a:prstDash val="solid"/>
            <a:miter/>
          </a:ln>
        </p:spPr>
        <p:txBody>
          <a:bodyPr rtlCol="0" anchor="ctr"/>
          <a:lstStyle/>
          <a:p>
            <a:endParaRPr lang="en-IN"/>
          </a:p>
        </p:txBody>
      </p:sp>
      <p:grpSp>
        <p:nvGrpSpPr>
          <p:cNvPr id="29" name="Group 28">
            <a:extLst>
              <a:ext uri="{FF2B5EF4-FFF2-40B4-BE49-F238E27FC236}">
                <a16:creationId xmlns:a16="http://schemas.microsoft.com/office/drawing/2014/main" id="{DF3F59FF-94FF-A486-A29C-B5264FA0DEF7}"/>
              </a:ext>
            </a:extLst>
          </p:cNvPr>
          <p:cNvGrpSpPr/>
          <p:nvPr/>
        </p:nvGrpSpPr>
        <p:grpSpPr>
          <a:xfrm rot="10800000">
            <a:off x="309483" y="5463081"/>
            <a:ext cx="504028" cy="990107"/>
            <a:chOff x="6499934" y="3367601"/>
            <a:chExt cx="620487" cy="1218877"/>
          </a:xfrm>
          <a:solidFill>
            <a:schemeClr val="accent5"/>
          </a:solidFill>
        </p:grpSpPr>
        <p:sp>
          <p:nvSpPr>
            <p:cNvPr id="32" name="Freeform: Shape 31">
              <a:extLst>
                <a:ext uri="{FF2B5EF4-FFF2-40B4-BE49-F238E27FC236}">
                  <a16:creationId xmlns:a16="http://schemas.microsoft.com/office/drawing/2014/main" id="{A1C6B7F6-2D08-E973-CFD2-9C096A34CEFF}"/>
                </a:ext>
              </a:extLst>
            </p:cNvPr>
            <p:cNvSpPr/>
            <p:nvPr/>
          </p:nvSpPr>
          <p:spPr>
            <a:xfrm>
              <a:off x="7080647" y="3367601"/>
              <a:ext cx="39774" cy="1218877"/>
            </a:xfrm>
            <a:custGeom>
              <a:avLst/>
              <a:gdLst>
                <a:gd name="connsiteX0" fmla="*/ 0 w 39774"/>
                <a:gd name="connsiteY0" fmla="*/ 0 h 1218877"/>
                <a:gd name="connsiteX1" fmla="*/ 39775 w 39774"/>
                <a:gd name="connsiteY1" fmla="*/ 0 h 1218877"/>
                <a:gd name="connsiteX2" fmla="*/ 39775 w 39774"/>
                <a:gd name="connsiteY2" fmla="*/ 1218877 h 1218877"/>
                <a:gd name="connsiteX3" fmla="*/ 0 w 39774"/>
                <a:gd name="connsiteY3" fmla="*/ 1218877 h 1218877"/>
              </a:gdLst>
              <a:ahLst/>
              <a:cxnLst>
                <a:cxn ang="0">
                  <a:pos x="connsiteX0" y="connsiteY0"/>
                </a:cxn>
                <a:cxn ang="0">
                  <a:pos x="connsiteX1" y="connsiteY1"/>
                </a:cxn>
                <a:cxn ang="0">
                  <a:pos x="connsiteX2" y="connsiteY2"/>
                </a:cxn>
                <a:cxn ang="0">
                  <a:pos x="connsiteX3" y="connsiteY3"/>
                </a:cxn>
              </a:cxnLst>
              <a:rect l="l" t="t" r="r" b="b"/>
              <a:pathLst>
                <a:path w="39774" h="1218877">
                  <a:moveTo>
                    <a:pt x="0" y="0"/>
                  </a:moveTo>
                  <a:lnTo>
                    <a:pt x="39775" y="0"/>
                  </a:lnTo>
                  <a:lnTo>
                    <a:pt x="39775" y="1218877"/>
                  </a:lnTo>
                  <a:lnTo>
                    <a:pt x="0" y="1218877"/>
                  </a:lnTo>
                  <a:close/>
                </a:path>
              </a:pathLst>
            </a:custGeom>
            <a:grpFill/>
            <a:ln w="8837"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DB2CAD07-4E3E-9F8C-0EB0-4F77150CFDB6}"/>
                </a:ext>
              </a:extLst>
            </p:cNvPr>
            <p:cNvSpPr/>
            <p:nvPr/>
          </p:nvSpPr>
          <p:spPr>
            <a:xfrm>
              <a:off x="6499934" y="3957152"/>
              <a:ext cx="601041" cy="39774"/>
            </a:xfrm>
            <a:custGeom>
              <a:avLst/>
              <a:gdLst>
                <a:gd name="connsiteX0" fmla="*/ 0 w 601041"/>
                <a:gd name="connsiteY0" fmla="*/ 0 h 39774"/>
                <a:gd name="connsiteX1" fmla="*/ 601042 w 601041"/>
                <a:gd name="connsiteY1" fmla="*/ 0 h 39774"/>
                <a:gd name="connsiteX2" fmla="*/ 601042 w 601041"/>
                <a:gd name="connsiteY2" fmla="*/ 39775 h 39774"/>
                <a:gd name="connsiteX3" fmla="*/ 0 w 601041"/>
                <a:gd name="connsiteY3" fmla="*/ 39775 h 39774"/>
              </a:gdLst>
              <a:ahLst/>
              <a:cxnLst>
                <a:cxn ang="0">
                  <a:pos x="connsiteX0" y="connsiteY0"/>
                </a:cxn>
                <a:cxn ang="0">
                  <a:pos x="connsiteX1" y="connsiteY1"/>
                </a:cxn>
                <a:cxn ang="0">
                  <a:pos x="connsiteX2" y="connsiteY2"/>
                </a:cxn>
                <a:cxn ang="0">
                  <a:pos x="connsiteX3" y="connsiteY3"/>
                </a:cxn>
              </a:cxnLst>
              <a:rect l="l" t="t" r="r" b="b"/>
              <a:pathLst>
                <a:path w="601041" h="39774">
                  <a:moveTo>
                    <a:pt x="0" y="0"/>
                  </a:moveTo>
                  <a:lnTo>
                    <a:pt x="601042" y="0"/>
                  </a:lnTo>
                  <a:lnTo>
                    <a:pt x="601042" y="39775"/>
                  </a:lnTo>
                  <a:lnTo>
                    <a:pt x="0" y="39775"/>
                  </a:lnTo>
                  <a:close/>
                </a:path>
              </a:pathLst>
            </a:custGeom>
            <a:grpFill/>
            <a:ln w="8837" cap="flat">
              <a:noFill/>
              <a:prstDash val="solid"/>
              <a:miter/>
            </a:ln>
          </p:spPr>
          <p:txBody>
            <a:bodyPr rtlCol="0" anchor="ctr"/>
            <a:lstStyle/>
            <a:p>
              <a:endParaRPr lang="en-IN"/>
            </a:p>
          </p:txBody>
        </p:sp>
      </p:grpSp>
      <p:sp>
        <p:nvSpPr>
          <p:cNvPr id="30" name="Freeform: Shape 29">
            <a:extLst>
              <a:ext uri="{FF2B5EF4-FFF2-40B4-BE49-F238E27FC236}">
                <a16:creationId xmlns:a16="http://schemas.microsoft.com/office/drawing/2014/main" id="{C25CA7C1-0078-9DDB-4DB8-036ED09B0CA7}"/>
              </a:ext>
            </a:extLst>
          </p:cNvPr>
          <p:cNvSpPr/>
          <p:nvPr/>
        </p:nvSpPr>
        <p:spPr>
          <a:xfrm rot="5400000">
            <a:off x="813512" y="5548729"/>
            <a:ext cx="818809" cy="818810"/>
          </a:xfrm>
          <a:custGeom>
            <a:avLst/>
            <a:gdLst>
              <a:gd name="connsiteX0" fmla="*/ 943989 w 943988"/>
              <a:gd name="connsiteY0" fmla="*/ 471994 h 943988"/>
              <a:gd name="connsiteX1" fmla="*/ 471995 w 943988"/>
              <a:gd name="connsiteY1" fmla="*/ 943989 h 943988"/>
              <a:gd name="connsiteX2" fmla="*/ 0 w 943988"/>
              <a:gd name="connsiteY2" fmla="*/ 471995 h 943988"/>
              <a:gd name="connsiteX3" fmla="*/ 471995 w 943988"/>
              <a:gd name="connsiteY3" fmla="*/ 0 h 943988"/>
              <a:gd name="connsiteX4" fmla="*/ 943989 w 943988"/>
              <a:gd name="connsiteY4" fmla="*/ 471994 h 943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988" h="943988">
                <a:moveTo>
                  <a:pt x="943989" y="471994"/>
                </a:moveTo>
                <a:cubicBezTo>
                  <a:pt x="943989" y="732670"/>
                  <a:pt x="732670" y="943989"/>
                  <a:pt x="471995" y="943989"/>
                </a:cubicBezTo>
                <a:cubicBezTo>
                  <a:pt x="211319" y="943989"/>
                  <a:pt x="0" y="732670"/>
                  <a:pt x="0" y="471995"/>
                </a:cubicBezTo>
                <a:cubicBezTo>
                  <a:pt x="0" y="211319"/>
                  <a:pt x="211319" y="0"/>
                  <a:pt x="471995" y="0"/>
                </a:cubicBezTo>
                <a:cubicBezTo>
                  <a:pt x="732670" y="0"/>
                  <a:pt x="943989" y="211319"/>
                  <a:pt x="943989" y="471994"/>
                </a:cubicBezTo>
                <a:close/>
              </a:path>
            </a:pathLst>
          </a:custGeom>
          <a:solidFill>
            <a:schemeClr val="accent5"/>
          </a:solidFill>
          <a:ln w="8837"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88A84026-8E36-4212-05E1-7945E55A736C}"/>
              </a:ext>
            </a:extLst>
          </p:cNvPr>
          <p:cNvSpPr/>
          <p:nvPr/>
        </p:nvSpPr>
        <p:spPr>
          <a:xfrm rot="5400000">
            <a:off x="854238" y="5589456"/>
            <a:ext cx="737356" cy="737356"/>
          </a:xfrm>
          <a:custGeom>
            <a:avLst/>
            <a:gdLst>
              <a:gd name="connsiteX0" fmla="*/ 943989 w 943988"/>
              <a:gd name="connsiteY0" fmla="*/ 471994 h 943988"/>
              <a:gd name="connsiteX1" fmla="*/ 471995 w 943988"/>
              <a:gd name="connsiteY1" fmla="*/ 943989 h 943988"/>
              <a:gd name="connsiteX2" fmla="*/ 0 w 943988"/>
              <a:gd name="connsiteY2" fmla="*/ 471995 h 943988"/>
              <a:gd name="connsiteX3" fmla="*/ 471995 w 943988"/>
              <a:gd name="connsiteY3" fmla="*/ 0 h 943988"/>
              <a:gd name="connsiteX4" fmla="*/ 943989 w 943988"/>
              <a:gd name="connsiteY4" fmla="*/ 471994 h 943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988" h="943988">
                <a:moveTo>
                  <a:pt x="943989" y="471994"/>
                </a:moveTo>
                <a:cubicBezTo>
                  <a:pt x="943989" y="732670"/>
                  <a:pt x="732670" y="943989"/>
                  <a:pt x="471995" y="943989"/>
                </a:cubicBezTo>
                <a:cubicBezTo>
                  <a:pt x="211319" y="943989"/>
                  <a:pt x="0" y="732670"/>
                  <a:pt x="0" y="471995"/>
                </a:cubicBezTo>
                <a:cubicBezTo>
                  <a:pt x="0" y="211319"/>
                  <a:pt x="211319" y="0"/>
                  <a:pt x="471995" y="0"/>
                </a:cubicBezTo>
                <a:cubicBezTo>
                  <a:pt x="732670" y="0"/>
                  <a:pt x="943989" y="211319"/>
                  <a:pt x="943989" y="471994"/>
                </a:cubicBezTo>
                <a:close/>
              </a:path>
            </a:pathLst>
          </a:custGeom>
          <a:solidFill>
            <a:schemeClr val="accent5"/>
          </a:solidFill>
          <a:ln w="8837" cap="flat">
            <a:solidFill>
              <a:schemeClr val="bg1"/>
            </a:solidFill>
            <a:prstDash val="solid"/>
            <a:miter/>
          </a:ln>
        </p:spPr>
        <p:txBody>
          <a:bodyPr rtlCol="0" anchor="ctr"/>
          <a:lstStyle/>
          <a:p>
            <a:endParaRPr lang="en-IN"/>
          </a:p>
        </p:txBody>
      </p:sp>
      <p:sp>
        <p:nvSpPr>
          <p:cNvPr id="36" name="TextBox 35">
            <a:extLst>
              <a:ext uri="{FF2B5EF4-FFF2-40B4-BE49-F238E27FC236}">
                <a16:creationId xmlns:a16="http://schemas.microsoft.com/office/drawing/2014/main" id="{EAC40D06-C0CF-7F47-08FE-669FA4598A58}"/>
              </a:ext>
            </a:extLst>
          </p:cNvPr>
          <p:cNvSpPr txBox="1"/>
          <p:nvPr/>
        </p:nvSpPr>
        <p:spPr>
          <a:xfrm>
            <a:off x="1657254" y="1022896"/>
            <a:ext cx="4362546" cy="369332"/>
          </a:xfrm>
          <a:prstGeom prst="rect">
            <a:avLst/>
          </a:prstGeom>
          <a:noFill/>
          <a:ln>
            <a:noFill/>
          </a:ln>
        </p:spPr>
        <p:txBody>
          <a:bodyPr wrap="square">
            <a:spAutoFit/>
          </a:bodyPr>
          <a:lstStyle/>
          <a:p>
            <a:r>
              <a:rPr lang="en-US" sz="1800" b="1">
                <a:solidFill>
                  <a:schemeClr val="accent2"/>
                </a:solidFill>
                <a:latin typeface="Calibri" panose="020F0502020204030204" pitchFamily="34" charset="0"/>
                <a:ea typeface="Calibri" panose="020F0502020204030204" pitchFamily="34" charset="0"/>
                <a:cs typeface="Calibri" panose="020F0502020204030204" pitchFamily="34" charset="0"/>
              </a:rPr>
              <a:t>Our Understanding of your needs</a:t>
            </a:r>
            <a:endParaRPr lang="en-IN" b="1"/>
          </a:p>
        </p:txBody>
      </p:sp>
      <p:sp>
        <p:nvSpPr>
          <p:cNvPr id="37" name="TextBox 36">
            <a:extLst>
              <a:ext uri="{FF2B5EF4-FFF2-40B4-BE49-F238E27FC236}">
                <a16:creationId xmlns:a16="http://schemas.microsoft.com/office/drawing/2014/main" id="{3F05CBA5-4340-6B17-C518-33677A406F16}"/>
              </a:ext>
            </a:extLst>
          </p:cNvPr>
          <p:cNvSpPr txBox="1"/>
          <p:nvPr/>
        </p:nvSpPr>
        <p:spPr>
          <a:xfrm>
            <a:off x="1657254" y="2206501"/>
            <a:ext cx="4362546" cy="369332"/>
          </a:xfrm>
          <a:prstGeom prst="rect">
            <a:avLst/>
          </a:prstGeom>
          <a:noFill/>
          <a:ln>
            <a:noFill/>
          </a:ln>
        </p:spPr>
        <p:txBody>
          <a:bodyPr wrap="square">
            <a:spAutoFit/>
          </a:bodyPr>
          <a:lstStyle/>
          <a:p>
            <a:r>
              <a:rPr lang="en-US" sz="1800" b="1">
                <a:solidFill>
                  <a:schemeClr val="accent2"/>
                </a:solidFill>
                <a:latin typeface="Calibri" panose="020F0502020204030204" pitchFamily="34" charset="0"/>
                <a:ea typeface="Calibri" panose="020F0502020204030204" pitchFamily="34" charset="0"/>
                <a:cs typeface="Calibri" panose="020F0502020204030204" pitchFamily="34" charset="0"/>
              </a:rPr>
              <a:t>Implementation Approach </a:t>
            </a:r>
          </a:p>
        </p:txBody>
      </p:sp>
      <p:sp>
        <p:nvSpPr>
          <p:cNvPr id="38" name="TextBox 37">
            <a:extLst>
              <a:ext uri="{FF2B5EF4-FFF2-40B4-BE49-F238E27FC236}">
                <a16:creationId xmlns:a16="http://schemas.microsoft.com/office/drawing/2014/main" id="{0E025FA0-916D-D9DE-A9C1-4EFCF111F5A5}"/>
              </a:ext>
            </a:extLst>
          </p:cNvPr>
          <p:cNvSpPr txBox="1"/>
          <p:nvPr/>
        </p:nvSpPr>
        <p:spPr>
          <a:xfrm>
            <a:off x="1657254" y="3390106"/>
            <a:ext cx="4362546" cy="369332"/>
          </a:xfrm>
          <a:prstGeom prst="rect">
            <a:avLst/>
          </a:prstGeom>
          <a:noFill/>
          <a:ln>
            <a:noFill/>
          </a:ln>
        </p:spPr>
        <p:txBody>
          <a:bodyPr wrap="square">
            <a:spAutoFit/>
          </a:bodyPr>
          <a:lstStyle/>
          <a:p>
            <a:r>
              <a:rPr lang="en-US" sz="1800" b="1">
                <a:solidFill>
                  <a:schemeClr val="accent2"/>
                </a:solidFill>
                <a:latin typeface="Calibri" panose="020F0502020204030204" pitchFamily="34" charset="0"/>
                <a:ea typeface="Calibri" panose="020F0502020204030204" pitchFamily="34" charset="0"/>
                <a:cs typeface="Calibri" panose="020F0502020204030204" pitchFamily="34" charset="0"/>
              </a:rPr>
              <a:t>Implementation Timelines and Deliverables</a:t>
            </a:r>
          </a:p>
        </p:txBody>
      </p:sp>
      <p:sp>
        <p:nvSpPr>
          <p:cNvPr id="39" name="TextBox 38">
            <a:extLst>
              <a:ext uri="{FF2B5EF4-FFF2-40B4-BE49-F238E27FC236}">
                <a16:creationId xmlns:a16="http://schemas.microsoft.com/office/drawing/2014/main" id="{0B3A4EA8-9C5E-68EE-63DE-74AC4D20DD05}"/>
              </a:ext>
            </a:extLst>
          </p:cNvPr>
          <p:cNvSpPr txBox="1"/>
          <p:nvPr/>
        </p:nvSpPr>
        <p:spPr>
          <a:xfrm>
            <a:off x="1657254" y="4573711"/>
            <a:ext cx="4362546" cy="369332"/>
          </a:xfrm>
          <a:prstGeom prst="rect">
            <a:avLst/>
          </a:prstGeom>
          <a:noFill/>
          <a:ln>
            <a:noFill/>
          </a:ln>
        </p:spPr>
        <p:txBody>
          <a:bodyPr wrap="square">
            <a:spAutoFit/>
          </a:bodyPr>
          <a:lstStyle/>
          <a:p>
            <a:r>
              <a:rPr lang="en-US" sz="1800" b="1">
                <a:solidFill>
                  <a:schemeClr val="accent2"/>
                </a:solidFill>
                <a:latin typeface="Calibri" panose="020F0502020204030204" pitchFamily="34" charset="0"/>
                <a:ea typeface="Calibri" panose="020F0502020204030204" pitchFamily="34" charset="0"/>
                <a:cs typeface="Calibri" panose="020F0502020204030204" pitchFamily="34" charset="0"/>
              </a:rPr>
              <a:t>Implementation Investments</a:t>
            </a:r>
          </a:p>
        </p:txBody>
      </p:sp>
      <p:sp>
        <p:nvSpPr>
          <p:cNvPr id="40" name="TextBox 39">
            <a:extLst>
              <a:ext uri="{FF2B5EF4-FFF2-40B4-BE49-F238E27FC236}">
                <a16:creationId xmlns:a16="http://schemas.microsoft.com/office/drawing/2014/main" id="{3BC958DD-B079-6A2C-FD08-EE09D17B0F51}"/>
              </a:ext>
            </a:extLst>
          </p:cNvPr>
          <p:cNvSpPr txBox="1"/>
          <p:nvPr/>
        </p:nvSpPr>
        <p:spPr>
          <a:xfrm>
            <a:off x="1657254" y="5757314"/>
            <a:ext cx="4362546" cy="369332"/>
          </a:xfrm>
          <a:prstGeom prst="rect">
            <a:avLst/>
          </a:prstGeom>
          <a:noFill/>
          <a:ln>
            <a:noFill/>
          </a:ln>
        </p:spPr>
        <p:txBody>
          <a:bodyPr wrap="square">
            <a:spAutoFit/>
          </a:bodyPr>
          <a:lstStyle/>
          <a:p>
            <a:r>
              <a:rPr lang="en-US" sz="1800" b="1">
                <a:solidFill>
                  <a:schemeClr val="accent2"/>
                </a:solidFill>
                <a:latin typeface="Calibri" panose="020F0502020204030204" pitchFamily="34" charset="0"/>
                <a:ea typeface="Calibri" panose="020F0502020204030204" pitchFamily="34" charset="0"/>
                <a:cs typeface="Calibri" panose="020F0502020204030204" pitchFamily="34" charset="0"/>
              </a:rPr>
              <a:t>Assumptions</a:t>
            </a:r>
          </a:p>
        </p:txBody>
      </p:sp>
      <p:pic>
        <p:nvPicPr>
          <p:cNvPr id="41" name="Graphic 40">
            <a:extLst>
              <a:ext uri="{FF2B5EF4-FFF2-40B4-BE49-F238E27FC236}">
                <a16:creationId xmlns:a16="http://schemas.microsoft.com/office/drawing/2014/main" id="{51E04025-772D-FD5D-9B53-0420383BAB5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47375" y="4543674"/>
            <a:ext cx="461714" cy="461714"/>
          </a:xfrm>
          <a:prstGeom prst="rect">
            <a:avLst/>
          </a:prstGeom>
        </p:spPr>
      </p:pic>
      <p:pic>
        <p:nvPicPr>
          <p:cNvPr id="43" name="Graphic 42">
            <a:extLst>
              <a:ext uri="{FF2B5EF4-FFF2-40B4-BE49-F238E27FC236}">
                <a16:creationId xmlns:a16="http://schemas.microsoft.com/office/drawing/2014/main" id="{100B1B8B-0355-FE44-3073-270A4BF3D03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75954" y="5678353"/>
            <a:ext cx="493924" cy="493924"/>
          </a:xfrm>
          <a:prstGeom prst="rect">
            <a:avLst/>
          </a:prstGeom>
        </p:spPr>
      </p:pic>
      <p:pic>
        <p:nvPicPr>
          <p:cNvPr id="44" name="Graphic 43">
            <a:extLst>
              <a:ext uri="{FF2B5EF4-FFF2-40B4-BE49-F238E27FC236}">
                <a16:creationId xmlns:a16="http://schemas.microsoft.com/office/drawing/2014/main" id="{027CF64D-BA6D-6032-5C90-850702858B5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4429" y="3310969"/>
            <a:ext cx="527606" cy="527606"/>
          </a:xfrm>
          <a:prstGeom prst="rect">
            <a:avLst/>
          </a:prstGeom>
        </p:spPr>
      </p:pic>
      <p:pic>
        <p:nvPicPr>
          <p:cNvPr id="46" name="Graphic 45">
            <a:extLst>
              <a:ext uri="{FF2B5EF4-FFF2-40B4-BE49-F238E27FC236}">
                <a16:creationId xmlns:a16="http://schemas.microsoft.com/office/drawing/2014/main" id="{83FCEC34-7328-DBE7-C437-BB2B2478925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34035" y="940065"/>
            <a:ext cx="508000" cy="508000"/>
          </a:xfrm>
          <a:prstGeom prst="rect">
            <a:avLst/>
          </a:prstGeom>
        </p:spPr>
      </p:pic>
      <p:pic>
        <p:nvPicPr>
          <p:cNvPr id="48" name="Graphic 47">
            <a:extLst>
              <a:ext uri="{FF2B5EF4-FFF2-40B4-BE49-F238E27FC236}">
                <a16:creationId xmlns:a16="http://schemas.microsoft.com/office/drawing/2014/main" id="{CBDF67EB-CB3A-87E6-B09D-E2398E5ECE6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47375" y="2136328"/>
            <a:ext cx="504042" cy="504042"/>
          </a:xfrm>
          <a:prstGeom prst="rect">
            <a:avLst/>
          </a:prstGeom>
        </p:spPr>
      </p:pic>
      <p:pic>
        <p:nvPicPr>
          <p:cNvPr id="50" name="Picture 49">
            <a:extLst>
              <a:ext uri="{FF2B5EF4-FFF2-40B4-BE49-F238E27FC236}">
                <a16:creationId xmlns:a16="http://schemas.microsoft.com/office/drawing/2014/main" id="{2E16CCD8-2C6A-1054-BF91-55CE84FF70C6}"/>
              </a:ext>
            </a:extLst>
          </p:cNvPr>
          <p:cNvPicPr>
            <a:picLocks noChangeAspect="1"/>
          </p:cNvPicPr>
          <p:nvPr/>
        </p:nvPicPr>
        <p:blipFill>
          <a:blip r:embed="rId12">
            <a:extLst>
              <a:ext uri="{28A0092B-C50C-407E-A947-70E740481C1C}">
                <a14:useLocalDpi xmlns:a14="http://schemas.microsoft.com/office/drawing/2010/main" val="0"/>
              </a:ext>
            </a:extLst>
          </a:blip>
          <a:srcRect l="7028" t="5912" r="7788" b="8404"/>
          <a:stretch/>
        </p:blipFill>
        <p:spPr>
          <a:xfrm>
            <a:off x="6748402" y="1104954"/>
            <a:ext cx="4942856" cy="4971944"/>
          </a:xfrm>
          <a:prstGeom prst="rect">
            <a:avLst/>
          </a:prstGeom>
        </p:spPr>
      </p:pic>
    </p:spTree>
    <p:extLst>
      <p:ext uri="{BB962C8B-B14F-4D97-AF65-F5344CB8AC3E}">
        <p14:creationId xmlns:p14="http://schemas.microsoft.com/office/powerpoint/2010/main" val="16982735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AA62ADB-73AF-1FE8-8DC5-D85186FFF3D2}"/>
              </a:ext>
            </a:extLst>
          </p:cNvPr>
          <p:cNvSpPr txBox="1">
            <a:spLocks/>
          </p:cNvSpPr>
          <p:nvPr/>
        </p:nvSpPr>
        <p:spPr>
          <a:xfrm>
            <a:off x="207955" y="2907888"/>
            <a:ext cx="3536731" cy="52111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chemeClr val="accent2"/>
                </a:solidFill>
                <a:latin typeface="Calibri" panose="020F0502020204030204" pitchFamily="34" charset="0"/>
                <a:ea typeface="Calibri" panose="020F0502020204030204" pitchFamily="34" charset="0"/>
                <a:cs typeface="Calibri" panose="020F0502020204030204" pitchFamily="34" charset="0"/>
              </a:rPr>
              <a:t>Our Understanding </a:t>
            </a:r>
            <a:br>
              <a:rPr lang="en-US" sz="3200" b="1">
                <a:solidFill>
                  <a:schemeClr val="accent2"/>
                </a:solidFill>
                <a:latin typeface="Calibri" panose="020F0502020204030204" pitchFamily="34" charset="0"/>
                <a:ea typeface="Calibri" panose="020F0502020204030204" pitchFamily="34" charset="0"/>
                <a:cs typeface="Calibri" panose="020F0502020204030204" pitchFamily="34" charset="0"/>
              </a:rPr>
            </a:br>
            <a:r>
              <a:rPr lang="en-US" sz="3200" b="1">
                <a:solidFill>
                  <a:schemeClr val="accent2"/>
                </a:solidFill>
                <a:latin typeface="Calibri" panose="020F0502020204030204" pitchFamily="34" charset="0"/>
                <a:ea typeface="Calibri" panose="020F0502020204030204" pitchFamily="34" charset="0"/>
                <a:cs typeface="Calibri" panose="020F0502020204030204" pitchFamily="34" charset="0"/>
              </a:rPr>
              <a:t>of your needs</a:t>
            </a:r>
          </a:p>
        </p:txBody>
      </p:sp>
    </p:spTree>
    <p:extLst>
      <p:ext uri="{BB962C8B-B14F-4D97-AF65-F5344CB8AC3E}">
        <p14:creationId xmlns:p14="http://schemas.microsoft.com/office/powerpoint/2010/main" val="1039273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02B81-3AAB-40D5-01BB-4B123C8687CA}"/>
              </a:ext>
            </a:extLst>
          </p:cNvPr>
          <p:cNvSpPr>
            <a:spLocks noGrp="1"/>
          </p:cNvSpPr>
          <p:nvPr>
            <p:ph type="title"/>
          </p:nvPr>
        </p:nvSpPr>
        <p:spPr>
          <a:xfrm>
            <a:off x="179221" y="99706"/>
            <a:ext cx="10515600" cy="615950"/>
          </a:xfrm>
        </p:spPr>
        <p:txBody>
          <a:bodyPr/>
          <a:lstStyle/>
          <a:p>
            <a:r>
              <a:rPr lang="en-US"/>
              <a:t>Our understanding of your needs</a:t>
            </a:r>
          </a:p>
        </p:txBody>
      </p:sp>
      <p:cxnSp>
        <p:nvCxnSpPr>
          <p:cNvPr id="4" name="Straight Connector 3">
            <a:extLst>
              <a:ext uri="{FF2B5EF4-FFF2-40B4-BE49-F238E27FC236}">
                <a16:creationId xmlns:a16="http://schemas.microsoft.com/office/drawing/2014/main" id="{EFACD96A-046B-0297-59E5-E53C7E8119A4}"/>
              </a:ext>
            </a:extLst>
          </p:cNvPr>
          <p:cNvCxnSpPr>
            <a:cxnSpLocks/>
          </p:cNvCxnSpPr>
          <p:nvPr/>
        </p:nvCxnSpPr>
        <p:spPr>
          <a:xfrm>
            <a:off x="5228781" y="914348"/>
            <a:ext cx="0" cy="5600299"/>
          </a:xfrm>
          <a:prstGeom prst="line">
            <a:avLst/>
          </a:prstGeom>
          <a:ln w="19050">
            <a:solidFill>
              <a:srgbClr val="494949"/>
            </a:solidFill>
            <a:prstDash val="dash"/>
          </a:ln>
        </p:spPr>
        <p:style>
          <a:lnRef idx="1">
            <a:schemeClr val="accent1"/>
          </a:lnRef>
          <a:fillRef idx="0">
            <a:schemeClr val="accent1"/>
          </a:fillRef>
          <a:effectRef idx="0">
            <a:schemeClr val="accent1"/>
          </a:effectRef>
          <a:fontRef idx="minor">
            <a:schemeClr val="tx1"/>
          </a:fontRef>
        </p:style>
      </p:cxnSp>
      <p:sp>
        <p:nvSpPr>
          <p:cNvPr id="5" name="Freeform: Shape 4">
            <a:extLst>
              <a:ext uri="{FF2B5EF4-FFF2-40B4-BE49-F238E27FC236}">
                <a16:creationId xmlns:a16="http://schemas.microsoft.com/office/drawing/2014/main" id="{094ADD5A-7F5C-9F47-EFF5-BE3FC10F7101}"/>
              </a:ext>
            </a:extLst>
          </p:cNvPr>
          <p:cNvSpPr/>
          <p:nvPr/>
        </p:nvSpPr>
        <p:spPr>
          <a:xfrm flipH="1">
            <a:off x="5571345" y="1245069"/>
            <a:ext cx="183178" cy="177209"/>
          </a:xfrm>
          <a:custGeom>
            <a:avLst/>
            <a:gdLst>
              <a:gd name="connsiteX0" fmla="*/ 213645 w 213644"/>
              <a:gd name="connsiteY0" fmla="*/ 0 h 206682"/>
              <a:gd name="connsiteX1" fmla="*/ 213645 w 213644"/>
              <a:gd name="connsiteY1" fmla="*/ 206683 h 206682"/>
              <a:gd name="connsiteX2" fmla="*/ 0 w 213644"/>
              <a:gd name="connsiteY2" fmla="*/ 100681 h 206682"/>
              <a:gd name="connsiteX3" fmla="*/ 213645 w 213644"/>
              <a:gd name="connsiteY3" fmla="*/ 0 h 206682"/>
            </a:gdLst>
            <a:ahLst/>
            <a:cxnLst>
              <a:cxn ang="0">
                <a:pos x="connsiteX0" y="connsiteY0"/>
              </a:cxn>
              <a:cxn ang="0">
                <a:pos x="connsiteX1" y="connsiteY1"/>
              </a:cxn>
              <a:cxn ang="0">
                <a:pos x="connsiteX2" y="connsiteY2"/>
              </a:cxn>
              <a:cxn ang="0">
                <a:pos x="connsiteX3" y="connsiteY3"/>
              </a:cxn>
            </a:cxnLst>
            <a:rect l="l" t="t" r="r" b="b"/>
            <a:pathLst>
              <a:path w="213644" h="206682">
                <a:moveTo>
                  <a:pt x="213645" y="0"/>
                </a:moveTo>
                <a:cubicBezTo>
                  <a:pt x="213645" y="0"/>
                  <a:pt x="187986" y="83549"/>
                  <a:pt x="213645" y="206683"/>
                </a:cubicBezTo>
                <a:lnTo>
                  <a:pt x="0" y="100681"/>
                </a:lnTo>
                <a:lnTo>
                  <a:pt x="213645" y="0"/>
                </a:lnTo>
                <a:close/>
              </a:path>
            </a:pathLst>
          </a:custGeom>
          <a:solidFill>
            <a:srgbClr val="0070C0"/>
          </a:solidFill>
          <a:ln w="0" cap="flat">
            <a:noFill/>
            <a:prstDash val="solid"/>
            <a:miter/>
          </a:ln>
        </p:spPr>
        <p:txBody>
          <a:bodyPr rtlCol="0" anchor="ctr"/>
          <a:lstStyle/>
          <a:p>
            <a:endParaRPr lang="en-IN" sz="1600"/>
          </a:p>
        </p:txBody>
      </p:sp>
      <p:sp>
        <p:nvSpPr>
          <p:cNvPr id="6" name="Freeform: Shape 5">
            <a:extLst>
              <a:ext uri="{FF2B5EF4-FFF2-40B4-BE49-F238E27FC236}">
                <a16:creationId xmlns:a16="http://schemas.microsoft.com/office/drawing/2014/main" id="{E7CCBDF0-4E6F-6FE1-F462-EA0E9FCE73D6}"/>
              </a:ext>
            </a:extLst>
          </p:cNvPr>
          <p:cNvSpPr/>
          <p:nvPr/>
        </p:nvSpPr>
        <p:spPr>
          <a:xfrm>
            <a:off x="5049895" y="1150109"/>
            <a:ext cx="385453" cy="385453"/>
          </a:xfrm>
          <a:custGeom>
            <a:avLst/>
            <a:gdLst>
              <a:gd name="connsiteX0" fmla="*/ 146133 w 146132"/>
              <a:gd name="connsiteY0" fmla="*/ 73066 h 146132"/>
              <a:gd name="connsiteX1" fmla="*/ 73066 w 146132"/>
              <a:gd name="connsiteY1" fmla="*/ 146133 h 146132"/>
              <a:gd name="connsiteX2" fmla="*/ 0 w 146132"/>
              <a:gd name="connsiteY2" fmla="*/ 73066 h 146132"/>
              <a:gd name="connsiteX3" fmla="*/ 73066 w 146132"/>
              <a:gd name="connsiteY3" fmla="*/ 0 h 146132"/>
              <a:gd name="connsiteX4" fmla="*/ 146133 w 146132"/>
              <a:gd name="connsiteY4" fmla="*/ 73066 h 1461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132" h="146132">
                <a:moveTo>
                  <a:pt x="146133" y="73066"/>
                </a:moveTo>
                <a:cubicBezTo>
                  <a:pt x="146133" y="113420"/>
                  <a:pt x="113420" y="146133"/>
                  <a:pt x="73066" y="146133"/>
                </a:cubicBezTo>
                <a:cubicBezTo>
                  <a:pt x="32713" y="146133"/>
                  <a:pt x="0" y="113420"/>
                  <a:pt x="0" y="73066"/>
                </a:cubicBezTo>
                <a:cubicBezTo>
                  <a:pt x="0" y="32713"/>
                  <a:pt x="32713" y="0"/>
                  <a:pt x="73066" y="0"/>
                </a:cubicBezTo>
                <a:cubicBezTo>
                  <a:pt x="113420" y="0"/>
                  <a:pt x="146133" y="32713"/>
                  <a:pt x="146133" y="73066"/>
                </a:cubicBezTo>
                <a:close/>
              </a:path>
            </a:pathLst>
          </a:custGeom>
          <a:solidFill>
            <a:srgbClr val="0070C0"/>
          </a:solidFill>
          <a:ln w="0" cap="flat">
            <a:noFill/>
            <a:prstDash val="solid"/>
            <a:miter/>
          </a:ln>
        </p:spPr>
        <p:txBody>
          <a:bodyPr rtlCol="0" anchor="ctr"/>
          <a:lstStyle/>
          <a:p>
            <a:pPr algn="ctr"/>
            <a:r>
              <a:rPr lang="en-US" sz="2000" b="1">
                <a:solidFill>
                  <a:schemeClr val="bg1"/>
                </a:solidFill>
              </a:rPr>
              <a:t>1</a:t>
            </a:r>
            <a:endParaRPr lang="en-IN" sz="2000" b="1">
              <a:solidFill>
                <a:schemeClr val="bg1"/>
              </a:solidFill>
            </a:endParaRPr>
          </a:p>
        </p:txBody>
      </p:sp>
      <p:sp>
        <p:nvSpPr>
          <p:cNvPr id="7" name="Freeform: Shape 6">
            <a:extLst>
              <a:ext uri="{FF2B5EF4-FFF2-40B4-BE49-F238E27FC236}">
                <a16:creationId xmlns:a16="http://schemas.microsoft.com/office/drawing/2014/main" id="{CFE8223A-D84A-B8CB-485D-7C0D5D5C0A53}"/>
              </a:ext>
            </a:extLst>
          </p:cNvPr>
          <p:cNvSpPr/>
          <p:nvPr/>
        </p:nvSpPr>
        <p:spPr>
          <a:xfrm>
            <a:off x="4962415" y="1062629"/>
            <a:ext cx="560416" cy="560416"/>
          </a:xfrm>
          <a:custGeom>
            <a:avLst/>
            <a:gdLst>
              <a:gd name="connsiteX0" fmla="*/ 140266 w 280531"/>
              <a:gd name="connsiteY0" fmla="*/ 280531 h 280531"/>
              <a:gd name="connsiteX1" fmla="*/ 0 w 280531"/>
              <a:gd name="connsiteY1" fmla="*/ 140266 h 280531"/>
              <a:gd name="connsiteX2" fmla="*/ 140266 w 280531"/>
              <a:gd name="connsiteY2" fmla="*/ 0 h 280531"/>
              <a:gd name="connsiteX3" fmla="*/ 280531 w 280531"/>
              <a:gd name="connsiteY3" fmla="*/ 140266 h 280531"/>
              <a:gd name="connsiteX4" fmla="*/ 140266 w 280531"/>
              <a:gd name="connsiteY4" fmla="*/ 280531 h 280531"/>
              <a:gd name="connsiteX5" fmla="*/ 140266 w 280531"/>
              <a:gd name="connsiteY5" fmla="*/ 25112 h 280531"/>
              <a:gd name="connsiteX6" fmla="*/ 25033 w 280531"/>
              <a:gd name="connsiteY6" fmla="*/ 140344 h 280531"/>
              <a:gd name="connsiteX7" fmla="*/ 140266 w 280531"/>
              <a:gd name="connsiteY7" fmla="*/ 255576 h 280531"/>
              <a:gd name="connsiteX8" fmla="*/ 255498 w 280531"/>
              <a:gd name="connsiteY8" fmla="*/ 140344 h 280531"/>
              <a:gd name="connsiteX9" fmla="*/ 140266 w 280531"/>
              <a:gd name="connsiteY9" fmla="*/ 25112 h 280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531" h="280531">
                <a:moveTo>
                  <a:pt x="140266" y="280531"/>
                </a:moveTo>
                <a:cubicBezTo>
                  <a:pt x="62897" y="280531"/>
                  <a:pt x="0" y="217635"/>
                  <a:pt x="0" y="140266"/>
                </a:cubicBezTo>
                <a:cubicBezTo>
                  <a:pt x="0" y="62897"/>
                  <a:pt x="62897" y="0"/>
                  <a:pt x="140266" y="0"/>
                </a:cubicBezTo>
                <a:cubicBezTo>
                  <a:pt x="217635" y="0"/>
                  <a:pt x="280531" y="62897"/>
                  <a:pt x="280531" y="140266"/>
                </a:cubicBezTo>
                <a:cubicBezTo>
                  <a:pt x="280531" y="217635"/>
                  <a:pt x="217635" y="280531"/>
                  <a:pt x="140266" y="280531"/>
                </a:cubicBezTo>
                <a:close/>
                <a:moveTo>
                  <a:pt x="140266" y="25112"/>
                </a:moveTo>
                <a:cubicBezTo>
                  <a:pt x="76743" y="25112"/>
                  <a:pt x="25033" y="76821"/>
                  <a:pt x="25033" y="140344"/>
                </a:cubicBezTo>
                <a:cubicBezTo>
                  <a:pt x="25033" y="203866"/>
                  <a:pt x="76743" y="255576"/>
                  <a:pt x="140266" y="255576"/>
                </a:cubicBezTo>
                <a:cubicBezTo>
                  <a:pt x="203788" y="255576"/>
                  <a:pt x="255498" y="203866"/>
                  <a:pt x="255498" y="140344"/>
                </a:cubicBezTo>
                <a:cubicBezTo>
                  <a:pt x="255498" y="76821"/>
                  <a:pt x="203788" y="25112"/>
                  <a:pt x="140266" y="25112"/>
                </a:cubicBezTo>
                <a:close/>
              </a:path>
            </a:pathLst>
          </a:custGeom>
          <a:solidFill>
            <a:srgbClr val="0070C0"/>
          </a:solidFill>
          <a:ln w="31750" cap="flat">
            <a:solidFill>
              <a:schemeClr val="bg1"/>
            </a:solidFill>
            <a:prstDash val="solid"/>
            <a:miter/>
          </a:ln>
        </p:spPr>
        <p:txBody>
          <a:bodyPr rtlCol="0" anchor="ctr"/>
          <a:lstStyle/>
          <a:p>
            <a:endParaRPr lang="en-IN" sz="1600"/>
          </a:p>
        </p:txBody>
      </p:sp>
      <p:sp>
        <p:nvSpPr>
          <p:cNvPr id="9" name="Freeform: Shape 8">
            <a:extLst>
              <a:ext uri="{FF2B5EF4-FFF2-40B4-BE49-F238E27FC236}">
                <a16:creationId xmlns:a16="http://schemas.microsoft.com/office/drawing/2014/main" id="{F0293B88-5DEC-363A-719E-C5693B26A8B1}"/>
              </a:ext>
            </a:extLst>
          </p:cNvPr>
          <p:cNvSpPr/>
          <p:nvPr/>
        </p:nvSpPr>
        <p:spPr>
          <a:xfrm>
            <a:off x="5049895" y="1923540"/>
            <a:ext cx="385453" cy="385453"/>
          </a:xfrm>
          <a:custGeom>
            <a:avLst/>
            <a:gdLst>
              <a:gd name="connsiteX0" fmla="*/ 146133 w 146132"/>
              <a:gd name="connsiteY0" fmla="*/ 73066 h 146132"/>
              <a:gd name="connsiteX1" fmla="*/ 73066 w 146132"/>
              <a:gd name="connsiteY1" fmla="*/ 146133 h 146132"/>
              <a:gd name="connsiteX2" fmla="*/ 0 w 146132"/>
              <a:gd name="connsiteY2" fmla="*/ 73066 h 146132"/>
              <a:gd name="connsiteX3" fmla="*/ 73066 w 146132"/>
              <a:gd name="connsiteY3" fmla="*/ 0 h 146132"/>
              <a:gd name="connsiteX4" fmla="*/ 146133 w 146132"/>
              <a:gd name="connsiteY4" fmla="*/ 73066 h 1461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132" h="146132">
                <a:moveTo>
                  <a:pt x="146133" y="73066"/>
                </a:moveTo>
                <a:cubicBezTo>
                  <a:pt x="146133" y="113420"/>
                  <a:pt x="113420" y="146133"/>
                  <a:pt x="73066" y="146133"/>
                </a:cubicBezTo>
                <a:cubicBezTo>
                  <a:pt x="32713" y="146133"/>
                  <a:pt x="0" y="113420"/>
                  <a:pt x="0" y="73066"/>
                </a:cubicBezTo>
                <a:cubicBezTo>
                  <a:pt x="0" y="32713"/>
                  <a:pt x="32713" y="0"/>
                  <a:pt x="73066" y="0"/>
                </a:cubicBezTo>
                <a:cubicBezTo>
                  <a:pt x="113420" y="0"/>
                  <a:pt x="146133" y="32713"/>
                  <a:pt x="146133" y="73066"/>
                </a:cubicBezTo>
                <a:close/>
              </a:path>
            </a:pathLst>
          </a:custGeom>
          <a:solidFill>
            <a:srgbClr val="494949"/>
          </a:solidFill>
          <a:ln w="0" cap="flat">
            <a:noFill/>
            <a:prstDash val="solid"/>
            <a:miter/>
          </a:ln>
        </p:spPr>
        <p:txBody>
          <a:bodyPr rtlCol="0" anchor="ctr"/>
          <a:lstStyle/>
          <a:p>
            <a:pPr algn="ctr"/>
            <a:r>
              <a:rPr lang="en-US" sz="2000" b="1">
                <a:solidFill>
                  <a:schemeClr val="bg1"/>
                </a:solidFill>
              </a:rPr>
              <a:t>2</a:t>
            </a:r>
            <a:endParaRPr lang="en-IN" sz="2000" b="1">
              <a:solidFill>
                <a:schemeClr val="bg1"/>
              </a:solidFill>
            </a:endParaRPr>
          </a:p>
        </p:txBody>
      </p:sp>
      <p:sp>
        <p:nvSpPr>
          <p:cNvPr id="10" name="Freeform: Shape 9">
            <a:extLst>
              <a:ext uri="{FF2B5EF4-FFF2-40B4-BE49-F238E27FC236}">
                <a16:creationId xmlns:a16="http://schemas.microsoft.com/office/drawing/2014/main" id="{E4562839-9CEE-AEA5-D6B4-74BEC6114BBB}"/>
              </a:ext>
            </a:extLst>
          </p:cNvPr>
          <p:cNvSpPr/>
          <p:nvPr/>
        </p:nvSpPr>
        <p:spPr>
          <a:xfrm>
            <a:off x="4962415" y="1836060"/>
            <a:ext cx="560416" cy="560416"/>
          </a:xfrm>
          <a:custGeom>
            <a:avLst/>
            <a:gdLst>
              <a:gd name="connsiteX0" fmla="*/ 140266 w 280531"/>
              <a:gd name="connsiteY0" fmla="*/ 280531 h 280531"/>
              <a:gd name="connsiteX1" fmla="*/ 0 w 280531"/>
              <a:gd name="connsiteY1" fmla="*/ 140266 h 280531"/>
              <a:gd name="connsiteX2" fmla="*/ 140266 w 280531"/>
              <a:gd name="connsiteY2" fmla="*/ 0 h 280531"/>
              <a:gd name="connsiteX3" fmla="*/ 280531 w 280531"/>
              <a:gd name="connsiteY3" fmla="*/ 140266 h 280531"/>
              <a:gd name="connsiteX4" fmla="*/ 140266 w 280531"/>
              <a:gd name="connsiteY4" fmla="*/ 280531 h 280531"/>
              <a:gd name="connsiteX5" fmla="*/ 140266 w 280531"/>
              <a:gd name="connsiteY5" fmla="*/ 25112 h 280531"/>
              <a:gd name="connsiteX6" fmla="*/ 25033 w 280531"/>
              <a:gd name="connsiteY6" fmla="*/ 140344 h 280531"/>
              <a:gd name="connsiteX7" fmla="*/ 140266 w 280531"/>
              <a:gd name="connsiteY7" fmla="*/ 255576 h 280531"/>
              <a:gd name="connsiteX8" fmla="*/ 255498 w 280531"/>
              <a:gd name="connsiteY8" fmla="*/ 140344 h 280531"/>
              <a:gd name="connsiteX9" fmla="*/ 140266 w 280531"/>
              <a:gd name="connsiteY9" fmla="*/ 25112 h 280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531" h="280531">
                <a:moveTo>
                  <a:pt x="140266" y="280531"/>
                </a:moveTo>
                <a:cubicBezTo>
                  <a:pt x="62897" y="280531"/>
                  <a:pt x="0" y="217635"/>
                  <a:pt x="0" y="140266"/>
                </a:cubicBezTo>
                <a:cubicBezTo>
                  <a:pt x="0" y="62897"/>
                  <a:pt x="62897" y="0"/>
                  <a:pt x="140266" y="0"/>
                </a:cubicBezTo>
                <a:cubicBezTo>
                  <a:pt x="217635" y="0"/>
                  <a:pt x="280531" y="62897"/>
                  <a:pt x="280531" y="140266"/>
                </a:cubicBezTo>
                <a:cubicBezTo>
                  <a:pt x="280531" y="217635"/>
                  <a:pt x="217635" y="280531"/>
                  <a:pt x="140266" y="280531"/>
                </a:cubicBezTo>
                <a:close/>
                <a:moveTo>
                  <a:pt x="140266" y="25112"/>
                </a:moveTo>
                <a:cubicBezTo>
                  <a:pt x="76743" y="25112"/>
                  <a:pt x="25033" y="76821"/>
                  <a:pt x="25033" y="140344"/>
                </a:cubicBezTo>
                <a:cubicBezTo>
                  <a:pt x="25033" y="203866"/>
                  <a:pt x="76743" y="255576"/>
                  <a:pt x="140266" y="255576"/>
                </a:cubicBezTo>
                <a:cubicBezTo>
                  <a:pt x="203788" y="255576"/>
                  <a:pt x="255498" y="203866"/>
                  <a:pt x="255498" y="140344"/>
                </a:cubicBezTo>
                <a:cubicBezTo>
                  <a:pt x="255498" y="76821"/>
                  <a:pt x="203788" y="25112"/>
                  <a:pt x="140266" y="25112"/>
                </a:cubicBezTo>
                <a:close/>
              </a:path>
            </a:pathLst>
          </a:custGeom>
          <a:solidFill>
            <a:srgbClr val="494949"/>
          </a:solidFill>
          <a:ln w="31750" cap="flat">
            <a:solidFill>
              <a:schemeClr val="bg1"/>
            </a:solidFill>
            <a:prstDash val="solid"/>
            <a:miter/>
          </a:ln>
        </p:spPr>
        <p:txBody>
          <a:bodyPr rtlCol="0" anchor="ctr"/>
          <a:lstStyle/>
          <a:p>
            <a:endParaRPr lang="en-IN" sz="1600"/>
          </a:p>
        </p:txBody>
      </p:sp>
      <p:sp>
        <p:nvSpPr>
          <p:cNvPr id="12" name="Freeform: Shape 11">
            <a:extLst>
              <a:ext uri="{FF2B5EF4-FFF2-40B4-BE49-F238E27FC236}">
                <a16:creationId xmlns:a16="http://schemas.microsoft.com/office/drawing/2014/main" id="{D12945C1-2909-A9B2-DCC4-0DEAF4C1F1F5}"/>
              </a:ext>
            </a:extLst>
          </p:cNvPr>
          <p:cNvSpPr/>
          <p:nvPr/>
        </p:nvSpPr>
        <p:spPr>
          <a:xfrm>
            <a:off x="5049895" y="2696971"/>
            <a:ext cx="385453" cy="385453"/>
          </a:xfrm>
          <a:custGeom>
            <a:avLst/>
            <a:gdLst>
              <a:gd name="connsiteX0" fmla="*/ 146133 w 146132"/>
              <a:gd name="connsiteY0" fmla="*/ 73066 h 146132"/>
              <a:gd name="connsiteX1" fmla="*/ 73066 w 146132"/>
              <a:gd name="connsiteY1" fmla="*/ 146133 h 146132"/>
              <a:gd name="connsiteX2" fmla="*/ 0 w 146132"/>
              <a:gd name="connsiteY2" fmla="*/ 73066 h 146132"/>
              <a:gd name="connsiteX3" fmla="*/ 73066 w 146132"/>
              <a:gd name="connsiteY3" fmla="*/ 0 h 146132"/>
              <a:gd name="connsiteX4" fmla="*/ 146133 w 146132"/>
              <a:gd name="connsiteY4" fmla="*/ 73066 h 1461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132" h="146132">
                <a:moveTo>
                  <a:pt x="146133" y="73066"/>
                </a:moveTo>
                <a:cubicBezTo>
                  <a:pt x="146133" y="113420"/>
                  <a:pt x="113420" y="146133"/>
                  <a:pt x="73066" y="146133"/>
                </a:cubicBezTo>
                <a:cubicBezTo>
                  <a:pt x="32713" y="146133"/>
                  <a:pt x="0" y="113420"/>
                  <a:pt x="0" y="73066"/>
                </a:cubicBezTo>
                <a:cubicBezTo>
                  <a:pt x="0" y="32713"/>
                  <a:pt x="32713" y="0"/>
                  <a:pt x="73066" y="0"/>
                </a:cubicBezTo>
                <a:cubicBezTo>
                  <a:pt x="113420" y="0"/>
                  <a:pt x="146133" y="32713"/>
                  <a:pt x="146133" y="73066"/>
                </a:cubicBezTo>
                <a:close/>
              </a:path>
            </a:pathLst>
          </a:custGeom>
          <a:solidFill>
            <a:srgbClr val="EE7D31"/>
          </a:solidFill>
          <a:ln w="0" cap="flat">
            <a:noFill/>
            <a:prstDash val="solid"/>
            <a:miter/>
          </a:ln>
        </p:spPr>
        <p:txBody>
          <a:bodyPr rtlCol="0" anchor="ctr"/>
          <a:lstStyle/>
          <a:p>
            <a:pPr algn="ctr"/>
            <a:r>
              <a:rPr lang="en-US" sz="2000" b="1">
                <a:solidFill>
                  <a:schemeClr val="bg1"/>
                </a:solidFill>
              </a:rPr>
              <a:t>3</a:t>
            </a:r>
            <a:endParaRPr lang="en-IN" sz="2000" b="1">
              <a:solidFill>
                <a:schemeClr val="bg1"/>
              </a:solidFill>
            </a:endParaRPr>
          </a:p>
        </p:txBody>
      </p:sp>
      <p:sp>
        <p:nvSpPr>
          <p:cNvPr id="13" name="Freeform: Shape 12">
            <a:extLst>
              <a:ext uri="{FF2B5EF4-FFF2-40B4-BE49-F238E27FC236}">
                <a16:creationId xmlns:a16="http://schemas.microsoft.com/office/drawing/2014/main" id="{AD680FDC-1C2A-5C8F-E1EB-5664E8CAD5B2}"/>
              </a:ext>
            </a:extLst>
          </p:cNvPr>
          <p:cNvSpPr/>
          <p:nvPr/>
        </p:nvSpPr>
        <p:spPr>
          <a:xfrm>
            <a:off x="4962415" y="2609491"/>
            <a:ext cx="560416" cy="560416"/>
          </a:xfrm>
          <a:custGeom>
            <a:avLst/>
            <a:gdLst>
              <a:gd name="connsiteX0" fmla="*/ 140266 w 280531"/>
              <a:gd name="connsiteY0" fmla="*/ 280531 h 280531"/>
              <a:gd name="connsiteX1" fmla="*/ 0 w 280531"/>
              <a:gd name="connsiteY1" fmla="*/ 140266 h 280531"/>
              <a:gd name="connsiteX2" fmla="*/ 140266 w 280531"/>
              <a:gd name="connsiteY2" fmla="*/ 0 h 280531"/>
              <a:gd name="connsiteX3" fmla="*/ 280531 w 280531"/>
              <a:gd name="connsiteY3" fmla="*/ 140266 h 280531"/>
              <a:gd name="connsiteX4" fmla="*/ 140266 w 280531"/>
              <a:gd name="connsiteY4" fmla="*/ 280531 h 280531"/>
              <a:gd name="connsiteX5" fmla="*/ 140266 w 280531"/>
              <a:gd name="connsiteY5" fmla="*/ 25112 h 280531"/>
              <a:gd name="connsiteX6" fmla="*/ 25033 w 280531"/>
              <a:gd name="connsiteY6" fmla="*/ 140344 h 280531"/>
              <a:gd name="connsiteX7" fmla="*/ 140266 w 280531"/>
              <a:gd name="connsiteY7" fmla="*/ 255576 h 280531"/>
              <a:gd name="connsiteX8" fmla="*/ 255498 w 280531"/>
              <a:gd name="connsiteY8" fmla="*/ 140344 h 280531"/>
              <a:gd name="connsiteX9" fmla="*/ 140266 w 280531"/>
              <a:gd name="connsiteY9" fmla="*/ 25112 h 280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531" h="280531">
                <a:moveTo>
                  <a:pt x="140266" y="280531"/>
                </a:moveTo>
                <a:cubicBezTo>
                  <a:pt x="62897" y="280531"/>
                  <a:pt x="0" y="217635"/>
                  <a:pt x="0" y="140266"/>
                </a:cubicBezTo>
                <a:cubicBezTo>
                  <a:pt x="0" y="62897"/>
                  <a:pt x="62897" y="0"/>
                  <a:pt x="140266" y="0"/>
                </a:cubicBezTo>
                <a:cubicBezTo>
                  <a:pt x="217635" y="0"/>
                  <a:pt x="280531" y="62897"/>
                  <a:pt x="280531" y="140266"/>
                </a:cubicBezTo>
                <a:cubicBezTo>
                  <a:pt x="280531" y="217635"/>
                  <a:pt x="217635" y="280531"/>
                  <a:pt x="140266" y="280531"/>
                </a:cubicBezTo>
                <a:close/>
                <a:moveTo>
                  <a:pt x="140266" y="25112"/>
                </a:moveTo>
                <a:cubicBezTo>
                  <a:pt x="76743" y="25112"/>
                  <a:pt x="25033" y="76821"/>
                  <a:pt x="25033" y="140344"/>
                </a:cubicBezTo>
                <a:cubicBezTo>
                  <a:pt x="25033" y="203866"/>
                  <a:pt x="76743" y="255576"/>
                  <a:pt x="140266" y="255576"/>
                </a:cubicBezTo>
                <a:cubicBezTo>
                  <a:pt x="203788" y="255576"/>
                  <a:pt x="255498" y="203866"/>
                  <a:pt x="255498" y="140344"/>
                </a:cubicBezTo>
                <a:cubicBezTo>
                  <a:pt x="255498" y="76821"/>
                  <a:pt x="203788" y="25112"/>
                  <a:pt x="140266" y="25112"/>
                </a:cubicBezTo>
                <a:close/>
              </a:path>
            </a:pathLst>
          </a:custGeom>
          <a:solidFill>
            <a:srgbClr val="EE7D31"/>
          </a:solidFill>
          <a:ln w="31750" cap="flat">
            <a:solidFill>
              <a:schemeClr val="bg1"/>
            </a:solidFill>
            <a:prstDash val="solid"/>
            <a:miter/>
          </a:ln>
        </p:spPr>
        <p:txBody>
          <a:bodyPr rtlCol="0" anchor="ctr"/>
          <a:lstStyle/>
          <a:p>
            <a:endParaRPr lang="en-IN" sz="1600"/>
          </a:p>
        </p:txBody>
      </p:sp>
      <p:sp>
        <p:nvSpPr>
          <p:cNvPr id="15" name="Freeform: Shape 14">
            <a:extLst>
              <a:ext uri="{FF2B5EF4-FFF2-40B4-BE49-F238E27FC236}">
                <a16:creationId xmlns:a16="http://schemas.microsoft.com/office/drawing/2014/main" id="{0E9719B6-F50A-5F9C-9FAC-129E840D2305}"/>
              </a:ext>
            </a:extLst>
          </p:cNvPr>
          <p:cNvSpPr/>
          <p:nvPr/>
        </p:nvSpPr>
        <p:spPr>
          <a:xfrm>
            <a:off x="5049895" y="3470402"/>
            <a:ext cx="385453" cy="385453"/>
          </a:xfrm>
          <a:custGeom>
            <a:avLst/>
            <a:gdLst>
              <a:gd name="connsiteX0" fmla="*/ 146133 w 146132"/>
              <a:gd name="connsiteY0" fmla="*/ 73066 h 146132"/>
              <a:gd name="connsiteX1" fmla="*/ 73066 w 146132"/>
              <a:gd name="connsiteY1" fmla="*/ 146133 h 146132"/>
              <a:gd name="connsiteX2" fmla="*/ 0 w 146132"/>
              <a:gd name="connsiteY2" fmla="*/ 73066 h 146132"/>
              <a:gd name="connsiteX3" fmla="*/ 73066 w 146132"/>
              <a:gd name="connsiteY3" fmla="*/ 0 h 146132"/>
              <a:gd name="connsiteX4" fmla="*/ 146133 w 146132"/>
              <a:gd name="connsiteY4" fmla="*/ 73066 h 1461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132" h="146132">
                <a:moveTo>
                  <a:pt x="146133" y="73066"/>
                </a:moveTo>
                <a:cubicBezTo>
                  <a:pt x="146133" y="113420"/>
                  <a:pt x="113420" y="146133"/>
                  <a:pt x="73066" y="146133"/>
                </a:cubicBezTo>
                <a:cubicBezTo>
                  <a:pt x="32713" y="146133"/>
                  <a:pt x="0" y="113420"/>
                  <a:pt x="0" y="73066"/>
                </a:cubicBezTo>
                <a:cubicBezTo>
                  <a:pt x="0" y="32713"/>
                  <a:pt x="32713" y="0"/>
                  <a:pt x="73066" y="0"/>
                </a:cubicBezTo>
                <a:cubicBezTo>
                  <a:pt x="113420" y="0"/>
                  <a:pt x="146133" y="32713"/>
                  <a:pt x="146133" y="73066"/>
                </a:cubicBezTo>
                <a:close/>
              </a:path>
            </a:pathLst>
          </a:custGeom>
          <a:solidFill>
            <a:srgbClr val="87A905"/>
          </a:solidFill>
          <a:ln w="0" cap="flat">
            <a:noFill/>
            <a:prstDash val="solid"/>
            <a:miter/>
          </a:ln>
        </p:spPr>
        <p:txBody>
          <a:bodyPr rtlCol="0" anchor="ctr"/>
          <a:lstStyle/>
          <a:p>
            <a:pPr algn="ctr"/>
            <a:r>
              <a:rPr lang="en-US" sz="2000" b="1">
                <a:solidFill>
                  <a:schemeClr val="bg1"/>
                </a:solidFill>
              </a:rPr>
              <a:t>4</a:t>
            </a:r>
            <a:endParaRPr lang="en-IN" sz="2000" b="1">
              <a:solidFill>
                <a:schemeClr val="bg1"/>
              </a:solidFill>
            </a:endParaRPr>
          </a:p>
        </p:txBody>
      </p:sp>
      <p:sp>
        <p:nvSpPr>
          <p:cNvPr id="16" name="Freeform: Shape 15">
            <a:extLst>
              <a:ext uri="{FF2B5EF4-FFF2-40B4-BE49-F238E27FC236}">
                <a16:creationId xmlns:a16="http://schemas.microsoft.com/office/drawing/2014/main" id="{C1971D7B-4223-F3B0-9335-84539427B344}"/>
              </a:ext>
            </a:extLst>
          </p:cNvPr>
          <p:cNvSpPr/>
          <p:nvPr/>
        </p:nvSpPr>
        <p:spPr>
          <a:xfrm>
            <a:off x="4962415" y="3382922"/>
            <a:ext cx="560416" cy="560416"/>
          </a:xfrm>
          <a:custGeom>
            <a:avLst/>
            <a:gdLst>
              <a:gd name="connsiteX0" fmla="*/ 140266 w 280531"/>
              <a:gd name="connsiteY0" fmla="*/ 280531 h 280531"/>
              <a:gd name="connsiteX1" fmla="*/ 0 w 280531"/>
              <a:gd name="connsiteY1" fmla="*/ 140266 h 280531"/>
              <a:gd name="connsiteX2" fmla="*/ 140266 w 280531"/>
              <a:gd name="connsiteY2" fmla="*/ 0 h 280531"/>
              <a:gd name="connsiteX3" fmla="*/ 280531 w 280531"/>
              <a:gd name="connsiteY3" fmla="*/ 140266 h 280531"/>
              <a:gd name="connsiteX4" fmla="*/ 140266 w 280531"/>
              <a:gd name="connsiteY4" fmla="*/ 280531 h 280531"/>
              <a:gd name="connsiteX5" fmla="*/ 140266 w 280531"/>
              <a:gd name="connsiteY5" fmla="*/ 25112 h 280531"/>
              <a:gd name="connsiteX6" fmla="*/ 25033 w 280531"/>
              <a:gd name="connsiteY6" fmla="*/ 140344 h 280531"/>
              <a:gd name="connsiteX7" fmla="*/ 140266 w 280531"/>
              <a:gd name="connsiteY7" fmla="*/ 255576 h 280531"/>
              <a:gd name="connsiteX8" fmla="*/ 255498 w 280531"/>
              <a:gd name="connsiteY8" fmla="*/ 140344 h 280531"/>
              <a:gd name="connsiteX9" fmla="*/ 140266 w 280531"/>
              <a:gd name="connsiteY9" fmla="*/ 25112 h 280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531" h="280531">
                <a:moveTo>
                  <a:pt x="140266" y="280531"/>
                </a:moveTo>
                <a:cubicBezTo>
                  <a:pt x="62897" y="280531"/>
                  <a:pt x="0" y="217635"/>
                  <a:pt x="0" y="140266"/>
                </a:cubicBezTo>
                <a:cubicBezTo>
                  <a:pt x="0" y="62897"/>
                  <a:pt x="62897" y="0"/>
                  <a:pt x="140266" y="0"/>
                </a:cubicBezTo>
                <a:cubicBezTo>
                  <a:pt x="217635" y="0"/>
                  <a:pt x="280531" y="62897"/>
                  <a:pt x="280531" y="140266"/>
                </a:cubicBezTo>
                <a:cubicBezTo>
                  <a:pt x="280531" y="217635"/>
                  <a:pt x="217635" y="280531"/>
                  <a:pt x="140266" y="280531"/>
                </a:cubicBezTo>
                <a:close/>
                <a:moveTo>
                  <a:pt x="140266" y="25112"/>
                </a:moveTo>
                <a:cubicBezTo>
                  <a:pt x="76743" y="25112"/>
                  <a:pt x="25033" y="76821"/>
                  <a:pt x="25033" y="140344"/>
                </a:cubicBezTo>
                <a:cubicBezTo>
                  <a:pt x="25033" y="203866"/>
                  <a:pt x="76743" y="255576"/>
                  <a:pt x="140266" y="255576"/>
                </a:cubicBezTo>
                <a:cubicBezTo>
                  <a:pt x="203788" y="255576"/>
                  <a:pt x="255498" y="203866"/>
                  <a:pt x="255498" y="140344"/>
                </a:cubicBezTo>
                <a:cubicBezTo>
                  <a:pt x="255498" y="76821"/>
                  <a:pt x="203788" y="25112"/>
                  <a:pt x="140266" y="25112"/>
                </a:cubicBezTo>
                <a:close/>
              </a:path>
            </a:pathLst>
          </a:custGeom>
          <a:solidFill>
            <a:srgbClr val="87A905"/>
          </a:solidFill>
          <a:ln w="31750" cap="flat">
            <a:solidFill>
              <a:schemeClr val="bg1"/>
            </a:solidFill>
            <a:prstDash val="solid"/>
            <a:miter/>
          </a:ln>
        </p:spPr>
        <p:txBody>
          <a:bodyPr rtlCol="0" anchor="ctr"/>
          <a:lstStyle/>
          <a:p>
            <a:endParaRPr lang="en-IN" sz="1600"/>
          </a:p>
        </p:txBody>
      </p:sp>
      <p:sp>
        <p:nvSpPr>
          <p:cNvPr id="18" name="Freeform: Shape 17">
            <a:extLst>
              <a:ext uri="{FF2B5EF4-FFF2-40B4-BE49-F238E27FC236}">
                <a16:creationId xmlns:a16="http://schemas.microsoft.com/office/drawing/2014/main" id="{77F665E0-F4CB-FA69-0A4E-9A030722A2A5}"/>
              </a:ext>
            </a:extLst>
          </p:cNvPr>
          <p:cNvSpPr/>
          <p:nvPr/>
        </p:nvSpPr>
        <p:spPr>
          <a:xfrm>
            <a:off x="5049895" y="4243832"/>
            <a:ext cx="385453" cy="385453"/>
          </a:xfrm>
          <a:custGeom>
            <a:avLst/>
            <a:gdLst>
              <a:gd name="connsiteX0" fmla="*/ 146133 w 146132"/>
              <a:gd name="connsiteY0" fmla="*/ 73066 h 146132"/>
              <a:gd name="connsiteX1" fmla="*/ 73066 w 146132"/>
              <a:gd name="connsiteY1" fmla="*/ 146133 h 146132"/>
              <a:gd name="connsiteX2" fmla="*/ 0 w 146132"/>
              <a:gd name="connsiteY2" fmla="*/ 73066 h 146132"/>
              <a:gd name="connsiteX3" fmla="*/ 73066 w 146132"/>
              <a:gd name="connsiteY3" fmla="*/ 0 h 146132"/>
              <a:gd name="connsiteX4" fmla="*/ 146133 w 146132"/>
              <a:gd name="connsiteY4" fmla="*/ 73066 h 1461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132" h="146132">
                <a:moveTo>
                  <a:pt x="146133" y="73066"/>
                </a:moveTo>
                <a:cubicBezTo>
                  <a:pt x="146133" y="113420"/>
                  <a:pt x="113420" y="146133"/>
                  <a:pt x="73066" y="146133"/>
                </a:cubicBezTo>
                <a:cubicBezTo>
                  <a:pt x="32713" y="146133"/>
                  <a:pt x="0" y="113420"/>
                  <a:pt x="0" y="73066"/>
                </a:cubicBezTo>
                <a:cubicBezTo>
                  <a:pt x="0" y="32713"/>
                  <a:pt x="32713" y="0"/>
                  <a:pt x="73066" y="0"/>
                </a:cubicBezTo>
                <a:cubicBezTo>
                  <a:pt x="113420" y="0"/>
                  <a:pt x="146133" y="32713"/>
                  <a:pt x="146133" y="73066"/>
                </a:cubicBezTo>
                <a:close/>
              </a:path>
            </a:pathLst>
          </a:custGeom>
          <a:solidFill>
            <a:srgbClr val="003363"/>
          </a:solidFill>
          <a:ln w="0" cap="flat">
            <a:noFill/>
            <a:prstDash val="solid"/>
            <a:miter/>
          </a:ln>
        </p:spPr>
        <p:txBody>
          <a:bodyPr rtlCol="0" anchor="ctr"/>
          <a:lstStyle/>
          <a:p>
            <a:pPr algn="ctr"/>
            <a:r>
              <a:rPr lang="en-US" sz="2000" b="1">
                <a:solidFill>
                  <a:schemeClr val="bg1"/>
                </a:solidFill>
              </a:rPr>
              <a:t>5</a:t>
            </a:r>
            <a:endParaRPr lang="en-IN" sz="2000" b="1">
              <a:solidFill>
                <a:schemeClr val="bg1"/>
              </a:solidFill>
            </a:endParaRPr>
          </a:p>
        </p:txBody>
      </p:sp>
      <p:sp>
        <p:nvSpPr>
          <p:cNvPr id="19" name="Freeform: Shape 18">
            <a:extLst>
              <a:ext uri="{FF2B5EF4-FFF2-40B4-BE49-F238E27FC236}">
                <a16:creationId xmlns:a16="http://schemas.microsoft.com/office/drawing/2014/main" id="{993B3ACE-7DB2-651E-1736-64B3A12CF06E}"/>
              </a:ext>
            </a:extLst>
          </p:cNvPr>
          <p:cNvSpPr/>
          <p:nvPr/>
        </p:nvSpPr>
        <p:spPr>
          <a:xfrm>
            <a:off x="4962415" y="4156352"/>
            <a:ext cx="560416" cy="560416"/>
          </a:xfrm>
          <a:custGeom>
            <a:avLst/>
            <a:gdLst>
              <a:gd name="connsiteX0" fmla="*/ 140266 w 280531"/>
              <a:gd name="connsiteY0" fmla="*/ 280531 h 280531"/>
              <a:gd name="connsiteX1" fmla="*/ 0 w 280531"/>
              <a:gd name="connsiteY1" fmla="*/ 140266 h 280531"/>
              <a:gd name="connsiteX2" fmla="*/ 140266 w 280531"/>
              <a:gd name="connsiteY2" fmla="*/ 0 h 280531"/>
              <a:gd name="connsiteX3" fmla="*/ 280531 w 280531"/>
              <a:gd name="connsiteY3" fmla="*/ 140266 h 280531"/>
              <a:gd name="connsiteX4" fmla="*/ 140266 w 280531"/>
              <a:gd name="connsiteY4" fmla="*/ 280531 h 280531"/>
              <a:gd name="connsiteX5" fmla="*/ 140266 w 280531"/>
              <a:gd name="connsiteY5" fmla="*/ 25112 h 280531"/>
              <a:gd name="connsiteX6" fmla="*/ 25033 w 280531"/>
              <a:gd name="connsiteY6" fmla="*/ 140344 h 280531"/>
              <a:gd name="connsiteX7" fmla="*/ 140266 w 280531"/>
              <a:gd name="connsiteY7" fmla="*/ 255576 h 280531"/>
              <a:gd name="connsiteX8" fmla="*/ 255498 w 280531"/>
              <a:gd name="connsiteY8" fmla="*/ 140344 h 280531"/>
              <a:gd name="connsiteX9" fmla="*/ 140266 w 280531"/>
              <a:gd name="connsiteY9" fmla="*/ 25112 h 280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531" h="280531">
                <a:moveTo>
                  <a:pt x="140266" y="280531"/>
                </a:moveTo>
                <a:cubicBezTo>
                  <a:pt x="62897" y="280531"/>
                  <a:pt x="0" y="217635"/>
                  <a:pt x="0" y="140266"/>
                </a:cubicBezTo>
                <a:cubicBezTo>
                  <a:pt x="0" y="62897"/>
                  <a:pt x="62897" y="0"/>
                  <a:pt x="140266" y="0"/>
                </a:cubicBezTo>
                <a:cubicBezTo>
                  <a:pt x="217635" y="0"/>
                  <a:pt x="280531" y="62897"/>
                  <a:pt x="280531" y="140266"/>
                </a:cubicBezTo>
                <a:cubicBezTo>
                  <a:pt x="280531" y="217635"/>
                  <a:pt x="217635" y="280531"/>
                  <a:pt x="140266" y="280531"/>
                </a:cubicBezTo>
                <a:close/>
                <a:moveTo>
                  <a:pt x="140266" y="25112"/>
                </a:moveTo>
                <a:cubicBezTo>
                  <a:pt x="76743" y="25112"/>
                  <a:pt x="25033" y="76821"/>
                  <a:pt x="25033" y="140344"/>
                </a:cubicBezTo>
                <a:cubicBezTo>
                  <a:pt x="25033" y="203866"/>
                  <a:pt x="76743" y="255576"/>
                  <a:pt x="140266" y="255576"/>
                </a:cubicBezTo>
                <a:cubicBezTo>
                  <a:pt x="203788" y="255576"/>
                  <a:pt x="255498" y="203866"/>
                  <a:pt x="255498" y="140344"/>
                </a:cubicBezTo>
                <a:cubicBezTo>
                  <a:pt x="255498" y="76821"/>
                  <a:pt x="203788" y="25112"/>
                  <a:pt x="140266" y="25112"/>
                </a:cubicBezTo>
                <a:close/>
              </a:path>
            </a:pathLst>
          </a:custGeom>
          <a:solidFill>
            <a:srgbClr val="003363"/>
          </a:solidFill>
          <a:ln w="31750" cap="flat">
            <a:solidFill>
              <a:schemeClr val="bg1"/>
            </a:solidFill>
            <a:prstDash val="solid"/>
            <a:miter/>
          </a:ln>
        </p:spPr>
        <p:txBody>
          <a:bodyPr rtlCol="0" anchor="ctr"/>
          <a:lstStyle/>
          <a:p>
            <a:endParaRPr lang="en-IN" sz="1600"/>
          </a:p>
        </p:txBody>
      </p:sp>
      <p:sp>
        <p:nvSpPr>
          <p:cNvPr id="21" name="Freeform: Shape 20">
            <a:extLst>
              <a:ext uri="{FF2B5EF4-FFF2-40B4-BE49-F238E27FC236}">
                <a16:creationId xmlns:a16="http://schemas.microsoft.com/office/drawing/2014/main" id="{307E1873-3101-0887-FD06-97A8E86AACA4}"/>
              </a:ext>
            </a:extLst>
          </p:cNvPr>
          <p:cNvSpPr/>
          <p:nvPr/>
        </p:nvSpPr>
        <p:spPr>
          <a:xfrm>
            <a:off x="5049895" y="5017262"/>
            <a:ext cx="385453" cy="385453"/>
          </a:xfrm>
          <a:custGeom>
            <a:avLst/>
            <a:gdLst>
              <a:gd name="connsiteX0" fmla="*/ 146133 w 146132"/>
              <a:gd name="connsiteY0" fmla="*/ 73066 h 146132"/>
              <a:gd name="connsiteX1" fmla="*/ 73066 w 146132"/>
              <a:gd name="connsiteY1" fmla="*/ 146133 h 146132"/>
              <a:gd name="connsiteX2" fmla="*/ 0 w 146132"/>
              <a:gd name="connsiteY2" fmla="*/ 73066 h 146132"/>
              <a:gd name="connsiteX3" fmla="*/ 73066 w 146132"/>
              <a:gd name="connsiteY3" fmla="*/ 0 h 146132"/>
              <a:gd name="connsiteX4" fmla="*/ 146133 w 146132"/>
              <a:gd name="connsiteY4" fmla="*/ 73066 h 1461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132" h="146132">
                <a:moveTo>
                  <a:pt x="146133" y="73066"/>
                </a:moveTo>
                <a:cubicBezTo>
                  <a:pt x="146133" y="113420"/>
                  <a:pt x="113420" y="146133"/>
                  <a:pt x="73066" y="146133"/>
                </a:cubicBezTo>
                <a:cubicBezTo>
                  <a:pt x="32713" y="146133"/>
                  <a:pt x="0" y="113420"/>
                  <a:pt x="0" y="73066"/>
                </a:cubicBezTo>
                <a:cubicBezTo>
                  <a:pt x="0" y="32713"/>
                  <a:pt x="32713" y="0"/>
                  <a:pt x="73066" y="0"/>
                </a:cubicBezTo>
                <a:cubicBezTo>
                  <a:pt x="113420" y="0"/>
                  <a:pt x="146133" y="32713"/>
                  <a:pt x="146133" y="73066"/>
                </a:cubicBezTo>
                <a:close/>
              </a:path>
            </a:pathLst>
          </a:custGeom>
          <a:solidFill>
            <a:srgbClr val="3FC7F2"/>
          </a:solidFill>
          <a:ln w="0" cap="flat">
            <a:noFill/>
            <a:prstDash val="solid"/>
            <a:miter/>
          </a:ln>
        </p:spPr>
        <p:txBody>
          <a:bodyPr rtlCol="0" anchor="ctr"/>
          <a:lstStyle/>
          <a:p>
            <a:pPr algn="ctr"/>
            <a:r>
              <a:rPr lang="en-US" sz="2000" b="1">
                <a:solidFill>
                  <a:schemeClr val="bg1"/>
                </a:solidFill>
              </a:rPr>
              <a:t>6</a:t>
            </a:r>
            <a:endParaRPr lang="en-IN" sz="2000" b="1">
              <a:solidFill>
                <a:schemeClr val="bg1"/>
              </a:solidFill>
            </a:endParaRPr>
          </a:p>
        </p:txBody>
      </p:sp>
      <p:sp>
        <p:nvSpPr>
          <p:cNvPr id="22" name="Freeform: Shape 21">
            <a:extLst>
              <a:ext uri="{FF2B5EF4-FFF2-40B4-BE49-F238E27FC236}">
                <a16:creationId xmlns:a16="http://schemas.microsoft.com/office/drawing/2014/main" id="{08D217CF-E8E6-5ADD-9665-2309BC37E8B8}"/>
              </a:ext>
            </a:extLst>
          </p:cNvPr>
          <p:cNvSpPr/>
          <p:nvPr/>
        </p:nvSpPr>
        <p:spPr>
          <a:xfrm>
            <a:off x="4962415" y="4929782"/>
            <a:ext cx="560416" cy="560416"/>
          </a:xfrm>
          <a:custGeom>
            <a:avLst/>
            <a:gdLst>
              <a:gd name="connsiteX0" fmla="*/ 140266 w 280531"/>
              <a:gd name="connsiteY0" fmla="*/ 280531 h 280531"/>
              <a:gd name="connsiteX1" fmla="*/ 0 w 280531"/>
              <a:gd name="connsiteY1" fmla="*/ 140266 h 280531"/>
              <a:gd name="connsiteX2" fmla="*/ 140266 w 280531"/>
              <a:gd name="connsiteY2" fmla="*/ 0 h 280531"/>
              <a:gd name="connsiteX3" fmla="*/ 280531 w 280531"/>
              <a:gd name="connsiteY3" fmla="*/ 140266 h 280531"/>
              <a:gd name="connsiteX4" fmla="*/ 140266 w 280531"/>
              <a:gd name="connsiteY4" fmla="*/ 280531 h 280531"/>
              <a:gd name="connsiteX5" fmla="*/ 140266 w 280531"/>
              <a:gd name="connsiteY5" fmla="*/ 25112 h 280531"/>
              <a:gd name="connsiteX6" fmla="*/ 25033 w 280531"/>
              <a:gd name="connsiteY6" fmla="*/ 140344 h 280531"/>
              <a:gd name="connsiteX7" fmla="*/ 140266 w 280531"/>
              <a:gd name="connsiteY7" fmla="*/ 255576 h 280531"/>
              <a:gd name="connsiteX8" fmla="*/ 255498 w 280531"/>
              <a:gd name="connsiteY8" fmla="*/ 140344 h 280531"/>
              <a:gd name="connsiteX9" fmla="*/ 140266 w 280531"/>
              <a:gd name="connsiteY9" fmla="*/ 25112 h 280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531" h="280531">
                <a:moveTo>
                  <a:pt x="140266" y="280531"/>
                </a:moveTo>
                <a:cubicBezTo>
                  <a:pt x="62897" y="280531"/>
                  <a:pt x="0" y="217635"/>
                  <a:pt x="0" y="140266"/>
                </a:cubicBezTo>
                <a:cubicBezTo>
                  <a:pt x="0" y="62897"/>
                  <a:pt x="62897" y="0"/>
                  <a:pt x="140266" y="0"/>
                </a:cubicBezTo>
                <a:cubicBezTo>
                  <a:pt x="217635" y="0"/>
                  <a:pt x="280531" y="62897"/>
                  <a:pt x="280531" y="140266"/>
                </a:cubicBezTo>
                <a:cubicBezTo>
                  <a:pt x="280531" y="217635"/>
                  <a:pt x="217635" y="280531"/>
                  <a:pt x="140266" y="280531"/>
                </a:cubicBezTo>
                <a:close/>
                <a:moveTo>
                  <a:pt x="140266" y="25112"/>
                </a:moveTo>
                <a:cubicBezTo>
                  <a:pt x="76743" y="25112"/>
                  <a:pt x="25033" y="76821"/>
                  <a:pt x="25033" y="140344"/>
                </a:cubicBezTo>
                <a:cubicBezTo>
                  <a:pt x="25033" y="203866"/>
                  <a:pt x="76743" y="255576"/>
                  <a:pt x="140266" y="255576"/>
                </a:cubicBezTo>
                <a:cubicBezTo>
                  <a:pt x="203788" y="255576"/>
                  <a:pt x="255498" y="203866"/>
                  <a:pt x="255498" y="140344"/>
                </a:cubicBezTo>
                <a:cubicBezTo>
                  <a:pt x="255498" y="76821"/>
                  <a:pt x="203788" y="25112"/>
                  <a:pt x="140266" y="25112"/>
                </a:cubicBezTo>
                <a:close/>
              </a:path>
            </a:pathLst>
          </a:custGeom>
          <a:solidFill>
            <a:srgbClr val="3FC7F2"/>
          </a:solidFill>
          <a:ln w="31750" cap="flat">
            <a:solidFill>
              <a:schemeClr val="bg1"/>
            </a:solidFill>
            <a:prstDash val="solid"/>
            <a:miter/>
          </a:ln>
        </p:spPr>
        <p:txBody>
          <a:bodyPr rtlCol="0" anchor="ctr"/>
          <a:lstStyle/>
          <a:p>
            <a:endParaRPr lang="en-IN" sz="1600"/>
          </a:p>
        </p:txBody>
      </p:sp>
      <p:sp>
        <p:nvSpPr>
          <p:cNvPr id="23" name="Freeform: Shape 22">
            <a:extLst>
              <a:ext uri="{FF2B5EF4-FFF2-40B4-BE49-F238E27FC236}">
                <a16:creationId xmlns:a16="http://schemas.microsoft.com/office/drawing/2014/main" id="{09683DA6-18A9-7478-196B-8EFC8C62AE47}"/>
              </a:ext>
            </a:extLst>
          </p:cNvPr>
          <p:cNvSpPr/>
          <p:nvPr/>
        </p:nvSpPr>
        <p:spPr>
          <a:xfrm flipH="1">
            <a:off x="5571345" y="5885652"/>
            <a:ext cx="183178" cy="177209"/>
          </a:xfrm>
          <a:custGeom>
            <a:avLst/>
            <a:gdLst>
              <a:gd name="connsiteX0" fmla="*/ 213645 w 213644"/>
              <a:gd name="connsiteY0" fmla="*/ 0 h 206682"/>
              <a:gd name="connsiteX1" fmla="*/ 213645 w 213644"/>
              <a:gd name="connsiteY1" fmla="*/ 206683 h 206682"/>
              <a:gd name="connsiteX2" fmla="*/ 0 w 213644"/>
              <a:gd name="connsiteY2" fmla="*/ 100681 h 206682"/>
              <a:gd name="connsiteX3" fmla="*/ 213645 w 213644"/>
              <a:gd name="connsiteY3" fmla="*/ 0 h 206682"/>
            </a:gdLst>
            <a:ahLst/>
            <a:cxnLst>
              <a:cxn ang="0">
                <a:pos x="connsiteX0" y="connsiteY0"/>
              </a:cxn>
              <a:cxn ang="0">
                <a:pos x="connsiteX1" y="connsiteY1"/>
              </a:cxn>
              <a:cxn ang="0">
                <a:pos x="connsiteX2" y="connsiteY2"/>
              </a:cxn>
              <a:cxn ang="0">
                <a:pos x="connsiteX3" y="connsiteY3"/>
              </a:cxn>
            </a:cxnLst>
            <a:rect l="l" t="t" r="r" b="b"/>
            <a:pathLst>
              <a:path w="213644" h="206682">
                <a:moveTo>
                  <a:pt x="213645" y="0"/>
                </a:moveTo>
                <a:cubicBezTo>
                  <a:pt x="213645" y="0"/>
                  <a:pt x="187986" y="83549"/>
                  <a:pt x="213645" y="206683"/>
                </a:cubicBezTo>
                <a:lnTo>
                  <a:pt x="0" y="100681"/>
                </a:lnTo>
                <a:lnTo>
                  <a:pt x="213645" y="0"/>
                </a:lnTo>
                <a:close/>
              </a:path>
            </a:pathLst>
          </a:custGeom>
          <a:solidFill>
            <a:srgbClr val="0070C0"/>
          </a:solidFill>
          <a:ln w="0" cap="flat">
            <a:noFill/>
            <a:prstDash val="solid"/>
            <a:miter/>
          </a:ln>
        </p:spPr>
        <p:txBody>
          <a:bodyPr rtlCol="0" anchor="ctr"/>
          <a:lstStyle/>
          <a:p>
            <a:endParaRPr lang="en-IN" sz="1600"/>
          </a:p>
        </p:txBody>
      </p:sp>
      <p:sp>
        <p:nvSpPr>
          <p:cNvPr id="24" name="Freeform: Shape 23">
            <a:extLst>
              <a:ext uri="{FF2B5EF4-FFF2-40B4-BE49-F238E27FC236}">
                <a16:creationId xmlns:a16="http://schemas.microsoft.com/office/drawing/2014/main" id="{41C60071-2EAE-A191-7586-5D1FAD0EEE2F}"/>
              </a:ext>
            </a:extLst>
          </p:cNvPr>
          <p:cNvSpPr/>
          <p:nvPr/>
        </p:nvSpPr>
        <p:spPr>
          <a:xfrm>
            <a:off x="5049895" y="5790692"/>
            <a:ext cx="385453" cy="385453"/>
          </a:xfrm>
          <a:custGeom>
            <a:avLst/>
            <a:gdLst>
              <a:gd name="connsiteX0" fmla="*/ 146133 w 146132"/>
              <a:gd name="connsiteY0" fmla="*/ 73066 h 146132"/>
              <a:gd name="connsiteX1" fmla="*/ 73066 w 146132"/>
              <a:gd name="connsiteY1" fmla="*/ 146133 h 146132"/>
              <a:gd name="connsiteX2" fmla="*/ 0 w 146132"/>
              <a:gd name="connsiteY2" fmla="*/ 73066 h 146132"/>
              <a:gd name="connsiteX3" fmla="*/ 73066 w 146132"/>
              <a:gd name="connsiteY3" fmla="*/ 0 h 146132"/>
              <a:gd name="connsiteX4" fmla="*/ 146133 w 146132"/>
              <a:gd name="connsiteY4" fmla="*/ 73066 h 1461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132" h="146132">
                <a:moveTo>
                  <a:pt x="146133" y="73066"/>
                </a:moveTo>
                <a:cubicBezTo>
                  <a:pt x="146133" y="113420"/>
                  <a:pt x="113420" y="146133"/>
                  <a:pt x="73066" y="146133"/>
                </a:cubicBezTo>
                <a:cubicBezTo>
                  <a:pt x="32713" y="146133"/>
                  <a:pt x="0" y="113420"/>
                  <a:pt x="0" y="73066"/>
                </a:cubicBezTo>
                <a:cubicBezTo>
                  <a:pt x="0" y="32713"/>
                  <a:pt x="32713" y="0"/>
                  <a:pt x="73066" y="0"/>
                </a:cubicBezTo>
                <a:cubicBezTo>
                  <a:pt x="113420" y="0"/>
                  <a:pt x="146133" y="32713"/>
                  <a:pt x="146133" y="73066"/>
                </a:cubicBezTo>
                <a:close/>
              </a:path>
            </a:pathLst>
          </a:custGeom>
          <a:solidFill>
            <a:srgbClr val="0070C0"/>
          </a:solidFill>
          <a:ln w="0" cap="flat">
            <a:noFill/>
            <a:prstDash val="solid"/>
            <a:miter/>
          </a:ln>
        </p:spPr>
        <p:txBody>
          <a:bodyPr rtlCol="0" anchor="ctr"/>
          <a:lstStyle/>
          <a:p>
            <a:pPr algn="ctr"/>
            <a:r>
              <a:rPr lang="en-US" sz="2000" b="1">
                <a:solidFill>
                  <a:schemeClr val="bg1"/>
                </a:solidFill>
              </a:rPr>
              <a:t>7</a:t>
            </a:r>
            <a:endParaRPr lang="en-IN" sz="2000" b="1">
              <a:solidFill>
                <a:schemeClr val="bg1"/>
              </a:solidFill>
            </a:endParaRPr>
          </a:p>
        </p:txBody>
      </p:sp>
      <p:sp>
        <p:nvSpPr>
          <p:cNvPr id="25" name="Freeform: Shape 24">
            <a:extLst>
              <a:ext uri="{FF2B5EF4-FFF2-40B4-BE49-F238E27FC236}">
                <a16:creationId xmlns:a16="http://schemas.microsoft.com/office/drawing/2014/main" id="{9A94E6B3-B1E9-629A-F90C-9854FE1A4891}"/>
              </a:ext>
            </a:extLst>
          </p:cNvPr>
          <p:cNvSpPr/>
          <p:nvPr/>
        </p:nvSpPr>
        <p:spPr>
          <a:xfrm>
            <a:off x="4962415" y="5703212"/>
            <a:ext cx="560416" cy="560416"/>
          </a:xfrm>
          <a:custGeom>
            <a:avLst/>
            <a:gdLst>
              <a:gd name="connsiteX0" fmla="*/ 140266 w 280531"/>
              <a:gd name="connsiteY0" fmla="*/ 280531 h 280531"/>
              <a:gd name="connsiteX1" fmla="*/ 0 w 280531"/>
              <a:gd name="connsiteY1" fmla="*/ 140266 h 280531"/>
              <a:gd name="connsiteX2" fmla="*/ 140266 w 280531"/>
              <a:gd name="connsiteY2" fmla="*/ 0 h 280531"/>
              <a:gd name="connsiteX3" fmla="*/ 280531 w 280531"/>
              <a:gd name="connsiteY3" fmla="*/ 140266 h 280531"/>
              <a:gd name="connsiteX4" fmla="*/ 140266 w 280531"/>
              <a:gd name="connsiteY4" fmla="*/ 280531 h 280531"/>
              <a:gd name="connsiteX5" fmla="*/ 140266 w 280531"/>
              <a:gd name="connsiteY5" fmla="*/ 25112 h 280531"/>
              <a:gd name="connsiteX6" fmla="*/ 25033 w 280531"/>
              <a:gd name="connsiteY6" fmla="*/ 140344 h 280531"/>
              <a:gd name="connsiteX7" fmla="*/ 140266 w 280531"/>
              <a:gd name="connsiteY7" fmla="*/ 255576 h 280531"/>
              <a:gd name="connsiteX8" fmla="*/ 255498 w 280531"/>
              <a:gd name="connsiteY8" fmla="*/ 140344 h 280531"/>
              <a:gd name="connsiteX9" fmla="*/ 140266 w 280531"/>
              <a:gd name="connsiteY9" fmla="*/ 25112 h 280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531" h="280531">
                <a:moveTo>
                  <a:pt x="140266" y="280531"/>
                </a:moveTo>
                <a:cubicBezTo>
                  <a:pt x="62897" y="280531"/>
                  <a:pt x="0" y="217635"/>
                  <a:pt x="0" y="140266"/>
                </a:cubicBezTo>
                <a:cubicBezTo>
                  <a:pt x="0" y="62897"/>
                  <a:pt x="62897" y="0"/>
                  <a:pt x="140266" y="0"/>
                </a:cubicBezTo>
                <a:cubicBezTo>
                  <a:pt x="217635" y="0"/>
                  <a:pt x="280531" y="62897"/>
                  <a:pt x="280531" y="140266"/>
                </a:cubicBezTo>
                <a:cubicBezTo>
                  <a:pt x="280531" y="217635"/>
                  <a:pt x="217635" y="280531"/>
                  <a:pt x="140266" y="280531"/>
                </a:cubicBezTo>
                <a:close/>
                <a:moveTo>
                  <a:pt x="140266" y="25112"/>
                </a:moveTo>
                <a:cubicBezTo>
                  <a:pt x="76743" y="25112"/>
                  <a:pt x="25033" y="76821"/>
                  <a:pt x="25033" y="140344"/>
                </a:cubicBezTo>
                <a:cubicBezTo>
                  <a:pt x="25033" y="203866"/>
                  <a:pt x="76743" y="255576"/>
                  <a:pt x="140266" y="255576"/>
                </a:cubicBezTo>
                <a:cubicBezTo>
                  <a:pt x="203788" y="255576"/>
                  <a:pt x="255498" y="203866"/>
                  <a:pt x="255498" y="140344"/>
                </a:cubicBezTo>
                <a:cubicBezTo>
                  <a:pt x="255498" y="76821"/>
                  <a:pt x="203788" y="25112"/>
                  <a:pt x="140266" y="25112"/>
                </a:cubicBezTo>
                <a:close/>
              </a:path>
            </a:pathLst>
          </a:custGeom>
          <a:solidFill>
            <a:srgbClr val="0070C0"/>
          </a:solidFill>
          <a:ln w="31750" cap="flat">
            <a:solidFill>
              <a:schemeClr val="bg1"/>
            </a:solidFill>
            <a:prstDash val="solid"/>
            <a:miter/>
          </a:ln>
        </p:spPr>
        <p:txBody>
          <a:bodyPr rtlCol="0" anchor="ctr"/>
          <a:lstStyle/>
          <a:p>
            <a:endParaRPr lang="en-IN" sz="1600"/>
          </a:p>
        </p:txBody>
      </p:sp>
      <p:sp>
        <p:nvSpPr>
          <p:cNvPr id="26" name="Freeform: Shape 25">
            <a:extLst>
              <a:ext uri="{FF2B5EF4-FFF2-40B4-BE49-F238E27FC236}">
                <a16:creationId xmlns:a16="http://schemas.microsoft.com/office/drawing/2014/main" id="{B5437B3A-3439-7377-A33E-C28261A706E8}"/>
              </a:ext>
            </a:extLst>
          </p:cNvPr>
          <p:cNvSpPr/>
          <p:nvPr/>
        </p:nvSpPr>
        <p:spPr>
          <a:xfrm>
            <a:off x="4640192" y="2018500"/>
            <a:ext cx="183178" cy="177209"/>
          </a:xfrm>
          <a:custGeom>
            <a:avLst/>
            <a:gdLst>
              <a:gd name="connsiteX0" fmla="*/ 213645 w 213644"/>
              <a:gd name="connsiteY0" fmla="*/ 0 h 206682"/>
              <a:gd name="connsiteX1" fmla="*/ 213645 w 213644"/>
              <a:gd name="connsiteY1" fmla="*/ 206683 h 206682"/>
              <a:gd name="connsiteX2" fmla="*/ 0 w 213644"/>
              <a:gd name="connsiteY2" fmla="*/ 100681 h 206682"/>
              <a:gd name="connsiteX3" fmla="*/ 213645 w 213644"/>
              <a:gd name="connsiteY3" fmla="*/ 0 h 206682"/>
            </a:gdLst>
            <a:ahLst/>
            <a:cxnLst>
              <a:cxn ang="0">
                <a:pos x="connsiteX0" y="connsiteY0"/>
              </a:cxn>
              <a:cxn ang="0">
                <a:pos x="connsiteX1" y="connsiteY1"/>
              </a:cxn>
              <a:cxn ang="0">
                <a:pos x="connsiteX2" y="connsiteY2"/>
              </a:cxn>
              <a:cxn ang="0">
                <a:pos x="connsiteX3" y="connsiteY3"/>
              </a:cxn>
            </a:cxnLst>
            <a:rect l="l" t="t" r="r" b="b"/>
            <a:pathLst>
              <a:path w="213644" h="206682">
                <a:moveTo>
                  <a:pt x="213645" y="0"/>
                </a:moveTo>
                <a:cubicBezTo>
                  <a:pt x="213645" y="0"/>
                  <a:pt x="187986" y="83549"/>
                  <a:pt x="213645" y="206683"/>
                </a:cubicBezTo>
                <a:lnTo>
                  <a:pt x="0" y="100681"/>
                </a:lnTo>
                <a:lnTo>
                  <a:pt x="213645" y="0"/>
                </a:lnTo>
                <a:close/>
              </a:path>
            </a:pathLst>
          </a:custGeom>
          <a:solidFill>
            <a:srgbClr val="494949"/>
          </a:solidFill>
          <a:ln w="0" cap="flat">
            <a:noFill/>
            <a:prstDash val="solid"/>
            <a:miter/>
          </a:ln>
        </p:spPr>
        <p:txBody>
          <a:bodyPr rtlCol="0" anchor="ctr"/>
          <a:lstStyle/>
          <a:p>
            <a:endParaRPr lang="en-IN" sz="1600"/>
          </a:p>
        </p:txBody>
      </p:sp>
      <p:sp>
        <p:nvSpPr>
          <p:cNvPr id="27" name="Freeform: Shape 26">
            <a:extLst>
              <a:ext uri="{FF2B5EF4-FFF2-40B4-BE49-F238E27FC236}">
                <a16:creationId xmlns:a16="http://schemas.microsoft.com/office/drawing/2014/main" id="{843ED25C-8A3A-860B-8C5F-2865141CCA7C}"/>
              </a:ext>
            </a:extLst>
          </p:cNvPr>
          <p:cNvSpPr/>
          <p:nvPr/>
        </p:nvSpPr>
        <p:spPr>
          <a:xfrm>
            <a:off x="4640192" y="3565362"/>
            <a:ext cx="183178" cy="177209"/>
          </a:xfrm>
          <a:custGeom>
            <a:avLst/>
            <a:gdLst>
              <a:gd name="connsiteX0" fmla="*/ 213645 w 213644"/>
              <a:gd name="connsiteY0" fmla="*/ 0 h 206682"/>
              <a:gd name="connsiteX1" fmla="*/ 213645 w 213644"/>
              <a:gd name="connsiteY1" fmla="*/ 206683 h 206682"/>
              <a:gd name="connsiteX2" fmla="*/ 0 w 213644"/>
              <a:gd name="connsiteY2" fmla="*/ 100681 h 206682"/>
              <a:gd name="connsiteX3" fmla="*/ 213645 w 213644"/>
              <a:gd name="connsiteY3" fmla="*/ 0 h 206682"/>
            </a:gdLst>
            <a:ahLst/>
            <a:cxnLst>
              <a:cxn ang="0">
                <a:pos x="connsiteX0" y="connsiteY0"/>
              </a:cxn>
              <a:cxn ang="0">
                <a:pos x="connsiteX1" y="connsiteY1"/>
              </a:cxn>
              <a:cxn ang="0">
                <a:pos x="connsiteX2" y="connsiteY2"/>
              </a:cxn>
              <a:cxn ang="0">
                <a:pos x="connsiteX3" y="connsiteY3"/>
              </a:cxn>
            </a:cxnLst>
            <a:rect l="l" t="t" r="r" b="b"/>
            <a:pathLst>
              <a:path w="213644" h="206682">
                <a:moveTo>
                  <a:pt x="213645" y="0"/>
                </a:moveTo>
                <a:cubicBezTo>
                  <a:pt x="213645" y="0"/>
                  <a:pt x="187986" y="83549"/>
                  <a:pt x="213645" y="206683"/>
                </a:cubicBezTo>
                <a:lnTo>
                  <a:pt x="0" y="100681"/>
                </a:lnTo>
                <a:lnTo>
                  <a:pt x="213645" y="0"/>
                </a:lnTo>
                <a:close/>
              </a:path>
            </a:pathLst>
          </a:custGeom>
          <a:solidFill>
            <a:srgbClr val="87A905"/>
          </a:solidFill>
          <a:ln w="0" cap="flat">
            <a:noFill/>
            <a:prstDash val="solid"/>
            <a:miter/>
          </a:ln>
        </p:spPr>
        <p:txBody>
          <a:bodyPr rtlCol="0" anchor="ctr"/>
          <a:lstStyle/>
          <a:p>
            <a:endParaRPr lang="en-IN" sz="1600"/>
          </a:p>
        </p:txBody>
      </p:sp>
      <p:sp>
        <p:nvSpPr>
          <p:cNvPr id="28" name="Freeform: Shape 27">
            <a:extLst>
              <a:ext uri="{FF2B5EF4-FFF2-40B4-BE49-F238E27FC236}">
                <a16:creationId xmlns:a16="http://schemas.microsoft.com/office/drawing/2014/main" id="{7CC3D83C-3755-617D-1C6B-34823183E84D}"/>
              </a:ext>
            </a:extLst>
          </p:cNvPr>
          <p:cNvSpPr/>
          <p:nvPr/>
        </p:nvSpPr>
        <p:spPr>
          <a:xfrm>
            <a:off x="4640192" y="5112222"/>
            <a:ext cx="183178" cy="177209"/>
          </a:xfrm>
          <a:custGeom>
            <a:avLst/>
            <a:gdLst>
              <a:gd name="connsiteX0" fmla="*/ 213645 w 213644"/>
              <a:gd name="connsiteY0" fmla="*/ 0 h 206682"/>
              <a:gd name="connsiteX1" fmla="*/ 213645 w 213644"/>
              <a:gd name="connsiteY1" fmla="*/ 206683 h 206682"/>
              <a:gd name="connsiteX2" fmla="*/ 0 w 213644"/>
              <a:gd name="connsiteY2" fmla="*/ 100681 h 206682"/>
              <a:gd name="connsiteX3" fmla="*/ 213645 w 213644"/>
              <a:gd name="connsiteY3" fmla="*/ 0 h 206682"/>
            </a:gdLst>
            <a:ahLst/>
            <a:cxnLst>
              <a:cxn ang="0">
                <a:pos x="connsiteX0" y="connsiteY0"/>
              </a:cxn>
              <a:cxn ang="0">
                <a:pos x="connsiteX1" y="connsiteY1"/>
              </a:cxn>
              <a:cxn ang="0">
                <a:pos x="connsiteX2" y="connsiteY2"/>
              </a:cxn>
              <a:cxn ang="0">
                <a:pos x="connsiteX3" y="connsiteY3"/>
              </a:cxn>
            </a:cxnLst>
            <a:rect l="l" t="t" r="r" b="b"/>
            <a:pathLst>
              <a:path w="213644" h="206682">
                <a:moveTo>
                  <a:pt x="213645" y="0"/>
                </a:moveTo>
                <a:cubicBezTo>
                  <a:pt x="213645" y="0"/>
                  <a:pt x="187986" y="83549"/>
                  <a:pt x="213645" y="206683"/>
                </a:cubicBezTo>
                <a:lnTo>
                  <a:pt x="0" y="100681"/>
                </a:lnTo>
                <a:lnTo>
                  <a:pt x="213645" y="0"/>
                </a:lnTo>
                <a:close/>
              </a:path>
            </a:pathLst>
          </a:custGeom>
          <a:solidFill>
            <a:srgbClr val="3FC7F2"/>
          </a:solidFill>
          <a:ln w="0" cap="flat">
            <a:noFill/>
            <a:prstDash val="solid"/>
            <a:miter/>
          </a:ln>
        </p:spPr>
        <p:txBody>
          <a:bodyPr rtlCol="0" anchor="ctr"/>
          <a:lstStyle/>
          <a:p>
            <a:endParaRPr lang="en-IN" sz="1600"/>
          </a:p>
        </p:txBody>
      </p:sp>
      <p:sp>
        <p:nvSpPr>
          <p:cNvPr id="30" name="TextBox 29">
            <a:extLst>
              <a:ext uri="{FF2B5EF4-FFF2-40B4-BE49-F238E27FC236}">
                <a16:creationId xmlns:a16="http://schemas.microsoft.com/office/drawing/2014/main" id="{61B8EE88-C168-E55E-7F9D-ADA69D8D2CCE}"/>
              </a:ext>
            </a:extLst>
          </p:cNvPr>
          <p:cNvSpPr txBox="1"/>
          <p:nvPr/>
        </p:nvSpPr>
        <p:spPr>
          <a:xfrm>
            <a:off x="5789197" y="848805"/>
            <a:ext cx="4905624" cy="592470"/>
          </a:xfrm>
          <a:prstGeom prst="rect">
            <a:avLst/>
          </a:prstGeom>
          <a:noFill/>
          <a:ln>
            <a:noFill/>
          </a:ln>
        </p:spPr>
        <p:txBody>
          <a:bodyPr wrap="square">
            <a:spAutoFit/>
          </a:bodyPr>
          <a:lstStyle/>
          <a:p>
            <a:pPr>
              <a:spcAft>
                <a:spcPts val="300"/>
              </a:spcAft>
            </a:pPr>
            <a:r>
              <a:rPr lang="en-US" sz="1600" b="1" dirty="0">
                <a:solidFill>
                  <a:schemeClr val="accent1"/>
                </a:solidFill>
              </a:rPr>
              <a:t>Current State</a:t>
            </a:r>
          </a:p>
          <a:p>
            <a:pPr marL="171450" indent="-171450">
              <a:spcAft>
                <a:spcPts val="300"/>
              </a:spcAft>
              <a:buClr>
                <a:schemeClr val="accent2"/>
              </a:buClr>
              <a:buFont typeface="Arial" panose="020B0604020202020204" pitchFamily="34" charset="0"/>
              <a:buChar char="•"/>
            </a:pPr>
            <a:r>
              <a:rPr lang="en-US" sz="1400" dirty="0">
                <a:solidFill>
                  <a:schemeClr val="accent2"/>
                </a:solidFill>
                <a:highlight>
                  <a:srgbClr val="FFFF00"/>
                </a:highlight>
              </a:rPr>
              <a:t>Enter Current State Details</a:t>
            </a:r>
          </a:p>
        </p:txBody>
      </p:sp>
      <p:sp>
        <p:nvSpPr>
          <p:cNvPr id="31" name="TextBox 30">
            <a:extLst>
              <a:ext uri="{FF2B5EF4-FFF2-40B4-BE49-F238E27FC236}">
                <a16:creationId xmlns:a16="http://schemas.microsoft.com/office/drawing/2014/main" id="{5EC83332-A35A-8434-D27D-5658AE3F5F01}"/>
              </a:ext>
            </a:extLst>
          </p:cNvPr>
          <p:cNvSpPr txBox="1"/>
          <p:nvPr/>
        </p:nvSpPr>
        <p:spPr>
          <a:xfrm>
            <a:off x="700779" y="1568569"/>
            <a:ext cx="4148187" cy="838691"/>
          </a:xfrm>
          <a:prstGeom prst="rect">
            <a:avLst/>
          </a:prstGeom>
          <a:noFill/>
          <a:ln>
            <a:noFill/>
          </a:ln>
        </p:spPr>
        <p:txBody>
          <a:bodyPr wrap="square">
            <a:spAutoFit/>
          </a:bodyPr>
          <a:lstStyle/>
          <a:p>
            <a:pPr>
              <a:spcAft>
                <a:spcPts val="300"/>
              </a:spcAft>
            </a:pPr>
            <a:r>
              <a:rPr lang="en-US" sz="1600" b="1" dirty="0">
                <a:solidFill>
                  <a:schemeClr val="accent2"/>
                </a:solidFill>
              </a:rPr>
              <a:t>Looking to Implement the following QMS processes</a:t>
            </a:r>
          </a:p>
          <a:p>
            <a:pPr marL="171450" indent="-171450">
              <a:spcAft>
                <a:spcPts val="300"/>
              </a:spcAft>
              <a:buClr>
                <a:schemeClr val="accent2"/>
              </a:buClr>
              <a:buFont typeface="Arial" panose="020B0604020202020204" pitchFamily="34" charset="0"/>
              <a:buChar char="•"/>
            </a:pPr>
            <a:r>
              <a:rPr lang="en-US" sz="1400" dirty="0">
                <a:solidFill>
                  <a:schemeClr val="accent2"/>
                </a:solidFill>
                <a:highlight>
                  <a:srgbClr val="FFFF00"/>
                </a:highlight>
              </a:rPr>
              <a:t>QMS processes to be implemented</a:t>
            </a:r>
          </a:p>
        </p:txBody>
      </p:sp>
      <p:sp>
        <p:nvSpPr>
          <p:cNvPr id="34" name="TextBox 33">
            <a:extLst>
              <a:ext uri="{FF2B5EF4-FFF2-40B4-BE49-F238E27FC236}">
                <a16:creationId xmlns:a16="http://schemas.microsoft.com/office/drawing/2014/main" id="{3B38D75F-31CA-3BF2-25D8-06D28EE1A8EF}"/>
              </a:ext>
            </a:extLst>
          </p:cNvPr>
          <p:cNvSpPr txBox="1"/>
          <p:nvPr/>
        </p:nvSpPr>
        <p:spPr>
          <a:xfrm>
            <a:off x="5802654" y="2517060"/>
            <a:ext cx="4905624" cy="561692"/>
          </a:xfrm>
          <a:prstGeom prst="rect">
            <a:avLst/>
          </a:prstGeom>
          <a:noFill/>
          <a:ln>
            <a:noFill/>
          </a:ln>
        </p:spPr>
        <p:txBody>
          <a:bodyPr wrap="square">
            <a:spAutoFit/>
          </a:bodyPr>
          <a:lstStyle/>
          <a:p>
            <a:pPr>
              <a:spcAft>
                <a:spcPts val="300"/>
              </a:spcAft>
            </a:pPr>
            <a:r>
              <a:rPr lang="en-US" sz="1400" b="1" dirty="0">
                <a:solidFill>
                  <a:srgbClr val="EE7D09"/>
                </a:solidFill>
              </a:rPr>
              <a:t>Integrations </a:t>
            </a:r>
          </a:p>
          <a:p>
            <a:pPr marL="171450" indent="-171450">
              <a:spcAft>
                <a:spcPts val="300"/>
              </a:spcAft>
              <a:buClr>
                <a:schemeClr val="accent2"/>
              </a:buClr>
              <a:buFont typeface="Arial" panose="020B0604020202020204" pitchFamily="34" charset="0"/>
              <a:buChar char="•"/>
            </a:pPr>
            <a:r>
              <a:rPr lang="en-US" sz="1400" dirty="0">
                <a:solidFill>
                  <a:schemeClr val="accent2"/>
                </a:solidFill>
                <a:highlight>
                  <a:srgbClr val="FFFF00"/>
                </a:highlight>
              </a:rPr>
              <a:t>Integrations in Scope</a:t>
            </a:r>
          </a:p>
        </p:txBody>
      </p:sp>
      <p:sp>
        <p:nvSpPr>
          <p:cNvPr id="35" name="TextBox 34">
            <a:extLst>
              <a:ext uri="{FF2B5EF4-FFF2-40B4-BE49-F238E27FC236}">
                <a16:creationId xmlns:a16="http://schemas.microsoft.com/office/drawing/2014/main" id="{6F15E53C-3329-B9B1-443F-EA4AB6194B83}"/>
              </a:ext>
            </a:extLst>
          </p:cNvPr>
          <p:cNvSpPr txBox="1"/>
          <p:nvPr/>
        </p:nvSpPr>
        <p:spPr>
          <a:xfrm>
            <a:off x="-312808" y="3316042"/>
            <a:ext cx="4905624" cy="561692"/>
          </a:xfrm>
          <a:prstGeom prst="rect">
            <a:avLst/>
          </a:prstGeom>
          <a:noFill/>
          <a:ln>
            <a:noFill/>
          </a:ln>
        </p:spPr>
        <p:txBody>
          <a:bodyPr wrap="square">
            <a:spAutoFit/>
          </a:bodyPr>
          <a:lstStyle/>
          <a:p>
            <a:pPr algn="r">
              <a:spcAft>
                <a:spcPts val="300"/>
              </a:spcAft>
            </a:pPr>
            <a:r>
              <a:rPr lang="en-US" sz="1400" b="1" dirty="0">
                <a:solidFill>
                  <a:schemeClr val="accent5"/>
                </a:solidFill>
              </a:rPr>
              <a:t>Data Migration</a:t>
            </a:r>
          </a:p>
          <a:p>
            <a:pPr marL="171450" indent="-171450" algn="r">
              <a:spcAft>
                <a:spcPts val="300"/>
              </a:spcAft>
              <a:buClr>
                <a:schemeClr val="accent2"/>
              </a:buClr>
              <a:buFont typeface="Arial" panose="020B0604020202020204" pitchFamily="34" charset="0"/>
              <a:buChar char="•"/>
            </a:pPr>
            <a:r>
              <a:rPr lang="en-US" sz="1400" dirty="0">
                <a:solidFill>
                  <a:schemeClr val="accent2"/>
                </a:solidFill>
                <a:highlight>
                  <a:srgbClr val="FFFF00"/>
                </a:highlight>
              </a:rPr>
              <a:t>Data Migration in Scope</a:t>
            </a:r>
          </a:p>
        </p:txBody>
      </p:sp>
      <p:sp>
        <p:nvSpPr>
          <p:cNvPr id="36" name="TextBox 35">
            <a:extLst>
              <a:ext uri="{FF2B5EF4-FFF2-40B4-BE49-F238E27FC236}">
                <a16:creationId xmlns:a16="http://schemas.microsoft.com/office/drawing/2014/main" id="{D194C80D-5B2B-89D6-63AD-6AB4CDB6DB52}"/>
              </a:ext>
            </a:extLst>
          </p:cNvPr>
          <p:cNvSpPr txBox="1"/>
          <p:nvPr/>
        </p:nvSpPr>
        <p:spPr>
          <a:xfrm>
            <a:off x="5789197" y="4156352"/>
            <a:ext cx="4905624" cy="561692"/>
          </a:xfrm>
          <a:prstGeom prst="rect">
            <a:avLst/>
          </a:prstGeom>
          <a:noFill/>
          <a:ln>
            <a:noFill/>
          </a:ln>
        </p:spPr>
        <p:txBody>
          <a:bodyPr wrap="square">
            <a:spAutoFit/>
          </a:bodyPr>
          <a:lstStyle/>
          <a:p>
            <a:pPr>
              <a:spcAft>
                <a:spcPts val="300"/>
              </a:spcAft>
            </a:pPr>
            <a:r>
              <a:rPr lang="en-US" sz="1400" b="1" dirty="0">
                <a:solidFill>
                  <a:schemeClr val="tx2"/>
                </a:solidFill>
              </a:rPr>
              <a:t>UAT Testing</a:t>
            </a:r>
          </a:p>
          <a:p>
            <a:pPr marL="171450" indent="-171450">
              <a:spcAft>
                <a:spcPts val="300"/>
              </a:spcAft>
              <a:buClr>
                <a:schemeClr val="accent2"/>
              </a:buClr>
              <a:buFont typeface="Arial" panose="020B0604020202020204" pitchFamily="34" charset="0"/>
              <a:buChar char="•"/>
            </a:pPr>
            <a:r>
              <a:rPr lang="en-US" sz="1400" dirty="0">
                <a:solidFill>
                  <a:schemeClr val="accent2"/>
                </a:solidFill>
                <a:highlight>
                  <a:srgbClr val="FFFF00"/>
                </a:highlight>
              </a:rPr>
              <a:t>UAT Testing Support..</a:t>
            </a:r>
          </a:p>
        </p:txBody>
      </p:sp>
      <p:sp>
        <p:nvSpPr>
          <p:cNvPr id="37" name="Freeform: Shape 36">
            <a:extLst>
              <a:ext uri="{FF2B5EF4-FFF2-40B4-BE49-F238E27FC236}">
                <a16:creationId xmlns:a16="http://schemas.microsoft.com/office/drawing/2014/main" id="{3C48076F-AA90-3C06-84D6-C2D83FFC4A78}"/>
              </a:ext>
            </a:extLst>
          </p:cNvPr>
          <p:cNvSpPr/>
          <p:nvPr/>
        </p:nvSpPr>
        <p:spPr>
          <a:xfrm flipH="1">
            <a:off x="5571345" y="2786247"/>
            <a:ext cx="183178" cy="177209"/>
          </a:xfrm>
          <a:custGeom>
            <a:avLst/>
            <a:gdLst>
              <a:gd name="connsiteX0" fmla="*/ 213645 w 213644"/>
              <a:gd name="connsiteY0" fmla="*/ 0 h 206682"/>
              <a:gd name="connsiteX1" fmla="*/ 213645 w 213644"/>
              <a:gd name="connsiteY1" fmla="*/ 206683 h 206682"/>
              <a:gd name="connsiteX2" fmla="*/ 0 w 213644"/>
              <a:gd name="connsiteY2" fmla="*/ 100681 h 206682"/>
              <a:gd name="connsiteX3" fmla="*/ 213645 w 213644"/>
              <a:gd name="connsiteY3" fmla="*/ 0 h 206682"/>
            </a:gdLst>
            <a:ahLst/>
            <a:cxnLst>
              <a:cxn ang="0">
                <a:pos x="connsiteX0" y="connsiteY0"/>
              </a:cxn>
              <a:cxn ang="0">
                <a:pos x="connsiteX1" y="connsiteY1"/>
              </a:cxn>
              <a:cxn ang="0">
                <a:pos x="connsiteX2" y="connsiteY2"/>
              </a:cxn>
              <a:cxn ang="0">
                <a:pos x="connsiteX3" y="connsiteY3"/>
              </a:cxn>
            </a:cxnLst>
            <a:rect l="l" t="t" r="r" b="b"/>
            <a:pathLst>
              <a:path w="213644" h="206682">
                <a:moveTo>
                  <a:pt x="213645" y="0"/>
                </a:moveTo>
                <a:cubicBezTo>
                  <a:pt x="213645" y="0"/>
                  <a:pt x="187986" y="83549"/>
                  <a:pt x="213645" y="206683"/>
                </a:cubicBezTo>
                <a:lnTo>
                  <a:pt x="0" y="100681"/>
                </a:lnTo>
                <a:lnTo>
                  <a:pt x="213645" y="0"/>
                </a:lnTo>
                <a:close/>
              </a:path>
            </a:pathLst>
          </a:custGeom>
          <a:solidFill>
            <a:srgbClr val="EE7D09"/>
          </a:solidFill>
          <a:ln w="0" cap="flat">
            <a:noFill/>
            <a:prstDash val="solid"/>
            <a:miter/>
          </a:ln>
        </p:spPr>
        <p:txBody>
          <a:bodyPr rtlCol="0" anchor="ctr"/>
          <a:lstStyle/>
          <a:p>
            <a:endParaRPr lang="en-IN" sz="1600"/>
          </a:p>
        </p:txBody>
      </p:sp>
      <p:sp>
        <p:nvSpPr>
          <p:cNvPr id="38" name="Freeform: Shape 37">
            <a:extLst>
              <a:ext uri="{FF2B5EF4-FFF2-40B4-BE49-F238E27FC236}">
                <a16:creationId xmlns:a16="http://schemas.microsoft.com/office/drawing/2014/main" id="{ECAB7ECE-98FE-FB06-FC99-1DEB8D9A741E}"/>
              </a:ext>
            </a:extLst>
          </p:cNvPr>
          <p:cNvSpPr/>
          <p:nvPr/>
        </p:nvSpPr>
        <p:spPr>
          <a:xfrm flipH="1">
            <a:off x="5571345" y="4325510"/>
            <a:ext cx="183178" cy="177209"/>
          </a:xfrm>
          <a:custGeom>
            <a:avLst/>
            <a:gdLst>
              <a:gd name="connsiteX0" fmla="*/ 213645 w 213644"/>
              <a:gd name="connsiteY0" fmla="*/ 0 h 206682"/>
              <a:gd name="connsiteX1" fmla="*/ 213645 w 213644"/>
              <a:gd name="connsiteY1" fmla="*/ 206683 h 206682"/>
              <a:gd name="connsiteX2" fmla="*/ 0 w 213644"/>
              <a:gd name="connsiteY2" fmla="*/ 100681 h 206682"/>
              <a:gd name="connsiteX3" fmla="*/ 213645 w 213644"/>
              <a:gd name="connsiteY3" fmla="*/ 0 h 206682"/>
            </a:gdLst>
            <a:ahLst/>
            <a:cxnLst>
              <a:cxn ang="0">
                <a:pos x="connsiteX0" y="connsiteY0"/>
              </a:cxn>
              <a:cxn ang="0">
                <a:pos x="connsiteX1" y="connsiteY1"/>
              </a:cxn>
              <a:cxn ang="0">
                <a:pos x="connsiteX2" y="connsiteY2"/>
              </a:cxn>
              <a:cxn ang="0">
                <a:pos x="connsiteX3" y="connsiteY3"/>
              </a:cxn>
            </a:cxnLst>
            <a:rect l="l" t="t" r="r" b="b"/>
            <a:pathLst>
              <a:path w="213644" h="206682">
                <a:moveTo>
                  <a:pt x="213645" y="0"/>
                </a:moveTo>
                <a:cubicBezTo>
                  <a:pt x="213645" y="0"/>
                  <a:pt x="187986" y="83549"/>
                  <a:pt x="213645" y="206683"/>
                </a:cubicBezTo>
                <a:lnTo>
                  <a:pt x="0" y="100681"/>
                </a:lnTo>
                <a:lnTo>
                  <a:pt x="213645" y="0"/>
                </a:lnTo>
                <a:close/>
              </a:path>
            </a:pathLst>
          </a:custGeom>
          <a:solidFill>
            <a:schemeClr val="tx2"/>
          </a:solidFill>
          <a:ln w="0" cap="flat">
            <a:noFill/>
            <a:prstDash val="solid"/>
            <a:miter/>
          </a:ln>
        </p:spPr>
        <p:txBody>
          <a:bodyPr rtlCol="0" anchor="ctr"/>
          <a:lstStyle/>
          <a:p>
            <a:endParaRPr lang="en-IN" sz="1600"/>
          </a:p>
        </p:txBody>
      </p:sp>
      <p:sp>
        <p:nvSpPr>
          <p:cNvPr id="39" name="TextBox 38">
            <a:extLst>
              <a:ext uri="{FF2B5EF4-FFF2-40B4-BE49-F238E27FC236}">
                <a16:creationId xmlns:a16="http://schemas.microsoft.com/office/drawing/2014/main" id="{807A96C0-36E3-48CE-F9D1-A09F83882C7A}"/>
              </a:ext>
            </a:extLst>
          </p:cNvPr>
          <p:cNvSpPr txBox="1"/>
          <p:nvPr/>
        </p:nvSpPr>
        <p:spPr>
          <a:xfrm>
            <a:off x="5789197" y="5703212"/>
            <a:ext cx="4905624" cy="561692"/>
          </a:xfrm>
          <a:prstGeom prst="rect">
            <a:avLst/>
          </a:prstGeom>
          <a:noFill/>
          <a:ln>
            <a:noFill/>
          </a:ln>
        </p:spPr>
        <p:txBody>
          <a:bodyPr wrap="square">
            <a:spAutoFit/>
          </a:bodyPr>
          <a:lstStyle/>
          <a:p>
            <a:pPr>
              <a:spcAft>
                <a:spcPts val="300"/>
              </a:spcAft>
            </a:pPr>
            <a:r>
              <a:rPr lang="en-US" sz="1400" b="1" dirty="0">
                <a:solidFill>
                  <a:schemeClr val="accent1"/>
                </a:solidFill>
              </a:rPr>
              <a:t>Language Translations</a:t>
            </a:r>
          </a:p>
          <a:p>
            <a:pPr marL="171450" indent="-171450">
              <a:spcAft>
                <a:spcPts val="300"/>
              </a:spcAft>
              <a:buClr>
                <a:schemeClr val="accent2"/>
              </a:buClr>
              <a:buFont typeface="Arial" panose="020B0604020202020204" pitchFamily="34" charset="0"/>
              <a:buChar char="•"/>
            </a:pPr>
            <a:r>
              <a:rPr lang="en-US" sz="1400" dirty="0">
                <a:solidFill>
                  <a:schemeClr val="accent2"/>
                </a:solidFill>
                <a:highlight>
                  <a:srgbClr val="FFFF00"/>
                </a:highlight>
              </a:rPr>
              <a:t>Language Translations in Scope</a:t>
            </a:r>
          </a:p>
        </p:txBody>
      </p:sp>
      <p:sp>
        <p:nvSpPr>
          <p:cNvPr id="40" name="TextBox 39">
            <a:extLst>
              <a:ext uri="{FF2B5EF4-FFF2-40B4-BE49-F238E27FC236}">
                <a16:creationId xmlns:a16="http://schemas.microsoft.com/office/drawing/2014/main" id="{AE198008-88A3-0E42-4AB3-6897897F3FD5}"/>
              </a:ext>
            </a:extLst>
          </p:cNvPr>
          <p:cNvSpPr txBox="1"/>
          <p:nvPr/>
        </p:nvSpPr>
        <p:spPr>
          <a:xfrm>
            <a:off x="-312808" y="4887189"/>
            <a:ext cx="4905624" cy="561692"/>
          </a:xfrm>
          <a:prstGeom prst="rect">
            <a:avLst/>
          </a:prstGeom>
          <a:noFill/>
          <a:ln>
            <a:noFill/>
          </a:ln>
        </p:spPr>
        <p:txBody>
          <a:bodyPr wrap="square">
            <a:spAutoFit/>
          </a:bodyPr>
          <a:lstStyle/>
          <a:p>
            <a:pPr algn="r">
              <a:spcAft>
                <a:spcPts val="300"/>
              </a:spcAft>
            </a:pPr>
            <a:r>
              <a:rPr lang="en-US" sz="1400" b="1" dirty="0">
                <a:solidFill>
                  <a:schemeClr val="accent6"/>
                </a:solidFill>
              </a:rPr>
              <a:t>Rollout</a:t>
            </a:r>
          </a:p>
          <a:p>
            <a:pPr marL="171450" indent="-171450" algn="r">
              <a:spcAft>
                <a:spcPts val="300"/>
              </a:spcAft>
              <a:buClr>
                <a:schemeClr val="accent2"/>
              </a:buClr>
              <a:buFont typeface="Arial" panose="020B0604020202020204" pitchFamily="34" charset="0"/>
              <a:buChar char="•"/>
            </a:pPr>
            <a:r>
              <a:rPr lang="en-US" sz="1400" dirty="0">
                <a:solidFill>
                  <a:schemeClr val="accent2"/>
                </a:solidFill>
                <a:highlight>
                  <a:srgbClr val="FFFF00"/>
                </a:highlight>
              </a:rPr>
              <a:t>Rollout Support in Scope</a:t>
            </a:r>
          </a:p>
        </p:txBody>
      </p:sp>
    </p:spTree>
    <p:extLst>
      <p:ext uri="{BB962C8B-B14F-4D97-AF65-F5344CB8AC3E}">
        <p14:creationId xmlns:p14="http://schemas.microsoft.com/office/powerpoint/2010/main" val="805924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C3663-DF76-9BD4-FB02-F61E87E933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26B51A-096E-1A79-7C61-EC728B3FDB71}"/>
              </a:ext>
            </a:extLst>
          </p:cNvPr>
          <p:cNvSpPr txBox="1">
            <a:spLocks/>
          </p:cNvSpPr>
          <p:nvPr/>
        </p:nvSpPr>
        <p:spPr>
          <a:xfrm>
            <a:off x="207955" y="2907888"/>
            <a:ext cx="3536731" cy="52111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chemeClr val="accent2"/>
                </a:solidFill>
                <a:latin typeface="Calibri" panose="020F0502020204030204" pitchFamily="34" charset="0"/>
                <a:ea typeface="Calibri" panose="020F0502020204030204" pitchFamily="34" charset="0"/>
                <a:cs typeface="Calibri" panose="020F0502020204030204" pitchFamily="34" charset="0"/>
              </a:rPr>
              <a:t>Implementation Approach</a:t>
            </a:r>
          </a:p>
        </p:txBody>
      </p:sp>
    </p:spTree>
    <p:extLst>
      <p:ext uri="{BB962C8B-B14F-4D97-AF65-F5344CB8AC3E}">
        <p14:creationId xmlns:p14="http://schemas.microsoft.com/office/powerpoint/2010/main" val="1268447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2866D-D1D8-D25B-DC48-CDB97A157D0D}"/>
              </a:ext>
            </a:extLst>
          </p:cNvPr>
          <p:cNvSpPr>
            <a:spLocks noGrp="1"/>
          </p:cNvSpPr>
          <p:nvPr>
            <p:ph type="title"/>
          </p:nvPr>
        </p:nvSpPr>
        <p:spPr/>
        <p:txBody>
          <a:bodyPr/>
          <a:lstStyle/>
          <a:p>
            <a:r>
              <a:rPr lang="en-IN"/>
              <a:t>Agile based CQ Implementation Delivery (ABCD) Methodology</a:t>
            </a:r>
          </a:p>
        </p:txBody>
      </p:sp>
      <p:pic>
        <p:nvPicPr>
          <p:cNvPr id="3" name="Picture 2">
            <a:extLst>
              <a:ext uri="{FF2B5EF4-FFF2-40B4-BE49-F238E27FC236}">
                <a16:creationId xmlns:a16="http://schemas.microsoft.com/office/drawing/2014/main" id="{A5E816E7-BE73-1406-240D-09807AB0C9C9}"/>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1262806" y="178794"/>
            <a:ext cx="598085" cy="598085"/>
          </a:xfrm>
          <a:prstGeom prst="rect">
            <a:avLst/>
          </a:prstGeom>
          <a:ln>
            <a:solidFill>
              <a:schemeClr val="bg1"/>
            </a:solidFill>
          </a:ln>
        </p:spPr>
      </p:pic>
      <p:sp>
        <p:nvSpPr>
          <p:cNvPr id="6" name="Shape">
            <a:extLst>
              <a:ext uri="{FF2B5EF4-FFF2-40B4-BE49-F238E27FC236}">
                <a16:creationId xmlns:a16="http://schemas.microsoft.com/office/drawing/2014/main" id="{A2E9BE56-8271-01E7-CE4E-2635B4CEBBCD}"/>
              </a:ext>
            </a:extLst>
          </p:cNvPr>
          <p:cNvSpPr/>
          <p:nvPr/>
        </p:nvSpPr>
        <p:spPr>
          <a:xfrm>
            <a:off x="1733906" y="1423345"/>
            <a:ext cx="2427658" cy="447146"/>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9311" y="6115"/>
                </a:lnTo>
                <a:lnTo>
                  <a:pt x="19456" y="13118"/>
                </a:lnTo>
                <a:cubicBezTo>
                  <a:pt x="18475" y="9962"/>
                  <a:pt x="17440" y="7299"/>
                  <a:pt x="16350" y="5227"/>
                </a:cubicBezTo>
                <a:cubicBezTo>
                  <a:pt x="14533" y="1775"/>
                  <a:pt x="12589" y="0"/>
                  <a:pt x="10664" y="0"/>
                </a:cubicBezTo>
                <a:cubicBezTo>
                  <a:pt x="8720" y="0"/>
                  <a:pt x="6794" y="1775"/>
                  <a:pt x="4978" y="5227"/>
                </a:cubicBezTo>
                <a:cubicBezTo>
                  <a:pt x="3161" y="8679"/>
                  <a:pt x="1453" y="13808"/>
                  <a:pt x="0" y="20416"/>
                </a:cubicBezTo>
                <a:cubicBezTo>
                  <a:pt x="1671" y="15485"/>
                  <a:pt x="3397" y="11540"/>
                  <a:pt x="5196" y="8877"/>
                </a:cubicBezTo>
                <a:cubicBezTo>
                  <a:pt x="6994" y="6312"/>
                  <a:pt x="8829" y="4932"/>
                  <a:pt x="10682" y="4932"/>
                </a:cubicBezTo>
                <a:cubicBezTo>
                  <a:pt x="12535" y="4932"/>
                  <a:pt x="14370" y="6312"/>
                  <a:pt x="16168" y="8877"/>
                </a:cubicBezTo>
                <a:cubicBezTo>
                  <a:pt x="17240" y="10455"/>
                  <a:pt x="18294" y="12526"/>
                  <a:pt x="19329" y="14992"/>
                </a:cubicBezTo>
                <a:lnTo>
                  <a:pt x="18039" y="17556"/>
                </a:lnTo>
                <a:lnTo>
                  <a:pt x="21600" y="21600"/>
                </a:lnTo>
                <a:close/>
              </a:path>
            </a:pathLst>
          </a:custGeom>
          <a:solidFill>
            <a:srgbClr val="0072BC"/>
          </a:solidFill>
          <a:ln w="12700">
            <a:miter lim="400000"/>
          </a:ln>
        </p:spPr>
        <p:txBody>
          <a:bodyPr lIns="28575" tIns="28575" rIns="28575" bIns="28575" anchor="ct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225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Calibri" panose="020F0502020204030204"/>
              <a:ea typeface="+mn-ea"/>
              <a:cs typeface="+mn-cs"/>
            </a:endParaRPr>
          </a:p>
        </p:txBody>
      </p:sp>
      <p:sp>
        <p:nvSpPr>
          <p:cNvPr id="7" name="Shape">
            <a:extLst>
              <a:ext uri="{FF2B5EF4-FFF2-40B4-BE49-F238E27FC236}">
                <a16:creationId xmlns:a16="http://schemas.microsoft.com/office/drawing/2014/main" id="{2E689497-3293-36AE-2978-079370D2BDAF}"/>
              </a:ext>
            </a:extLst>
          </p:cNvPr>
          <p:cNvSpPr/>
          <p:nvPr/>
        </p:nvSpPr>
        <p:spPr>
          <a:xfrm>
            <a:off x="2042837" y="1758438"/>
            <a:ext cx="1931408" cy="1640045"/>
          </a:xfrm>
          <a:custGeom>
            <a:avLst/>
            <a:gdLst/>
            <a:ahLst/>
            <a:cxnLst>
              <a:cxn ang="0">
                <a:pos x="wd2" y="hd2"/>
              </a:cxn>
              <a:cxn ang="5400000">
                <a:pos x="wd2" y="hd2"/>
              </a:cxn>
              <a:cxn ang="10800000">
                <a:pos x="wd2" y="hd2"/>
              </a:cxn>
              <a:cxn ang="16200000">
                <a:pos x="wd2" y="hd2"/>
              </a:cxn>
            </a:cxnLst>
            <a:rect l="0" t="0" r="r" b="b"/>
            <a:pathLst>
              <a:path w="20849" h="21236" extrusionOk="0">
                <a:moveTo>
                  <a:pt x="12210" y="20146"/>
                </a:moveTo>
                <a:lnTo>
                  <a:pt x="20432" y="6583"/>
                </a:lnTo>
                <a:cubicBezTo>
                  <a:pt x="21225" y="5261"/>
                  <a:pt x="20850" y="3411"/>
                  <a:pt x="19638" y="2670"/>
                </a:cubicBezTo>
                <a:cubicBezTo>
                  <a:pt x="16883" y="978"/>
                  <a:pt x="13753" y="0"/>
                  <a:pt x="10425" y="0"/>
                </a:cubicBezTo>
                <a:cubicBezTo>
                  <a:pt x="7097" y="0"/>
                  <a:pt x="3989" y="952"/>
                  <a:pt x="1212" y="2670"/>
                </a:cubicBezTo>
                <a:cubicBezTo>
                  <a:pt x="0" y="3411"/>
                  <a:pt x="-375" y="5261"/>
                  <a:pt x="418" y="6583"/>
                </a:cubicBezTo>
                <a:lnTo>
                  <a:pt x="8640" y="20146"/>
                </a:lnTo>
                <a:cubicBezTo>
                  <a:pt x="9521" y="21600"/>
                  <a:pt x="11329" y="21600"/>
                  <a:pt x="12210" y="20146"/>
                </a:cubicBezTo>
                <a:close/>
              </a:path>
            </a:pathLst>
          </a:custGeom>
          <a:solidFill>
            <a:srgbClr val="0070C0"/>
          </a:solidFill>
          <a:ln w="12700">
            <a:solidFill>
              <a:srgbClr val="0072BC"/>
            </a:solidFill>
            <a:miter lim="400000"/>
          </a:ln>
        </p:spPr>
        <p:txBody>
          <a:bodyPr lIns="28575" tIns="28575" rIns="28575" bIns="28575" anchor="ct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225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Calibri" panose="020F0502020204030204"/>
              <a:ea typeface="+mn-ea"/>
              <a:cs typeface="+mn-cs"/>
            </a:endParaRPr>
          </a:p>
        </p:txBody>
      </p:sp>
      <p:sp>
        <p:nvSpPr>
          <p:cNvPr id="8" name="Shape">
            <a:extLst>
              <a:ext uri="{FF2B5EF4-FFF2-40B4-BE49-F238E27FC236}">
                <a16:creationId xmlns:a16="http://schemas.microsoft.com/office/drawing/2014/main" id="{667EB6DB-123E-05C2-5EA6-F7BBAAAFF37D}"/>
              </a:ext>
            </a:extLst>
          </p:cNvPr>
          <p:cNvSpPr/>
          <p:nvPr/>
        </p:nvSpPr>
        <p:spPr>
          <a:xfrm>
            <a:off x="3206640" y="2248461"/>
            <a:ext cx="1662529" cy="1855463"/>
          </a:xfrm>
          <a:custGeom>
            <a:avLst/>
            <a:gdLst/>
            <a:ahLst/>
            <a:cxnLst>
              <a:cxn ang="0">
                <a:pos x="wd2" y="hd2"/>
              </a:cxn>
              <a:cxn ang="5400000">
                <a:pos x="wd2" y="hd2"/>
              </a:cxn>
              <a:cxn ang="10800000">
                <a:pos x="wd2" y="hd2"/>
              </a:cxn>
              <a:cxn ang="16200000">
                <a:pos x="wd2" y="hd2"/>
              </a:cxn>
            </a:cxnLst>
            <a:rect l="0" t="0" r="r" b="b"/>
            <a:pathLst>
              <a:path w="21064" h="20949" extrusionOk="0">
                <a:moveTo>
                  <a:pt x="1792" y="16317"/>
                </a:moveTo>
                <a:lnTo>
                  <a:pt x="17417" y="20835"/>
                </a:lnTo>
                <a:cubicBezTo>
                  <a:pt x="18917" y="21273"/>
                  <a:pt x="20521" y="20397"/>
                  <a:pt x="20754" y="19014"/>
                </a:cubicBezTo>
                <a:cubicBezTo>
                  <a:pt x="20961" y="17930"/>
                  <a:pt x="21064" y="16801"/>
                  <a:pt x="21064" y="15648"/>
                </a:cubicBezTo>
                <a:cubicBezTo>
                  <a:pt x="21064" y="9793"/>
                  <a:pt x="18374" y="4491"/>
                  <a:pt x="14054" y="664"/>
                </a:cubicBezTo>
                <a:cubicBezTo>
                  <a:pt x="12941" y="-327"/>
                  <a:pt x="11079" y="-189"/>
                  <a:pt x="10148" y="941"/>
                </a:cubicBezTo>
                <a:lnTo>
                  <a:pt x="499" y="12767"/>
                </a:lnTo>
                <a:cubicBezTo>
                  <a:pt x="-536" y="14035"/>
                  <a:pt x="111" y="15833"/>
                  <a:pt x="1792" y="16317"/>
                </a:cubicBezTo>
                <a:close/>
              </a:path>
            </a:pathLst>
          </a:custGeom>
          <a:solidFill>
            <a:srgbClr val="484848"/>
          </a:solidFill>
          <a:ln w="12700">
            <a:miter lim="400000"/>
          </a:ln>
        </p:spPr>
        <p:txBody>
          <a:bodyPr lIns="28575" tIns="28575" rIns="28575" bIns="28575" anchor="ct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225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Calibri" panose="020F0502020204030204"/>
              <a:ea typeface="+mn-ea"/>
              <a:cs typeface="+mn-cs"/>
            </a:endParaRPr>
          </a:p>
        </p:txBody>
      </p:sp>
      <p:sp>
        <p:nvSpPr>
          <p:cNvPr id="9" name="Shape">
            <a:extLst>
              <a:ext uri="{FF2B5EF4-FFF2-40B4-BE49-F238E27FC236}">
                <a16:creationId xmlns:a16="http://schemas.microsoft.com/office/drawing/2014/main" id="{BCD1467F-3FA2-9D74-65D1-BF49A2EDCF1E}"/>
              </a:ext>
            </a:extLst>
          </p:cNvPr>
          <p:cNvSpPr/>
          <p:nvPr/>
        </p:nvSpPr>
        <p:spPr>
          <a:xfrm>
            <a:off x="1307805" y="3779781"/>
            <a:ext cx="1640260" cy="1705055"/>
          </a:xfrm>
          <a:custGeom>
            <a:avLst/>
            <a:gdLst/>
            <a:ahLst/>
            <a:cxnLst>
              <a:cxn ang="0">
                <a:pos x="wd2" y="hd2"/>
              </a:cxn>
              <a:cxn ang="5400000">
                <a:pos x="wd2" y="hd2"/>
              </a:cxn>
              <a:cxn ang="10800000">
                <a:pos x="wd2" y="hd2"/>
              </a:cxn>
              <a:cxn ang="16200000">
                <a:pos x="wd2" y="hd2"/>
              </a:cxn>
            </a:cxnLst>
            <a:rect l="0" t="0" r="r" b="b"/>
            <a:pathLst>
              <a:path w="21136" h="20999" extrusionOk="0">
                <a:moveTo>
                  <a:pt x="17716" y="125"/>
                </a:moveTo>
                <a:lnTo>
                  <a:pt x="1825" y="5054"/>
                </a:lnTo>
                <a:cubicBezTo>
                  <a:pt x="299" y="5531"/>
                  <a:pt x="-438" y="7191"/>
                  <a:pt x="272" y="8549"/>
                </a:cubicBezTo>
                <a:cubicBezTo>
                  <a:pt x="3719" y="15087"/>
                  <a:pt x="10296" y="19839"/>
                  <a:pt x="18136" y="20971"/>
                </a:cubicBezTo>
                <a:cubicBezTo>
                  <a:pt x="19715" y="21197"/>
                  <a:pt x="21136" y="20015"/>
                  <a:pt x="21136" y="18481"/>
                </a:cubicBezTo>
                <a:lnTo>
                  <a:pt x="21136" y="2514"/>
                </a:lnTo>
                <a:cubicBezTo>
                  <a:pt x="21162" y="804"/>
                  <a:pt x="19426" y="-403"/>
                  <a:pt x="17716" y="125"/>
                </a:cubicBezTo>
                <a:close/>
              </a:path>
            </a:pathLst>
          </a:custGeom>
          <a:solidFill>
            <a:srgbClr val="87A905"/>
          </a:solidFill>
          <a:ln w="12700">
            <a:miter lim="400000"/>
          </a:ln>
        </p:spPr>
        <p:txBody>
          <a:bodyPr lIns="28575" tIns="28575" rIns="28575" bIns="28575" anchor="ct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225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Calibri" panose="020F0502020204030204"/>
              <a:ea typeface="+mn-ea"/>
              <a:cs typeface="+mn-cs"/>
            </a:endParaRPr>
          </a:p>
        </p:txBody>
      </p:sp>
      <p:sp>
        <p:nvSpPr>
          <p:cNvPr id="10" name="Shape">
            <a:extLst>
              <a:ext uri="{FF2B5EF4-FFF2-40B4-BE49-F238E27FC236}">
                <a16:creationId xmlns:a16="http://schemas.microsoft.com/office/drawing/2014/main" id="{5F8EB4EB-918A-B2E7-4954-815F16E0A9F8}"/>
              </a:ext>
            </a:extLst>
          </p:cNvPr>
          <p:cNvSpPr/>
          <p:nvPr/>
        </p:nvSpPr>
        <p:spPr>
          <a:xfrm>
            <a:off x="1124046" y="2248463"/>
            <a:ext cx="1661257" cy="1856307"/>
          </a:xfrm>
          <a:custGeom>
            <a:avLst/>
            <a:gdLst/>
            <a:ahLst/>
            <a:cxnLst>
              <a:cxn ang="0">
                <a:pos x="wd2" y="hd2"/>
              </a:cxn>
              <a:cxn ang="5400000">
                <a:pos x="wd2" y="hd2"/>
              </a:cxn>
              <a:cxn ang="10800000">
                <a:pos x="wd2" y="hd2"/>
              </a:cxn>
              <a:cxn ang="16200000">
                <a:pos x="wd2" y="hd2"/>
              </a:cxn>
            </a:cxnLst>
            <a:rect l="0" t="0" r="r" b="b"/>
            <a:pathLst>
              <a:path w="21073" h="20958" extrusionOk="0">
                <a:moveTo>
                  <a:pt x="20590" y="12775"/>
                </a:moveTo>
                <a:lnTo>
                  <a:pt x="10930" y="949"/>
                </a:lnTo>
                <a:cubicBezTo>
                  <a:pt x="9997" y="-204"/>
                  <a:pt x="8132" y="-319"/>
                  <a:pt x="7019" y="672"/>
                </a:cubicBezTo>
                <a:cubicBezTo>
                  <a:pt x="2694" y="4499"/>
                  <a:pt x="0" y="9801"/>
                  <a:pt x="0" y="15656"/>
                </a:cubicBezTo>
                <a:cubicBezTo>
                  <a:pt x="0" y="16809"/>
                  <a:pt x="104" y="17915"/>
                  <a:pt x="311" y="19022"/>
                </a:cubicBezTo>
                <a:cubicBezTo>
                  <a:pt x="570" y="20428"/>
                  <a:pt x="2150" y="21281"/>
                  <a:pt x="3678" y="20843"/>
                </a:cubicBezTo>
                <a:lnTo>
                  <a:pt x="19321" y="16325"/>
                </a:lnTo>
                <a:cubicBezTo>
                  <a:pt x="20953" y="15841"/>
                  <a:pt x="21600" y="14043"/>
                  <a:pt x="20590" y="12775"/>
                </a:cubicBezTo>
                <a:close/>
              </a:path>
            </a:pathLst>
          </a:custGeom>
          <a:solidFill>
            <a:srgbClr val="3FC7F2"/>
          </a:solidFill>
          <a:ln w="12700">
            <a:miter lim="400000"/>
          </a:ln>
        </p:spPr>
        <p:txBody>
          <a:bodyPr lIns="28575" tIns="28575" rIns="28575" bIns="28575" anchor="ct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225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Calibri" panose="020F0502020204030204"/>
              <a:ea typeface="+mn-ea"/>
              <a:cs typeface="+mn-cs"/>
            </a:endParaRPr>
          </a:p>
        </p:txBody>
      </p:sp>
      <p:sp>
        <p:nvSpPr>
          <p:cNvPr id="11" name="Shape">
            <a:extLst>
              <a:ext uri="{FF2B5EF4-FFF2-40B4-BE49-F238E27FC236}">
                <a16:creationId xmlns:a16="http://schemas.microsoft.com/office/drawing/2014/main" id="{A06D6FD0-725F-4CA7-418B-73C8C3BFB5F2}"/>
              </a:ext>
            </a:extLst>
          </p:cNvPr>
          <p:cNvSpPr/>
          <p:nvPr/>
        </p:nvSpPr>
        <p:spPr>
          <a:xfrm>
            <a:off x="3043301" y="3779782"/>
            <a:ext cx="1640235" cy="1705054"/>
          </a:xfrm>
          <a:custGeom>
            <a:avLst/>
            <a:gdLst/>
            <a:ahLst/>
            <a:cxnLst>
              <a:cxn ang="0">
                <a:pos x="wd2" y="hd2"/>
              </a:cxn>
              <a:cxn ang="5400000">
                <a:pos x="wd2" y="hd2"/>
              </a:cxn>
              <a:cxn ang="10800000">
                <a:pos x="wd2" y="hd2"/>
              </a:cxn>
              <a:cxn ang="16200000">
                <a:pos x="wd2" y="hd2"/>
              </a:cxn>
            </a:cxnLst>
            <a:rect l="0" t="0" r="r" b="b"/>
            <a:pathLst>
              <a:path w="21161" h="20999" extrusionOk="0">
                <a:moveTo>
                  <a:pt x="0" y="2514"/>
                </a:moveTo>
                <a:lnTo>
                  <a:pt x="0" y="18481"/>
                </a:lnTo>
                <a:cubicBezTo>
                  <a:pt x="0" y="20015"/>
                  <a:pt x="1422" y="21197"/>
                  <a:pt x="3003" y="20971"/>
                </a:cubicBezTo>
                <a:cubicBezTo>
                  <a:pt x="10853" y="19839"/>
                  <a:pt x="17464" y="15087"/>
                  <a:pt x="20889" y="8549"/>
                </a:cubicBezTo>
                <a:cubicBezTo>
                  <a:pt x="21600" y="7191"/>
                  <a:pt x="20862" y="5531"/>
                  <a:pt x="19335" y="5054"/>
                </a:cubicBezTo>
                <a:lnTo>
                  <a:pt x="3424" y="125"/>
                </a:lnTo>
                <a:cubicBezTo>
                  <a:pt x="1739" y="-403"/>
                  <a:pt x="0" y="804"/>
                  <a:pt x="0" y="2514"/>
                </a:cubicBezTo>
                <a:close/>
              </a:path>
            </a:pathLst>
          </a:custGeom>
          <a:solidFill>
            <a:srgbClr val="EE7D09"/>
          </a:solidFill>
          <a:ln w="12700">
            <a:miter lim="400000"/>
          </a:ln>
        </p:spPr>
        <p:txBody>
          <a:bodyPr lIns="28575" tIns="28575" rIns="28575" bIns="28575" anchor="ct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225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Calibri" panose="020F0502020204030204"/>
              <a:ea typeface="+mn-ea"/>
              <a:cs typeface="+mn-cs"/>
            </a:endParaRPr>
          </a:p>
        </p:txBody>
      </p:sp>
      <p:sp>
        <p:nvSpPr>
          <p:cNvPr id="12" name="Shape">
            <a:extLst>
              <a:ext uri="{FF2B5EF4-FFF2-40B4-BE49-F238E27FC236}">
                <a16:creationId xmlns:a16="http://schemas.microsoft.com/office/drawing/2014/main" id="{F4A0D57D-2E42-CA53-AF05-E2FB3F5C9C4E}"/>
              </a:ext>
            </a:extLst>
          </p:cNvPr>
          <p:cNvSpPr/>
          <p:nvPr/>
        </p:nvSpPr>
        <p:spPr>
          <a:xfrm>
            <a:off x="4288775" y="1962617"/>
            <a:ext cx="955541" cy="2311271"/>
          </a:xfrm>
          <a:custGeom>
            <a:avLst/>
            <a:gdLst/>
            <a:ahLst/>
            <a:cxnLst>
              <a:cxn ang="0">
                <a:pos x="wd2" y="hd2"/>
              </a:cxn>
              <a:cxn ang="5400000">
                <a:pos x="wd2" y="hd2"/>
              </a:cxn>
              <a:cxn ang="10800000">
                <a:pos x="wd2" y="hd2"/>
              </a:cxn>
              <a:cxn ang="16200000">
                <a:pos x="wd2" y="hd2"/>
              </a:cxn>
            </a:cxnLst>
            <a:rect l="0" t="0" r="r" b="b"/>
            <a:pathLst>
              <a:path w="21600" h="21600" extrusionOk="0">
                <a:moveTo>
                  <a:pt x="18739" y="18948"/>
                </a:moveTo>
                <a:cubicBezTo>
                  <a:pt x="19385" y="17803"/>
                  <a:pt x="19708" y="16620"/>
                  <a:pt x="19754" y="15418"/>
                </a:cubicBezTo>
                <a:cubicBezTo>
                  <a:pt x="19846" y="13395"/>
                  <a:pt x="19154" y="11353"/>
                  <a:pt x="17631" y="9426"/>
                </a:cubicBezTo>
                <a:lnTo>
                  <a:pt x="17031" y="8701"/>
                </a:lnTo>
                <a:lnTo>
                  <a:pt x="16339" y="7995"/>
                </a:lnTo>
                <a:lnTo>
                  <a:pt x="15969" y="7652"/>
                </a:lnTo>
                <a:lnTo>
                  <a:pt x="15554" y="7308"/>
                </a:lnTo>
                <a:lnTo>
                  <a:pt x="14769" y="6621"/>
                </a:lnTo>
                <a:lnTo>
                  <a:pt x="13846" y="5953"/>
                </a:lnTo>
                <a:lnTo>
                  <a:pt x="13385" y="5629"/>
                </a:lnTo>
                <a:lnTo>
                  <a:pt x="12877" y="5305"/>
                </a:lnTo>
                <a:lnTo>
                  <a:pt x="11862" y="4675"/>
                </a:lnTo>
                <a:lnTo>
                  <a:pt x="10754" y="4064"/>
                </a:lnTo>
                <a:lnTo>
                  <a:pt x="10200" y="3759"/>
                </a:lnTo>
                <a:lnTo>
                  <a:pt x="9600" y="3473"/>
                </a:lnTo>
                <a:cubicBezTo>
                  <a:pt x="9185" y="3282"/>
                  <a:pt x="8816" y="3091"/>
                  <a:pt x="8400" y="2900"/>
                </a:cubicBezTo>
                <a:lnTo>
                  <a:pt x="7108" y="2347"/>
                </a:lnTo>
                <a:lnTo>
                  <a:pt x="6462" y="2080"/>
                </a:lnTo>
                <a:lnTo>
                  <a:pt x="5769" y="1832"/>
                </a:lnTo>
                <a:lnTo>
                  <a:pt x="4431" y="1336"/>
                </a:lnTo>
                <a:cubicBezTo>
                  <a:pt x="3969" y="1183"/>
                  <a:pt x="3462" y="1011"/>
                  <a:pt x="3000" y="859"/>
                </a:cubicBezTo>
                <a:lnTo>
                  <a:pt x="2262" y="630"/>
                </a:lnTo>
                <a:lnTo>
                  <a:pt x="1523" y="420"/>
                </a:lnTo>
                <a:cubicBezTo>
                  <a:pt x="1015" y="286"/>
                  <a:pt x="508" y="134"/>
                  <a:pt x="0" y="0"/>
                </a:cubicBezTo>
                <a:lnTo>
                  <a:pt x="1292" y="534"/>
                </a:lnTo>
                <a:lnTo>
                  <a:pt x="1938" y="782"/>
                </a:lnTo>
                <a:lnTo>
                  <a:pt x="2538" y="1049"/>
                </a:lnTo>
                <a:cubicBezTo>
                  <a:pt x="2954" y="1240"/>
                  <a:pt x="3369" y="1412"/>
                  <a:pt x="3785" y="1584"/>
                </a:cubicBezTo>
                <a:lnTo>
                  <a:pt x="4938" y="2137"/>
                </a:lnTo>
                <a:lnTo>
                  <a:pt x="5538" y="2423"/>
                </a:lnTo>
                <a:lnTo>
                  <a:pt x="6092" y="2710"/>
                </a:lnTo>
                <a:lnTo>
                  <a:pt x="7200" y="3282"/>
                </a:lnTo>
                <a:cubicBezTo>
                  <a:pt x="7523" y="3492"/>
                  <a:pt x="7892" y="3683"/>
                  <a:pt x="8215" y="3873"/>
                </a:cubicBezTo>
                <a:lnTo>
                  <a:pt x="8723" y="4179"/>
                </a:lnTo>
                <a:lnTo>
                  <a:pt x="9185" y="4484"/>
                </a:lnTo>
                <a:lnTo>
                  <a:pt x="10154" y="5095"/>
                </a:lnTo>
                <a:lnTo>
                  <a:pt x="11031" y="5724"/>
                </a:lnTo>
                <a:lnTo>
                  <a:pt x="11492" y="6049"/>
                </a:lnTo>
                <a:lnTo>
                  <a:pt x="11908" y="6373"/>
                </a:lnTo>
                <a:lnTo>
                  <a:pt x="12692" y="7022"/>
                </a:lnTo>
                <a:lnTo>
                  <a:pt x="13431" y="7690"/>
                </a:lnTo>
                <a:lnTo>
                  <a:pt x="13800" y="8014"/>
                </a:lnTo>
                <a:lnTo>
                  <a:pt x="14123" y="8358"/>
                </a:lnTo>
                <a:lnTo>
                  <a:pt x="14769" y="9025"/>
                </a:lnTo>
                <a:lnTo>
                  <a:pt x="15323" y="9712"/>
                </a:lnTo>
                <a:cubicBezTo>
                  <a:pt x="16800" y="11544"/>
                  <a:pt x="17585" y="13490"/>
                  <a:pt x="17861" y="15437"/>
                </a:cubicBezTo>
                <a:cubicBezTo>
                  <a:pt x="18000" y="16582"/>
                  <a:pt x="17954" y="17746"/>
                  <a:pt x="17677" y="18890"/>
                </a:cubicBezTo>
                <a:lnTo>
                  <a:pt x="15508" y="17784"/>
                </a:lnTo>
                <a:lnTo>
                  <a:pt x="16615" y="21600"/>
                </a:lnTo>
                <a:lnTo>
                  <a:pt x="21600" y="18356"/>
                </a:lnTo>
                <a:lnTo>
                  <a:pt x="18739" y="18948"/>
                </a:lnTo>
                <a:close/>
              </a:path>
            </a:pathLst>
          </a:custGeom>
          <a:solidFill>
            <a:srgbClr val="494949"/>
          </a:solidFill>
          <a:ln w="12700">
            <a:miter lim="400000"/>
          </a:ln>
        </p:spPr>
        <p:txBody>
          <a:bodyPr lIns="28575" tIns="28575" rIns="28575" bIns="28575" anchor="ct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225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Calibri" panose="020F0502020204030204"/>
              <a:ea typeface="+mn-ea"/>
              <a:cs typeface="+mn-cs"/>
            </a:endParaRPr>
          </a:p>
        </p:txBody>
      </p:sp>
      <p:sp>
        <p:nvSpPr>
          <p:cNvPr id="13" name="Shape">
            <a:extLst>
              <a:ext uri="{FF2B5EF4-FFF2-40B4-BE49-F238E27FC236}">
                <a16:creationId xmlns:a16="http://schemas.microsoft.com/office/drawing/2014/main" id="{569643C6-3114-F4D5-A13B-CF37269DE6E0}"/>
              </a:ext>
            </a:extLst>
          </p:cNvPr>
          <p:cNvSpPr/>
          <p:nvPr/>
        </p:nvSpPr>
        <p:spPr>
          <a:xfrm>
            <a:off x="981122" y="4310639"/>
            <a:ext cx="1964180" cy="1455468"/>
          </a:xfrm>
          <a:custGeom>
            <a:avLst/>
            <a:gdLst/>
            <a:ahLst/>
            <a:cxnLst>
              <a:cxn ang="0">
                <a:pos x="wd2" y="hd2"/>
              </a:cxn>
              <a:cxn ang="5400000">
                <a:pos x="wd2" y="hd2"/>
              </a:cxn>
              <a:cxn ang="10800000">
                <a:pos x="wd2" y="hd2"/>
              </a:cxn>
              <a:cxn ang="16200000">
                <a:pos x="wd2" y="hd2"/>
              </a:cxn>
            </a:cxnLst>
            <a:rect l="0" t="0" r="r" b="b"/>
            <a:pathLst>
              <a:path w="21600" h="21445" extrusionOk="0">
                <a:moveTo>
                  <a:pt x="14842" y="19163"/>
                </a:moveTo>
                <a:cubicBezTo>
                  <a:pt x="12709" y="18050"/>
                  <a:pt x="10665" y="16606"/>
                  <a:pt x="8824" y="14801"/>
                </a:cubicBezTo>
                <a:cubicBezTo>
                  <a:pt x="6983" y="12996"/>
                  <a:pt x="5321" y="10860"/>
                  <a:pt x="3862" y="8484"/>
                </a:cubicBezTo>
                <a:cubicBezTo>
                  <a:pt x="2986" y="7040"/>
                  <a:pt x="2200" y="5475"/>
                  <a:pt x="1504" y="3851"/>
                </a:cubicBezTo>
                <a:lnTo>
                  <a:pt x="3076" y="4422"/>
                </a:lnTo>
                <a:lnTo>
                  <a:pt x="0" y="0"/>
                </a:lnTo>
                <a:lnTo>
                  <a:pt x="292" y="6047"/>
                </a:lnTo>
                <a:lnTo>
                  <a:pt x="1078" y="4061"/>
                </a:lnTo>
                <a:cubicBezTo>
                  <a:pt x="1639" y="5866"/>
                  <a:pt x="2335" y="7581"/>
                  <a:pt x="3166" y="9175"/>
                </a:cubicBezTo>
                <a:cubicBezTo>
                  <a:pt x="4513" y="11793"/>
                  <a:pt x="6220" y="14109"/>
                  <a:pt x="8173" y="16004"/>
                </a:cubicBezTo>
                <a:cubicBezTo>
                  <a:pt x="10104" y="17900"/>
                  <a:pt x="12282" y="19344"/>
                  <a:pt x="14572" y="20276"/>
                </a:cubicBezTo>
                <a:cubicBezTo>
                  <a:pt x="16862" y="21209"/>
                  <a:pt x="19242" y="21600"/>
                  <a:pt x="21600" y="21389"/>
                </a:cubicBezTo>
                <a:cubicBezTo>
                  <a:pt x="19265" y="20968"/>
                  <a:pt x="16997" y="20276"/>
                  <a:pt x="14842" y="19163"/>
                </a:cubicBezTo>
                <a:close/>
              </a:path>
            </a:pathLst>
          </a:custGeom>
          <a:solidFill>
            <a:srgbClr val="87A905"/>
          </a:solidFill>
          <a:ln w="12700">
            <a:miter lim="400000"/>
          </a:ln>
        </p:spPr>
        <p:txBody>
          <a:bodyPr lIns="28575" tIns="28575" rIns="28575" bIns="28575" anchor="ct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225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Calibri" panose="020F0502020204030204"/>
              <a:ea typeface="+mn-ea"/>
              <a:cs typeface="+mn-cs"/>
            </a:endParaRPr>
          </a:p>
        </p:txBody>
      </p:sp>
      <p:sp>
        <p:nvSpPr>
          <p:cNvPr id="14" name="Shape">
            <a:extLst>
              <a:ext uri="{FF2B5EF4-FFF2-40B4-BE49-F238E27FC236}">
                <a16:creationId xmlns:a16="http://schemas.microsoft.com/office/drawing/2014/main" id="{9A41006F-1FAD-C36C-E120-E241C2B5EF77}"/>
              </a:ext>
            </a:extLst>
          </p:cNvPr>
          <p:cNvSpPr/>
          <p:nvPr/>
        </p:nvSpPr>
        <p:spPr>
          <a:xfrm>
            <a:off x="838200" y="1942197"/>
            <a:ext cx="892629" cy="2296985"/>
          </a:xfrm>
          <a:custGeom>
            <a:avLst/>
            <a:gdLst/>
            <a:ahLst/>
            <a:cxnLst>
              <a:cxn ang="0">
                <a:pos x="wd2" y="hd2"/>
              </a:cxn>
              <a:cxn ang="5400000">
                <a:pos x="wd2" y="hd2"/>
              </a:cxn>
              <a:cxn ang="10800000">
                <a:pos x="wd2" y="hd2"/>
              </a:cxn>
              <a:cxn ang="16200000">
                <a:pos x="wd2" y="hd2"/>
              </a:cxn>
            </a:cxnLst>
            <a:rect l="0" t="0" r="r" b="b"/>
            <a:pathLst>
              <a:path w="21511" h="21600" extrusionOk="0">
                <a:moveTo>
                  <a:pt x="21511" y="0"/>
                </a:moveTo>
                <a:lnTo>
                  <a:pt x="12310" y="1421"/>
                </a:lnTo>
                <a:lnTo>
                  <a:pt x="15902" y="1670"/>
                </a:lnTo>
                <a:lnTo>
                  <a:pt x="14918" y="1997"/>
                </a:lnTo>
                <a:lnTo>
                  <a:pt x="14180" y="2246"/>
                </a:lnTo>
                <a:lnTo>
                  <a:pt x="13491" y="2515"/>
                </a:lnTo>
                <a:lnTo>
                  <a:pt x="12113" y="3072"/>
                </a:lnTo>
                <a:cubicBezTo>
                  <a:pt x="11671" y="3264"/>
                  <a:pt x="11277" y="3456"/>
                  <a:pt x="10834" y="3648"/>
                </a:cubicBezTo>
                <a:lnTo>
                  <a:pt x="10194" y="3936"/>
                </a:lnTo>
                <a:lnTo>
                  <a:pt x="9604" y="4243"/>
                </a:lnTo>
                <a:lnTo>
                  <a:pt x="8423" y="4858"/>
                </a:lnTo>
                <a:lnTo>
                  <a:pt x="7341" y="5491"/>
                </a:lnTo>
                <a:lnTo>
                  <a:pt x="6799" y="5818"/>
                </a:lnTo>
                <a:lnTo>
                  <a:pt x="6307" y="6144"/>
                </a:lnTo>
                <a:lnTo>
                  <a:pt x="5323" y="6816"/>
                </a:lnTo>
                <a:lnTo>
                  <a:pt x="4487" y="7507"/>
                </a:lnTo>
                <a:lnTo>
                  <a:pt x="4044" y="7853"/>
                </a:lnTo>
                <a:lnTo>
                  <a:pt x="3650" y="8198"/>
                </a:lnTo>
                <a:lnTo>
                  <a:pt x="2912" y="8909"/>
                </a:lnTo>
                <a:lnTo>
                  <a:pt x="2273" y="9638"/>
                </a:lnTo>
                <a:cubicBezTo>
                  <a:pt x="600" y="11578"/>
                  <a:pt x="-89" y="13632"/>
                  <a:pt x="9" y="15667"/>
                </a:cubicBezTo>
                <a:cubicBezTo>
                  <a:pt x="59" y="17702"/>
                  <a:pt x="1092" y="19738"/>
                  <a:pt x="3011" y="21600"/>
                </a:cubicBezTo>
                <a:cubicBezTo>
                  <a:pt x="2076" y="19622"/>
                  <a:pt x="1633" y="17645"/>
                  <a:pt x="1928" y="15686"/>
                </a:cubicBezTo>
                <a:cubicBezTo>
                  <a:pt x="2224" y="13728"/>
                  <a:pt x="3060" y="11789"/>
                  <a:pt x="4635" y="9926"/>
                </a:cubicBezTo>
                <a:lnTo>
                  <a:pt x="5225" y="9235"/>
                </a:lnTo>
                <a:lnTo>
                  <a:pt x="5914" y="8563"/>
                </a:lnTo>
                <a:lnTo>
                  <a:pt x="6258" y="8218"/>
                </a:lnTo>
                <a:lnTo>
                  <a:pt x="6652" y="7891"/>
                </a:lnTo>
                <a:lnTo>
                  <a:pt x="7439" y="7219"/>
                </a:lnTo>
                <a:lnTo>
                  <a:pt x="8275" y="6566"/>
                </a:lnTo>
                <a:lnTo>
                  <a:pt x="8718" y="6240"/>
                </a:lnTo>
                <a:lnTo>
                  <a:pt x="9210" y="5914"/>
                </a:lnTo>
                <a:lnTo>
                  <a:pt x="10145" y="5280"/>
                </a:lnTo>
                <a:lnTo>
                  <a:pt x="11178" y="4666"/>
                </a:lnTo>
                <a:lnTo>
                  <a:pt x="11670" y="4358"/>
                </a:lnTo>
                <a:lnTo>
                  <a:pt x="12212" y="4051"/>
                </a:lnTo>
                <a:cubicBezTo>
                  <a:pt x="12605" y="3859"/>
                  <a:pt x="12950" y="3648"/>
                  <a:pt x="13294" y="3456"/>
                </a:cubicBezTo>
                <a:lnTo>
                  <a:pt x="14475" y="2880"/>
                </a:lnTo>
                <a:lnTo>
                  <a:pt x="15065" y="2592"/>
                </a:lnTo>
                <a:lnTo>
                  <a:pt x="15705" y="2304"/>
                </a:lnTo>
                <a:lnTo>
                  <a:pt x="16443" y="1958"/>
                </a:lnTo>
                <a:lnTo>
                  <a:pt x="16640" y="3341"/>
                </a:lnTo>
                <a:lnTo>
                  <a:pt x="21511" y="0"/>
                </a:lnTo>
                <a:close/>
              </a:path>
            </a:pathLst>
          </a:custGeom>
          <a:solidFill>
            <a:srgbClr val="3FC7F2"/>
          </a:solidFill>
          <a:ln w="12700">
            <a:miter lim="400000"/>
          </a:ln>
        </p:spPr>
        <p:txBody>
          <a:bodyPr lIns="28575" tIns="28575" rIns="28575" bIns="28575" anchor="ct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225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Calibri" panose="020F0502020204030204"/>
              <a:ea typeface="+mn-ea"/>
              <a:cs typeface="+mn-cs"/>
            </a:endParaRPr>
          </a:p>
        </p:txBody>
      </p:sp>
      <p:sp>
        <p:nvSpPr>
          <p:cNvPr id="15" name="Shape">
            <a:extLst>
              <a:ext uri="{FF2B5EF4-FFF2-40B4-BE49-F238E27FC236}">
                <a16:creationId xmlns:a16="http://schemas.microsoft.com/office/drawing/2014/main" id="{D60F7652-6260-077A-E808-6F6C13C18894}"/>
              </a:ext>
            </a:extLst>
          </p:cNvPr>
          <p:cNvSpPr/>
          <p:nvPr/>
        </p:nvSpPr>
        <p:spPr>
          <a:xfrm>
            <a:off x="3022882" y="4351474"/>
            <a:ext cx="1980511" cy="1521115"/>
          </a:xfrm>
          <a:custGeom>
            <a:avLst/>
            <a:gdLst/>
            <a:ahLst/>
            <a:cxnLst>
              <a:cxn ang="0">
                <a:pos x="wd2" y="hd2"/>
              </a:cxn>
              <a:cxn ang="5400000">
                <a:pos x="wd2" y="hd2"/>
              </a:cxn>
              <a:cxn ang="10800000">
                <a:pos x="wd2" y="hd2"/>
              </a:cxn>
              <a:cxn ang="16200000">
                <a:pos x="wd2" y="hd2"/>
              </a:cxn>
            </a:cxnLst>
            <a:rect l="0" t="0" r="r" b="b"/>
            <a:pathLst>
              <a:path w="21600" h="21600" extrusionOk="0">
                <a:moveTo>
                  <a:pt x="17970" y="7625"/>
                </a:moveTo>
                <a:cubicBezTo>
                  <a:pt x="16545" y="9916"/>
                  <a:pt x="14875" y="11974"/>
                  <a:pt x="13049" y="13714"/>
                </a:cubicBezTo>
                <a:cubicBezTo>
                  <a:pt x="11223" y="15453"/>
                  <a:pt x="9219" y="16874"/>
                  <a:pt x="7081" y="17918"/>
                </a:cubicBezTo>
                <a:cubicBezTo>
                  <a:pt x="5812" y="18556"/>
                  <a:pt x="4520" y="19049"/>
                  <a:pt x="3184" y="19425"/>
                </a:cubicBezTo>
                <a:lnTo>
                  <a:pt x="4097" y="17657"/>
                </a:lnTo>
                <a:lnTo>
                  <a:pt x="0" y="20034"/>
                </a:lnTo>
                <a:lnTo>
                  <a:pt x="4320" y="21600"/>
                </a:lnTo>
                <a:lnTo>
                  <a:pt x="3207" y="20034"/>
                </a:lnTo>
                <a:cubicBezTo>
                  <a:pt x="4609" y="19889"/>
                  <a:pt x="6012" y="19541"/>
                  <a:pt x="7348" y="18991"/>
                </a:cubicBezTo>
                <a:cubicBezTo>
                  <a:pt x="9620" y="18121"/>
                  <a:pt x="11780" y="16700"/>
                  <a:pt x="13695" y="14874"/>
                </a:cubicBezTo>
                <a:cubicBezTo>
                  <a:pt x="15610" y="13047"/>
                  <a:pt x="17302" y="10814"/>
                  <a:pt x="18661" y="8292"/>
                </a:cubicBezTo>
                <a:cubicBezTo>
                  <a:pt x="20019" y="5770"/>
                  <a:pt x="21043" y="2957"/>
                  <a:pt x="21600" y="0"/>
                </a:cubicBezTo>
                <a:cubicBezTo>
                  <a:pt x="20598" y="2754"/>
                  <a:pt x="19418" y="5306"/>
                  <a:pt x="17970" y="7625"/>
                </a:cubicBezTo>
                <a:close/>
              </a:path>
            </a:pathLst>
          </a:custGeom>
          <a:solidFill>
            <a:srgbClr val="EE7D09"/>
          </a:solidFill>
          <a:ln w="12700">
            <a:miter lim="400000"/>
          </a:ln>
        </p:spPr>
        <p:txBody>
          <a:bodyPr lIns="28575" tIns="28575" rIns="28575" bIns="28575" anchor="ct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225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Calibri" panose="020F0502020204030204"/>
              <a:ea typeface="+mn-ea"/>
              <a:cs typeface="+mn-cs"/>
            </a:endParaRPr>
          </a:p>
        </p:txBody>
      </p:sp>
      <p:sp>
        <p:nvSpPr>
          <p:cNvPr id="23" name="TextBox 22">
            <a:extLst>
              <a:ext uri="{FF2B5EF4-FFF2-40B4-BE49-F238E27FC236}">
                <a16:creationId xmlns:a16="http://schemas.microsoft.com/office/drawing/2014/main" id="{BDEB59DD-A7C7-6E1C-D5CD-CC1D57BB24FA}"/>
              </a:ext>
            </a:extLst>
          </p:cNvPr>
          <p:cNvSpPr txBox="1"/>
          <p:nvPr/>
        </p:nvSpPr>
        <p:spPr>
          <a:xfrm>
            <a:off x="6004082" y="875845"/>
            <a:ext cx="5010912" cy="80791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600" b="1" i="0" u="none" strike="noStrike" kern="1200" cap="all" spc="0" normalizeH="0" baseline="0" noProof="0">
                <a:ln>
                  <a:noFill/>
                </a:ln>
                <a:solidFill>
                  <a:srgbClr val="0072BC"/>
                </a:solidFill>
                <a:effectLst/>
                <a:uLnTx/>
                <a:uFillTx/>
                <a:latin typeface="Calibri" panose="020F0502020204030204" pitchFamily="34" charset="0"/>
                <a:ea typeface="Calibri" panose="020F0502020204030204" pitchFamily="34" charset="0"/>
                <a:cs typeface="Calibri" panose="020F0502020204030204" pitchFamily="34" charset="0"/>
              </a:rPr>
              <a:t>Agile Implementation Methodology</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0" i="0" u="none" strike="noStrike" kern="1200" cap="none" spc="0" normalizeH="0" baseline="0" noProof="0">
                <a:ln>
                  <a:noFill/>
                </a:ln>
                <a:solidFill>
                  <a:srgbClr val="494949"/>
                </a:solidFill>
                <a:effectLst/>
                <a:uLnTx/>
                <a:uFillTx/>
                <a:latin typeface="Calibri" panose="020F0502020204030204" pitchFamily="34" charset="0"/>
                <a:ea typeface="Calibri" panose="020F0502020204030204" pitchFamily="34" charset="0"/>
                <a:cs typeface="Calibri" panose="020F0502020204030204" pitchFamily="34" charset="0"/>
              </a:rPr>
              <a:t>We follow an ABCD agile implementation methodology for the</a:t>
            </a:r>
            <a:br>
              <a:rPr kumimoji="0" lang="en-US" sz="1400" b="0" i="0" u="none" strike="noStrike" kern="1200" cap="none" spc="0" normalizeH="0" baseline="0" noProof="0">
                <a:ln>
                  <a:noFill/>
                </a:ln>
                <a:solidFill>
                  <a:srgbClr val="494949"/>
                </a:solidFill>
                <a:effectLst/>
                <a:uLnTx/>
                <a:uFillTx/>
                <a:latin typeface="Calibri" panose="020F0502020204030204" pitchFamily="34" charset="0"/>
                <a:ea typeface="Calibri" panose="020F0502020204030204" pitchFamily="34" charset="0"/>
                <a:cs typeface="Calibri" panose="020F0502020204030204" pitchFamily="34" charset="0"/>
              </a:rPr>
            </a:br>
            <a:r>
              <a:rPr kumimoji="0" lang="en-US" sz="1400" b="0" i="0" u="none" strike="noStrike" kern="1200" cap="none" spc="0" normalizeH="0" baseline="0" noProof="0">
                <a:ln>
                  <a:noFill/>
                </a:ln>
                <a:solidFill>
                  <a:srgbClr val="494949"/>
                </a:solidFill>
                <a:effectLst/>
                <a:uLnTx/>
                <a:uFillTx/>
                <a:latin typeface="Calibri" panose="020F0502020204030204" pitchFamily="34" charset="0"/>
                <a:ea typeface="Calibri" panose="020F0502020204030204" pitchFamily="34" charset="0"/>
                <a:cs typeface="Calibri" panose="020F0502020204030204" pitchFamily="34" charset="0"/>
              </a:rPr>
              <a:t>roll-out of the solutions in a consistent and reliable model</a:t>
            </a:r>
          </a:p>
        </p:txBody>
      </p:sp>
      <p:sp>
        <p:nvSpPr>
          <p:cNvPr id="24" name="TextBox 23">
            <a:extLst>
              <a:ext uri="{FF2B5EF4-FFF2-40B4-BE49-F238E27FC236}">
                <a16:creationId xmlns:a16="http://schemas.microsoft.com/office/drawing/2014/main" id="{1E76F368-8D99-A571-2729-212DE0C62A33}"/>
              </a:ext>
            </a:extLst>
          </p:cNvPr>
          <p:cNvSpPr txBox="1"/>
          <p:nvPr/>
        </p:nvSpPr>
        <p:spPr>
          <a:xfrm>
            <a:off x="6004082" y="1939735"/>
            <a:ext cx="5010912" cy="83869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600" b="1" i="0" u="none" strike="noStrike" kern="1200" cap="all" spc="0" normalizeH="0" baseline="0" noProof="0">
                <a:ln>
                  <a:noFill/>
                </a:ln>
                <a:solidFill>
                  <a:srgbClr val="494949"/>
                </a:solidFill>
                <a:effectLst/>
                <a:uLnTx/>
                <a:uFillTx/>
                <a:latin typeface="Calibri" panose="020F0502020204030204" pitchFamily="34" charset="0"/>
                <a:ea typeface="Calibri" panose="020F0502020204030204" pitchFamily="34" charset="0"/>
                <a:cs typeface="Calibri" panose="020F0502020204030204" pitchFamily="34" charset="0"/>
              </a:rPr>
              <a:t>Phased and Staggered</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0" i="0" u="none" strike="noStrike" kern="1200" cap="none" spc="0" normalizeH="0" baseline="0" noProof="0">
                <a:ln>
                  <a:noFill/>
                </a:ln>
                <a:solidFill>
                  <a:srgbClr val="494949"/>
                </a:solidFill>
                <a:effectLst/>
                <a:uLnTx/>
                <a:uFillTx/>
                <a:latin typeface="Calibri" panose="020F0502020204030204" pitchFamily="34" charset="0"/>
                <a:ea typeface="Calibri" panose="020F0502020204030204" pitchFamily="34" charset="0"/>
                <a:cs typeface="Calibri" panose="020F0502020204030204" pitchFamily="34" charset="0"/>
              </a:rPr>
              <a:t>ABCD works on a </a:t>
            </a:r>
            <a:r>
              <a:rPr lang="en-US" sz="1400">
                <a:solidFill>
                  <a:srgbClr val="494949"/>
                </a:solidFill>
                <a:latin typeface="Calibri" panose="020F0502020204030204" pitchFamily="34" charset="0"/>
                <a:ea typeface="Calibri" panose="020F0502020204030204" pitchFamily="34" charset="0"/>
                <a:cs typeface="Calibri" panose="020F0502020204030204" pitchFamily="34" charset="0"/>
              </a:rPr>
              <a:t>phased</a:t>
            </a:r>
            <a:r>
              <a:rPr kumimoji="0" lang="en-US" sz="1400" b="0" i="0" u="none" strike="noStrike" kern="1200" cap="none" spc="0" normalizeH="0" baseline="0" noProof="0">
                <a:ln>
                  <a:noFill/>
                </a:ln>
                <a:solidFill>
                  <a:srgbClr val="494949"/>
                </a:solidFill>
                <a:effectLst/>
                <a:uLnTx/>
                <a:uFillTx/>
                <a:latin typeface="Calibri" panose="020F0502020204030204" pitchFamily="34" charset="0"/>
                <a:ea typeface="Calibri" panose="020F0502020204030204" pitchFamily="34" charset="0"/>
                <a:cs typeface="Calibri" panose="020F0502020204030204" pitchFamily="34" charset="0"/>
              </a:rPr>
              <a:t> and a staggered roll-out model to deploy the solutions at a steady pace across the enterprise</a:t>
            </a:r>
            <a:endParaRPr kumimoji="0" lang="en-US" sz="1600" b="1" i="0" u="none" strike="noStrike" kern="1200" cap="all" spc="0" normalizeH="0" baseline="0" noProof="0">
              <a:ln>
                <a:noFill/>
              </a:ln>
              <a:solidFill>
                <a:srgbClr val="0072BC"/>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2624C653-5F0E-F809-CC25-3DD3F9A43481}"/>
              </a:ext>
            </a:extLst>
          </p:cNvPr>
          <p:cNvSpPr txBox="1"/>
          <p:nvPr/>
        </p:nvSpPr>
        <p:spPr>
          <a:xfrm>
            <a:off x="6004082" y="3034403"/>
            <a:ext cx="5153846" cy="80791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600" b="1" i="0" u="none" strike="noStrike" kern="1200" cap="all" spc="0" normalizeH="0" baseline="0" noProof="0">
                <a:ln>
                  <a:noFill/>
                </a:ln>
                <a:solidFill>
                  <a:srgbClr val="EE7D09"/>
                </a:solidFill>
                <a:effectLst/>
                <a:uLnTx/>
                <a:uFillTx/>
                <a:latin typeface="Calibri" panose="020F0502020204030204" pitchFamily="34" charset="0"/>
                <a:ea typeface="Calibri" panose="020F0502020204030204" pitchFamily="34" charset="0"/>
                <a:cs typeface="Calibri" panose="020F0502020204030204" pitchFamily="34" charset="0"/>
              </a:rPr>
              <a:t>Time Allocation</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0" i="0" u="none" strike="noStrike" kern="1200" cap="none" spc="0" normalizeH="0" baseline="0" noProof="0">
                <a:ln>
                  <a:noFill/>
                </a:ln>
                <a:solidFill>
                  <a:srgbClr val="494949"/>
                </a:solidFill>
                <a:effectLst/>
                <a:uLnTx/>
                <a:uFillTx/>
                <a:latin typeface="Calibri" panose="020F0502020204030204" pitchFamily="34" charset="0"/>
                <a:ea typeface="Calibri" panose="020F0502020204030204" pitchFamily="34" charset="0"/>
                <a:cs typeface="Calibri" panose="020F0502020204030204" pitchFamily="34" charset="0"/>
              </a:rPr>
              <a:t>ABCD is based</a:t>
            </a:r>
            <a:r>
              <a:rPr lang="en-US" sz="1400">
                <a:solidFill>
                  <a:srgbClr val="494949"/>
                </a:solidFill>
                <a:latin typeface="Calibri" panose="020F0502020204030204" pitchFamily="34" charset="0"/>
                <a:ea typeface="Calibri" panose="020F0502020204030204" pitchFamily="34" charset="0"/>
                <a:cs typeface="Calibri" panose="020F0502020204030204" pitchFamily="34" charset="0"/>
              </a:rPr>
              <a:t> on a dedicated </a:t>
            </a:r>
            <a:r>
              <a:rPr kumimoji="0" lang="en-US" sz="1400" b="0" i="0" u="none" strike="noStrike" kern="1200" cap="none" spc="0" normalizeH="0" baseline="0" noProof="0">
                <a:ln>
                  <a:noFill/>
                </a:ln>
                <a:solidFill>
                  <a:srgbClr val="494949"/>
                </a:solidFill>
                <a:effectLst/>
                <a:uLnTx/>
                <a:uFillTx/>
                <a:latin typeface="Calibri" panose="020F0502020204030204" pitchFamily="34" charset="0"/>
                <a:ea typeface="Calibri" panose="020F0502020204030204" pitchFamily="34" charset="0"/>
                <a:cs typeface="Calibri" panose="020F0502020204030204" pitchFamily="34" charset="0"/>
              </a:rPr>
              <a:t>project team </a:t>
            </a:r>
            <a:r>
              <a:rPr lang="en-US" sz="1400">
                <a:solidFill>
                  <a:srgbClr val="494949"/>
                </a:solidFill>
                <a:latin typeface="Calibri" panose="020F0502020204030204" pitchFamily="34" charset="0"/>
                <a:ea typeface="Calibri" panose="020F0502020204030204" pitchFamily="34" charset="0"/>
                <a:cs typeface="Calibri" panose="020F0502020204030204" pitchFamily="34" charset="0"/>
              </a:rPr>
              <a:t>allocated for the duration of the project for assuring success</a:t>
            </a:r>
            <a:endParaRPr kumimoji="0" lang="en-US" sz="1400" b="0" i="0" u="none" strike="noStrike" kern="1200" cap="none" spc="0" normalizeH="0" baseline="0" noProof="0">
              <a:ln>
                <a:noFill/>
              </a:ln>
              <a:solidFill>
                <a:srgbClr val="494949"/>
              </a:solidFill>
              <a:effectLst/>
              <a:highlight>
                <a:srgbClr val="FFFF00"/>
              </a:highligh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6" name="TextBox 25">
            <a:extLst>
              <a:ext uri="{FF2B5EF4-FFF2-40B4-BE49-F238E27FC236}">
                <a16:creationId xmlns:a16="http://schemas.microsoft.com/office/drawing/2014/main" id="{63AFE136-170A-7E5B-3991-6E209CEADC06}"/>
              </a:ext>
            </a:extLst>
          </p:cNvPr>
          <p:cNvSpPr txBox="1"/>
          <p:nvPr/>
        </p:nvSpPr>
        <p:spPr>
          <a:xfrm>
            <a:off x="6004082" y="4239182"/>
            <a:ext cx="5153846" cy="5924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600" b="1" i="0" u="none" strike="noStrike" kern="1200" cap="all" spc="0" normalizeH="0" baseline="0" noProof="0">
                <a:ln>
                  <a:noFill/>
                </a:ln>
                <a:solidFill>
                  <a:srgbClr val="87A905"/>
                </a:solidFill>
                <a:effectLst/>
                <a:uLnTx/>
                <a:uFillTx/>
                <a:latin typeface="Calibri" panose="020F0502020204030204" pitchFamily="34" charset="0"/>
                <a:ea typeface="Calibri" panose="020F0502020204030204" pitchFamily="34" charset="0"/>
                <a:cs typeface="Calibri" panose="020F0502020204030204" pitchFamily="34" charset="0"/>
              </a:rPr>
              <a:t>Enterprise</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0" i="0" u="none" strike="noStrike" kern="1200" cap="none" spc="0" normalizeH="0" baseline="0" noProof="0">
                <a:ln>
                  <a:noFill/>
                </a:ln>
                <a:solidFill>
                  <a:srgbClr val="494949"/>
                </a:solidFill>
                <a:effectLst/>
                <a:uLnTx/>
                <a:uFillTx/>
                <a:latin typeface="Calibri" panose="020F0502020204030204" pitchFamily="34" charset="0"/>
                <a:ea typeface="Calibri" panose="020F0502020204030204" pitchFamily="34" charset="0"/>
                <a:cs typeface="Calibri" panose="020F0502020204030204" pitchFamily="34" charset="0"/>
              </a:rPr>
              <a:t>ABCD </a:t>
            </a:r>
            <a:r>
              <a:rPr lang="en-US" sz="1400">
                <a:solidFill>
                  <a:srgbClr val="494949"/>
                </a:solidFill>
                <a:latin typeface="Calibri" panose="020F0502020204030204" pitchFamily="34" charset="0"/>
                <a:ea typeface="Calibri" panose="020F0502020204030204" pitchFamily="34" charset="0"/>
                <a:cs typeface="Calibri" panose="020F0502020204030204" pitchFamily="34" charset="0"/>
              </a:rPr>
              <a:t>methodology designed for </a:t>
            </a:r>
            <a:r>
              <a:rPr kumimoji="0" lang="en-US" sz="1400" b="0" i="0" u="none" strike="noStrike" kern="1200" cap="none" spc="0" normalizeH="0" baseline="0" noProof="0">
                <a:ln>
                  <a:noFill/>
                </a:ln>
                <a:solidFill>
                  <a:srgbClr val="494949"/>
                </a:solidFill>
                <a:effectLst/>
                <a:uLnTx/>
                <a:uFillTx/>
                <a:latin typeface="Calibri" panose="020F0502020204030204" pitchFamily="34" charset="0"/>
                <a:ea typeface="Calibri" panose="020F0502020204030204" pitchFamily="34" charset="0"/>
                <a:cs typeface="Calibri" panose="020F0502020204030204" pitchFamily="34" charset="0"/>
              </a:rPr>
              <a:t>large enterprise deployment model</a:t>
            </a:r>
          </a:p>
        </p:txBody>
      </p:sp>
      <p:sp>
        <p:nvSpPr>
          <p:cNvPr id="27" name="TextBox 26">
            <a:extLst>
              <a:ext uri="{FF2B5EF4-FFF2-40B4-BE49-F238E27FC236}">
                <a16:creationId xmlns:a16="http://schemas.microsoft.com/office/drawing/2014/main" id="{34B06A35-6F70-78EF-0318-8A03D5AEF1A9}"/>
              </a:ext>
            </a:extLst>
          </p:cNvPr>
          <p:cNvSpPr txBox="1"/>
          <p:nvPr/>
        </p:nvSpPr>
        <p:spPr>
          <a:xfrm>
            <a:off x="6004082" y="5162182"/>
            <a:ext cx="5866918" cy="123880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600" b="1" i="0" u="none" strike="noStrike" kern="1200" cap="all" spc="0" normalizeH="0" baseline="0" noProof="0">
                <a:ln>
                  <a:noFill/>
                </a:ln>
                <a:solidFill>
                  <a:srgbClr val="3FC7F2"/>
                </a:solidFill>
                <a:effectLst/>
                <a:uLnTx/>
                <a:uFillTx/>
                <a:latin typeface="Calibri" panose="020F0502020204030204" pitchFamily="34" charset="0"/>
                <a:ea typeface="Calibri" panose="020F0502020204030204" pitchFamily="34" charset="0"/>
                <a:cs typeface="Calibri" panose="020F0502020204030204" pitchFamily="34" charset="0"/>
              </a:rPr>
              <a:t>Iterative Process</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0" i="0" u="none" strike="noStrike" kern="1200" cap="none" spc="0" normalizeH="0" baseline="0" noProof="0">
                <a:ln>
                  <a:noFill/>
                </a:ln>
                <a:solidFill>
                  <a:srgbClr val="494949"/>
                </a:solidFill>
                <a:effectLst/>
                <a:uLnTx/>
                <a:uFillTx/>
                <a:latin typeface="Calibri" panose="020F0502020204030204" pitchFamily="34" charset="0"/>
                <a:ea typeface="Calibri" panose="020F0502020204030204" pitchFamily="34" charset="0"/>
                <a:cs typeface="Calibri" panose="020F0502020204030204" pitchFamily="34" charset="0"/>
              </a:rPr>
              <a:t>ABCD is based on the idea that configuration, build and test should be done in an iterative fashion with user involvement throughout the configuration cycle to have the desired output with least number of changes in each of the subsequent builds</a:t>
            </a:r>
          </a:p>
        </p:txBody>
      </p:sp>
      <p:cxnSp>
        <p:nvCxnSpPr>
          <p:cNvPr id="48" name="Straight Connector 47">
            <a:extLst>
              <a:ext uri="{FF2B5EF4-FFF2-40B4-BE49-F238E27FC236}">
                <a16:creationId xmlns:a16="http://schemas.microsoft.com/office/drawing/2014/main" id="{6564E107-9550-8206-FD05-3B112BF5C54B}"/>
              </a:ext>
            </a:extLst>
          </p:cNvPr>
          <p:cNvCxnSpPr/>
          <p:nvPr/>
        </p:nvCxnSpPr>
        <p:spPr>
          <a:xfrm>
            <a:off x="5858610" y="1035300"/>
            <a:ext cx="0" cy="548640"/>
          </a:xfrm>
          <a:prstGeom prst="line">
            <a:avLst/>
          </a:prstGeom>
          <a:ln w="31750">
            <a:solidFill>
              <a:srgbClr val="0072BC"/>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32FA4796-D04F-D00D-DBB6-D7B81819F31B}"/>
              </a:ext>
            </a:extLst>
          </p:cNvPr>
          <p:cNvCxnSpPr/>
          <p:nvPr/>
        </p:nvCxnSpPr>
        <p:spPr>
          <a:xfrm>
            <a:off x="5858610" y="2081546"/>
            <a:ext cx="0" cy="548640"/>
          </a:xfrm>
          <a:prstGeom prst="line">
            <a:avLst/>
          </a:prstGeom>
          <a:ln w="31750">
            <a:solidFill>
              <a:srgbClr val="494949"/>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804F99F-708E-660D-BE13-818EDC8DEB8B}"/>
              </a:ext>
            </a:extLst>
          </p:cNvPr>
          <p:cNvCxnSpPr/>
          <p:nvPr/>
        </p:nvCxnSpPr>
        <p:spPr>
          <a:xfrm>
            <a:off x="5858610" y="3176192"/>
            <a:ext cx="0" cy="548640"/>
          </a:xfrm>
          <a:prstGeom prst="line">
            <a:avLst/>
          </a:prstGeom>
          <a:ln w="31750">
            <a:solidFill>
              <a:srgbClr val="EE7D09"/>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B5B34A39-53C8-381E-A03C-38BE5815D494}"/>
              </a:ext>
            </a:extLst>
          </p:cNvPr>
          <p:cNvCxnSpPr/>
          <p:nvPr/>
        </p:nvCxnSpPr>
        <p:spPr>
          <a:xfrm>
            <a:off x="5849820" y="4270674"/>
            <a:ext cx="0" cy="548640"/>
          </a:xfrm>
          <a:prstGeom prst="line">
            <a:avLst/>
          </a:prstGeom>
          <a:ln w="31750">
            <a:solidFill>
              <a:srgbClr val="87A905"/>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D1FBA172-F26D-C02B-1A75-9E834AFA0792}"/>
              </a:ext>
            </a:extLst>
          </p:cNvPr>
          <p:cNvCxnSpPr/>
          <p:nvPr/>
        </p:nvCxnSpPr>
        <p:spPr>
          <a:xfrm>
            <a:off x="5849820" y="5512006"/>
            <a:ext cx="0" cy="548640"/>
          </a:xfrm>
          <a:prstGeom prst="line">
            <a:avLst/>
          </a:prstGeom>
          <a:ln w="31750">
            <a:solidFill>
              <a:srgbClr val="3FC7F2"/>
            </a:solidFill>
          </a:ln>
        </p:spPr>
        <p:style>
          <a:lnRef idx="1">
            <a:schemeClr val="accent1"/>
          </a:lnRef>
          <a:fillRef idx="0">
            <a:schemeClr val="accent1"/>
          </a:fillRef>
          <a:effectRef idx="0">
            <a:schemeClr val="accent1"/>
          </a:effectRef>
          <a:fontRef idx="minor">
            <a:schemeClr val="tx1"/>
          </a:fontRef>
        </p:style>
      </p:cxnSp>
      <p:pic>
        <p:nvPicPr>
          <p:cNvPr id="16" name="Graphic 15">
            <a:extLst>
              <a:ext uri="{FF2B5EF4-FFF2-40B4-BE49-F238E27FC236}">
                <a16:creationId xmlns:a16="http://schemas.microsoft.com/office/drawing/2014/main" id="{A1994FCA-DB22-9518-4F85-B2E85E14AAD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23735" y="1958060"/>
            <a:ext cx="839132" cy="839132"/>
          </a:xfrm>
          <a:prstGeom prst="rect">
            <a:avLst/>
          </a:prstGeom>
        </p:spPr>
      </p:pic>
      <p:pic>
        <p:nvPicPr>
          <p:cNvPr id="18" name="Graphic 17">
            <a:extLst>
              <a:ext uri="{FF2B5EF4-FFF2-40B4-BE49-F238E27FC236}">
                <a16:creationId xmlns:a16="http://schemas.microsoft.com/office/drawing/2014/main" id="{0811B23F-C4B0-3639-4BA6-26079B5E6FD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29275" y="4152656"/>
            <a:ext cx="959304" cy="959304"/>
          </a:xfrm>
          <a:prstGeom prst="rect">
            <a:avLst/>
          </a:prstGeom>
        </p:spPr>
      </p:pic>
      <p:pic>
        <p:nvPicPr>
          <p:cNvPr id="20" name="Graphic 19">
            <a:extLst>
              <a:ext uri="{FF2B5EF4-FFF2-40B4-BE49-F238E27FC236}">
                <a16:creationId xmlns:a16="http://schemas.microsoft.com/office/drawing/2014/main" id="{D4DA0963-A31B-BED2-F967-23462285110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83981" y="4152656"/>
            <a:ext cx="859980" cy="859980"/>
          </a:xfrm>
          <a:prstGeom prst="rect">
            <a:avLst/>
          </a:prstGeom>
        </p:spPr>
      </p:pic>
      <p:pic>
        <p:nvPicPr>
          <p:cNvPr id="22" name="Graphic 21">
            <a:extLst>
              <a:ext uri="{FF2B5EF4-FFF2-40B4-BE49-F238E27FC236}">
                <a16:creationId xmlns:a16="http://schemas.microsoft.com/office/drawing/2014/main" id="{EB0456AD-DB96-518E-845C-4DB584AFBC6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36371" y="2852164"/>
            <a:ext cx="774484" cy="774484"/>
          </a:xfrm>
          <a:prstGeom prst="rect">
            <a:avLst/>
          </a:prstGeom>
        </p:spPr>
      </p:pic>
      <p:pic>
        <p:nvPicPr>
          <p:cNvPr id="35" name="Graphic 34">
            <a:extLst>
              <a:ext uri="{FF2B5EF4-FFF2-40B4-BE49-F238E27FC236}">
                <a16:creationId xmlns:a16="http://schemas.microsoft.com/office/drawing/2014/main" id="{97C4E9D5-9F64-2234-C146-FB7C9F10E10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841247" y="2912856"/>
            <a:ext cx="696962" cy="696962"/>
          </a:xfrm>
          <a:prstGeom prst="rect">
            <a:avLst/>
          </a:prstGeom>
        </p:spPr>
      </p:pic>
    </p:spTree>
    <p:extLst>
      <p:ext uri="{BB962C8B-B14F-4D97-AF65-F5344CB8AC3E}">
        <p14:creationId xmlns:p14="http://schemas.microsoft.com/office/powerpoint/2010/main" val="4562551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76396-4089-89DE-6BE3-538F62388F84}"/>
              </a:ext>
            </a:extLst>
          </p:cNvPr>
          <p:cNvSpPr>
            <a:spLocks noGrp="1"/>
          </p:cNvSpPr>
          <p:nvPr>
            <p:ph type="title"/>
          </p:nvPr>
        </p:nvSpPr>
        <p:spPr/>
        <p:txBody>
          <a:bodyPr/>
          <a:lstStyle/>
          <a:p>
            <a:r>
              <a:rPr lang="en-IN"/>
              <a:t>ABCD - Steps and Key Milestones</a:t>
            </a:r>
          </a:p>
        </p:txBody>
      </p:sp>
      <p:pic>
        <p:nvPicPr>
          <p:cNvPr id="3" name="Picture 2">
            <a:extLst>
              <a:ext uri="{FF2B5EF4-FFF2-40B4-BE49-F238E27FC236}">
                <a16:creationId xmlns:a16="http://schemas.microsoft.com/office/drawing/2014/main" id="{54606ECA-7C81-D559-CCAF-6AA2DC4B2788}"/>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1262806" y="178794"/>
            <a:ext cx="598085" cy="598085"/>
          </a:xfrm>
          <a:prstGeom prst="rect">
            <a:avLst/>
          </a:prstGeom>
          <a:ln>
            <a:solidFill>
              <a:schemeClr val="bg1"/>
            </a:solidFill>
          </a:ln>
        </p:spPr>
      </p:pic>
      <p:sp>
        <p:nvSpPr>
          <p:cNvPr id="5" name="L-Shape 4">
            <a:extLst>
              <a:ext uri="{FF2B5EF4-FFF2-40B4-BE49-F238E27FC236}">
                <a16:creationId xmlns:a16="http://schemas.microsoft.com/office/drawing/2014/main" id="{0C2B05F9-0526-DF20-E36B-0A4C36B4AC40}"/>
              </a:ext>
            </a:extLst>
          </p:cNvPr>
          <p:cNvSpPr/>
          <p:nvPr/>
        </p:nvSpPr>
        <p:spPr>
          <a:xfrm rot="5400000">
            <a:off x="1287738" y="4693883"/>
            <a:ext cx="769231" cy="1647109"/>
          </a:xfrm>
          <a:prstGeom prst="corner">
            <a:avLst>
              <a:gd name="adj1" fmla="val 16120"/>
              <a:gd name="adj2" fmla="val 16110"/>
            </a:avLst>
          </a:prstGeom>
          <a:solidFill>
            <a:srgbClr val="0072BC"/>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riangle 44">
            <a:extLst>
              <a:ext uri="{FF2B5EF4-FFF2-40B4-BE49-F238E27FC236}">
                <a16:creationId xmlns:a16="http://schemas.microsoft.com/office/drawing/2014/main" id="{BBACD74C-8D11-C61F-F5E8-813857F84517}"/>
              </a:ext>
            </a:extLst>
          </p:cNvPr>
          <p:cNvSpPr/>
          <p:nvPr/>
        </p:nvSpPr>
        <p:spPr>
          <a:xfrm>
            <a:off x="2240868" y="4469307"/>
            <a:ext cx="218033" cy="218033"/>
          </a:xfrm>
          <a:prstGeom prst="triangle">
            <a:avLst>
              <a:gd name="adj" fmla="val 100000"/>
            </a:avLst>
          </a:prstGeom>
          <a:solidFill>
            <a:srgbClr val="0070C0"/>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L-Shape 6">
            <a:extLst>
              <a:ext uri="{FF2B5EF4-FFF2-40B4-BE49-F238E27FC236}">
                <a16:creationId xmlns:a16="http://schemas.microsoft.com/office/drawing/2014/main" id="{0A2D66F3-DA5D-449F-C827-7332E9EEF0E0}"/>
              </a:ext>
            </a:extLst>
          </p:cNvPr>
          <p:cNvSpPr/>
          <p:nvPr/>
        </p:nvSpPr>
        <p:spPr>
          <a:xfrm rot="5400000">
            <a:off x="3029933" y="4029922"/>
            <a:ext cx="769231" cy="1647109"/>
          </a:xfrm>
          <a:prstGeom prst="corner">
            <a:avLst>
              <a:gd name="adj1" fmla="val 16120"/>
              <a:gd name="adj2" fmla="val 16110"/>
            </a:avLst>
          </a:prstGeom>
          <a:solidFill>
            <a:srgbClr val="494949"/>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Freeform 46">
            <a:extLst>
              <a:ext uri="{FF2B5EF4-FFF2-40B4-BE49-F238E27FC236}">
                <a16:creationId xmlns:a16="http://schemas.microsoft.com/office/drawing/2014/main" id="{F56FD95A-9548-76B6-A4EF-21B424AF9CA2}"/>
              </a:ext>
            </a:extLst>
          </p:cNvPr>
          <p:cNvSpPr/>
          <p:nvPr/>
        </p:nvSpPr>
        <p:spPr>
          <a:xfrm>
            <a:off x="2144760" y="4595924"/>
            <a:ext cx="1155576" cy="1012930"/>
          </a:xfrm>
          <a:custGeom>
            <a:avLst/>
            <a:gdLst>
              <a:gd name="connsiteX0" fmla="*/ 0 w 1155576"/>
              <a:gd name="connsiteY0" fmla="*/ 0 h 1012930"/>
              <a:gd name="connsiteX1" fmla="*/ 1155576 w 1155576"/>
              <a:gd name="connsiteY1" fmla="*/ 0 h 1012930"/>
              <a:gd name="connsiteX2" fmla="*/ 1155576 w 1155576"/>
              <a:gd name="connsiteY2" fmla="*/ 1012930 h 1012930"/>
              <a:gd name="connsiteX3" fmla="*/ 0 w 1155576"/>
              <a:gd name="connsiteY3" fmla="*/ 1012930 h 1012930"/>
              <a:gd name="connsiteX4" fmla="*/ 0 w 1155576"/>
              <a:gd name="connsiteY4" fmla="*/ 0 h 1012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576" h="1012930">
                <a:moveTo>
                  <a:pt x="0" y="0"/>
                </a:moveTo>
                <a:lnTo>
                  <a:pt x="1155576" y="0"/>
                </a:lnTo>
                <a:lnTo>
                  <a:pt x="1155576" y="1012930"/>
                </a:lnTo>
                <a:lnTo>
                  <a:pt x="0" y="1012930"/>
                </a:lnTo>
                <a:lnTo>
                  <a:pt x="0" y="0"/>
                </a:lnTo>
                <a:close/>
              </a:path>
            </a:pathLst>
          </a:custGeom>
          <a:noFill/>
          <a:ln>
            <a:noFill/>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75260" tIns="175260" rIns="175260" bIns="175260" numCol="1" spcCol="1270" anchor="t" anchorCtr="0">
            <a:noAutofit/>
          </a:bodyPr>
          <a:lstStyle/>
          <a:p>
            <a:pPr marL="0" marR="0" lvl="0" indent="0" algn="l" defTabSz="2044700" rtl="0" eaLnBrk="1" fontAlgn="auto" latinLnBrk="0" hangingPunct="1">
              <a:lnSpc>
                <a:spcPct val="90000"/>
              </a:lnSpc>
              <a:spcBef>
                <a:spcPct val="0"/>
              </a:spcBef>
              <a:spcAft>
                <a:spcPct val="35000"/>
              </a:spcAft>
              <a:buClrTx/>
              <a:buSzTx/>
              <a:buFontTx/>
              <a:buNone/>
              <a:tabLst/>
              <a:defRPr/>
            </a:pPr>
            <a:r>
              <a:rPr kumimoji="0" lang="id-ID" sz="4600" b="0" i="0" u="none" strike="noStrike" kern="1200" cap="none" spc="0" normalizeH="0" baseline="0" noProof="0">
                <a:ln>
                  <a:noFill/>
                </a:ln>
                <a:solidFill>
                  <a:srgbClr val="273339">
                    <a:hueOff val="0"/>
                    <a:satOff val="0"/>
                    <a:lumOff val="0"/>
                    <a:alphaOff val="0"/>
                  </a:srgbClr>
                </a:solidFill>
                <a:effectLst/>
                <a:uLnTx/>
                <a:uFillTx/>
                <a:latin typeface="Calibri" panose="020F0502020204030204"/>
                <a:ea typeface="Open Sans" panose="020B0606030504020204" pitchFamily="34" charset="0"/>
                <a:cs typeface="Open Sans" panose="020B0606030504020204" pitchFamily="34" charset="0"/>
              </a:rPr>
              <a:t>   </a:t>
            </a:r>
            <a:endParaRPr kumimoji="0" lang="en-US" sz="4600" b="0" i="0" u="none" strike="noStrike" kern="1200" cap="none" spc="0" normalizeH="0" baseline="0" noProof="0">
              <a:ln>
                <a:noFill/>
              </a:ln>
              <a:solidFill>
                <a:srgbClr val="273339">
                  <a:hueOff val="0"/>
                  <a:satOff val="0"/>
                  <a:lumOff val="0"/>
                  <a:alphaOff val="0"/>
                </a:srgbClr>
              </a:solidFill>
              <a:effectLst/>
              <a:uLnTx/>
              <a:uFillTx/>
              <a:latin typeface="Calibri" panose="020F0502020204030204"/>
              <a:ea typeface="Open Sans" panose="020B0606030504020204" pitchFamily="34" charset="0"/>
              <a:cs typeface="Open Sans" panose="020B0606030504020204" pitchFamily="34" charset="0"/>
            </a:endParaRPr>
          </a:p>
        </p:txBody>
      </p:sp>
      <p:sp>
        <p:nvSpPr>
          <p:cNvPr id="9" name="Triangle 47">
            <a:extLst>
              <a:ext uri="{FF2B5EF4-FFF2-40B4-BE49-F238E27FC236}">
                <a16:creationId xmlns:a16="http://schemas.microsoft.com/office/drawing/2014/main" id="{1300BAB8-DB3E-FB76-248B-5BE49F2EE074}"/>
              </a:ext>
            </a:extLst>
          </p:cNvPr>
          <p:cNvSpPr/>
          <p:nvPr/>
        </p:nvSpPr>
        <p:spPr>
          <a:xfrm>
            <a:off x="3969412" y="4119250"/>
            <a:ext cx="218033" cy="218033"/>
          </a:xfrm>
          <a:prstGeom prst="triangle">
            <a:avLst>
              <a:gd name="adj" fmla="val 100000"/>
            </a:avLst>
          </a:prstGeom>
          <a:solidFill>
            <a:srgbClr val="494949"/>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L-Shape 9">
            <a:extLst>
              <a:ext uri="{FF2B5EF4-FFF2-40B4-BE49-F238E27FC236}">
                <a16:creationId xmlns:a16="http://schemas.microsoft.com/office/drawing/2014/main" id="{279FB904-0FF9-F869-1263-427023105CD2}"/>
              </a:ext>
            </a:extLst>
          </p:cNvPr>
          <p:cNvSpPr/>
          <p:nvPr/>
        </p:nvSpPr>
        <p:spPr>
          <a:xfrm rot="5400000">
            <a:off x="4772136" y="3679865"/>
            <a:ext cx="769231" cy="1647109"/>
          </a:xfrm>
          <a:prstGeom prst="corner">
            <a:avLst>
              <a:gd name="adj1" fmla="val 16120"/>
              <a:gd name="adj2" fmla="val 16110"/>
            </a:avLst>
          </a:prstGeom>
          <a:solidFill>
            <a:srgbClr val="EE7D09"/>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Freeform 49">
            <a:extLst>
              <a:ext uri="{FF2B5EF4-FFF2-40B4-BE49-F238E27FC236}">
                <a16:creationId xmlns:a16="http://schemas.microsoft.com/office/drawing/2014/main" id="{CBD73696-0070-418B-8128-21C0874BBC04}"/>
              </a:ext>
            </a:extLst>
          </p:cNvPr>
          <p:cNvSpPr/>
          <p:nvPr/>
        </p:nvSpPr>
        <p:spPr>
          <a:xfrm>
            <a:off x="4460170" y="4245867"/>
            <a:ext cx="1155576" cy="1012930"/>
          </a:xfrm>
          <a:custGeom>
            <a:avLst/>
            <a:gdLst>
              <a:gd name="connsiteX0" fmla="*/ 0 w 1155576"/>
              <a:gd name="connsiteY0" fmla="*/ 0 h 1012930"/>
              <a:gd name="connsiteX1" fmla="*/ 1155576 w 1155576"/>
              <a:gd name="connsiteY1" fmla="*/ 0 h 1012930"/>
              <a:gd name="connsiteX2" fmla="*/ 1155576 w 1155576"/>
              <a:gd name="connsiteY2" fmla="*/ 1012930 h 1012930"/>
              <a:gd name="connsiteX3" fmla="*/ 0 w 1155576"/>
              <a:gd name="connsiteY3" fmla="*/ 1012930 h 1012930"/>
              <a:gd name="connsiteX4" fmla="*/ 0 w 1155576"/>
              <a:gd name="connsiteY4" fmla="*/ 0 h 1012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576" h="1012930">
                <a:moveTo>
                  <a:pt x="0" y="0"/>
                </a:moveTo>
                <a:lnTo>
                  <a:pt x="1155576" y="0"/>
                </a:lnTo>
                <a:lnTo>
                  <a:pt x="1155576" y="1012930"/>
                </a:lnTo>
                <a:lnTo>
                  <a:pt x="0" y="1012930"/>
                </a:lnTo>
                <a:lnTo>
                  <a:pt x="0" y="0"/>
                </a:lnTo>
                <a:close/>
              </a:path>
            </a:pathLst>
          </a:custGeom>
          <a:noFill/>
          <a:ln>
            <a:noFill/>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75260" tIns="175260" rIns="175260" bIns="175260" numCol="1" spcCol="1270" anchor="t" anchorCtr="0">
            <a:noAutofit/>
          </a:bodyPr>
          <a:lstStyle/>
          <a:p>
            <a:pPr marL="0" marR="0" lvl="0" indent="0" algn="l" defTabSz="2044700" rtl="0" eaLnBrk="1" fontAlgn="auto" latinLnBrk="0" hangingPunct="1">
              <a:lnSpc>
                <a:spcPct val="90000"/>
              </a:lnSpc>
              <a:spcBef>
                <a:spcPct val="0"/>
              </a:spcBef>
              <a:spcAft>
                <a:spcPct val="35000"/>
              </a:spcAft>
              <a:buClrTx/>
              <a:buSzTx/>
              <a:buFontTx/>
              <a:buNone/>
              <a:tabLst/>
              <a:defRPr/>
            </a:pPr>
            <a:r>
              <a:rPr kumimoji="0" lang="id-ID" sz="4600" b="0" i="0" u="none" strike="noStrike" kern="1200" cap="none" spc="0" normalizeH="0" baseline="0" noProof="0">
                <a:ln>
                  <a:noFill/>
                </a:ln>
                <a:solidFill>
                  <a:srgbClr val="273339">
                    <a:hueOff val="0"/>
                    <a:satOff val="0"/>
                    <a:lumOff val="0"/>
                    <a:alphaOff val="0"/>
                  </a:srgbClr>
                </a:solidFill>
                <a:effectLst/>
                <a:uLnTx/>
                <a:uFillTx/>
                <a:latin typeface="Calibri" panose="020F0502020204030204"/>
                <a:ea typeface="Open Sans" panose="020B0606030504020204" pitchFamily="34" charset="0"/>
                <a:cs typeface="Open Sans" panose="020B0606030504020204" pitchFamily="34" charset="0"/>
              </a:rPr>
              <a:t>   </a:t>
            </a:r>
            <a:endParaRPr kumimoji="0" lang="en-US" sz="4600" b="0" i="0" u="none" strike="noStrike" kern="1200" cap="none" spc="0" normalizeH="0" baseline="0" noProof="0">
              <a:ln>
                <a:noFill/>
              </a:ln>
              <a:solidFill>
                <a:srgbClr val="273339">
                  <a:hueOff val="0"/>
                  <a:satOff val="0"/>
                  <a:lumOff val="0"/>
                  <a:alphaOff val="0"/>
                </a:srgbClr>
              </a:solidFill>
              <a:effectLst/>
              <a:uLnTx/>
              <a:uFillTx/>
              <a:latin typeface="Calibri" panose="020F0502020204030204"/>
              <a:ea typeface="Open Sans" panose="020B0606030504020204" pitchFamily="34" charset="0"/>
              <a:cs typeface="Open Sans" panose="020B0606030504020204" pitchFamily="34" charset="0"/>
            </a:endParaRPr>
          </a:p>
        </p:txBody>
      </p:sp>
      <p:sp>
        <p:nvSpPr>
          <p:cNvPr id="12" name="Triangle 50">
            <a:extLst>
              <a:ext uri="{FF2B5EF4-FFF2-40B4-BE49-F238E27FC236}">
                <a16:creationId xmlns:a16="http://schemas.microsoft.com/office/drawing/2014/main" id="{D34F8581-0C75-3FD0-3659-ABB34139737A}"/>
              </a:ext>
            </a:extLst>
          </p:cNvPr>
          <p:cNvSpPr/>
          <p:nvPr/>
        </p:nvSpPr>
        <p:spPr>
          <a:xfrm>
            <a:off x="5738910" y="3796489"/>
            <a:ext cx="218033" cy="218033"/>
          </a:xfrm>
          <a:prstGeom prst="triangle">
            <a:avLst>
              <a:gd name="adj" fmla="val 100000"/>
            </a:avLst>
          </a:prstGeom>
          <a:solidFill>
            <a:srgbClr val="F89A28"/>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L-Shape 12">
            <a:extLst>
              <a:ext uri="{FF2B5EF4-FFF2-40B4-BE49-F238E27FC236}">
                <a16:creationId xmlns:a16="http://schemas.microsoft.com/office/drawing/2014/main" id="{B5DF0F4D-8837-74D8-2914-A56423151CF1}"/>
              </a:ext>
            </a:extLst>
          </p:cNvPr>
          <p:cNvSpPr/>
          <p:nvPr/>
        </p:nvSpPr>
        <p:spPr>
          <a:xfrm rot="5400000">
            <a:off x="6582572" y="3329808"/>
            <a:ext cx="769231" cy="1647109"/>
          </a:xfrm>
          <a:prstGeom prst="corner">
            <a:avLst>
              <a:gd name="adj1" fmla="val 16120"/>
              <a:gd name="adj2" fmla="val 16110"/>
            </a:avLst>
          </a:prstGeom>
          <a:solidFill>
            <a:srgbClr val="87A905"/>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52">
            <a:extLst>
              <a:ext uri="{FF2B5EF4-FFF2-40B4-BE49-F238E27FC236}">
                <a16:creationId xmlns:a16="http://schemas.microsoft.com/office/drawing/2014/main" id="{08577B00-023A-05F2-4271-30F958C80E1D}"/>
              </a:ext>
            </a:extLst>
          </p:cNvPr>
          <p:cNvSpPr/>
          <p:nvPr/>
        </p:nvSpPr>
        <p:spPr>
          <a:xfrm>
            <a:off x="6270606" y="3895810"/>
            <a:ext cx="1155576" cy="1012930"/>
          </a:xfrm>
          <a:custGeom>
            <a:avLst/>
            <a:gdLst>
              <a:gd name="connsiteX0" fmla="*/ 0 w 1155576"/>
              <a:gd name="connsiteY0" fmla="*/ 0 h 1012930"/>
              <a:gd name="connsiteX1" fmla="*/ 1155576 w 1155576"/>
              <a:gd name="connsiteY1" fmla="*/ 0 h 1012930"/>
              <a:gd name="connsiteX2" fmla="*/ 1155576 w 1155576"/>
              <a:gd name="connsiteY2" fmla="*/ 1012930 h 1012930"/>
              <a:gd name="connsiteX3" fmla="*/ 0 w 1155576"/>
              <a:gd name="connsiteY3" fmla="*/ 1012930 h 1012930"/>
              <a:gd name="connsiteX4" fmla="*/ 0 w 1155576"/>
              <a:gd name="connsiteY4" fmla="*/ 0 h 1012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576" h="1012930">
                <a:moveTo>
                  <a:pt x="0" y="0"/>
                </a:moveTo>
                <a:lnTo>
                  <a:pt x="1155576" y="0"/>
                </a:lnTo>
                <a:lnTo>
                  <a:pt x="1155576" y="1012930"/>
                </a:lnTo>
                <a:lnTo>
                  <a:pt x="0" y="1012930"/>
                </a:lnTo>
                <a:lnTo>
                  <a:pt x="0" y="0"/>
                </a:lnTo>
                <a:close/>
              </a:path>
            </a:pathLst>
          </a:custGeom>
          <a:noFill/>
          <a:ln>
            <a:noFill/>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75260" tIns="175260" rIns="175260" bIns="175260" numCol="1" spcCol="1270" anchor="t" anchorCtr="0">
            <a:noAutofit/>
          </a:bodyPr>
          <a:lstStyle/>
          <a:p>
            <a:pPr marL="0" marR="0" lvl="0" indent="0" algn="l" defTabSz="2044700" rtl="0" eaLnBrk="1" fontAlgn="auto" latinLnBrk="0" hangingPunct="1">
              <a:lnSpc>
                <a:spcPct val="90000"/>
              </a:lnSpc>
              <a:spcBef>
                <a:spcPct val="0"/>
              </a:spcBef>
              <a:spcAft>
                <a:spcPct val="35000"/>
              </a:spcAft>
              <a:buClrTx/>
              <a:buSzTx/>
              <a:buFontTx/>
              <a:buNone/>
              <a:tabLst/>
              <a:defRPr/>
            </a:pPr>
            <a:endParaRPr kumimoji="0" lang="en-US" sz="4600" b="0" i="0" u="none" strike="noStrike" kern="1200" cap="none" spc="0" normalizeH="0" baseline="0" noProof="0">
              <a:ln>
                <a:noFill/>
              </a:ln>
              <a:solidFill>
                <a:srgbClr val="273339">
                  <a:hueOff val="0"/>
                  <a:satOff val="0"/>
                  <a:lumOff val="0"/>
                  <a:alphaOff val="0"/>
                </a:srgbClr>
              </a:solidFill>
              <a:effectLst/>
              <a:uLnTx/>
              <a:uFillTx/>
              <a:latin typeface="Calibri" panose="020F0502020204030204"/>
              <a:ea typeface="Open Sans" panose="020B0606030504020204" pitchFamily="34" charset="0"/>
              <a:cs typeface="Open Sans" panose="020B0606030504020204" pitchFamily="34" charset="0"/>
            </a:endParaRPr>
          </a:p>
        </p:txBody>
      </p:sp>
      <p:sp>
        <p:nvSpPr>
          <p:cNvPr id="15" name="Triangle 53">
            <a:extLst>
              <a:ext uri="{FF2B5EF4-FFF2-40B4-BE49-F238E27FC236}">
                <a16:creationId xmlns:a16="http://schemas.microsoft.com/office/drawing/2014/main" id="{773AC2F4-9D46-E7C5-56BD-F999514B094A}"/>
              </a:ext>
            </a:extLst>
          </p:cNvPr>
          <p:cNvSpPr/>
          <p:nvPr/>
        </p:nvSpPr>
        <p:spPr>
          <a:xfrm>
            <a:off x="7508403" y="3446432"/>
            <a:ext cx="218033" cy="218033"/>
          </a:xfrm>
          <a:prstGeom prst="triangle">
            <a:avLst>
              <a:gd name="adj" fmla="val 100000"/>
            </a:avLst>
          </a:prstGeom>
          <a:solidFill>
            <a:srgbClr val="B3BE34"/>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L-Shape 15">
            <a:extLst>
              <a:ext uri="{FF2B5EF4-FFF2-40B4-BE49-F238E27FC236}">
                <a16:creationId xmlns:a16="http://schemas.microsoft.com/office/drawing/2014/main" id="{EFC2974F-B1CF-0AAE-367C-D12D7FA593C2}"/>
              </a:ext>
            </a:extLst>
          </p:cNvPr>
          <p:cNvSpPr/>
          <p:nvPr/>
        </p:nvSpPr>
        <p:spPr>
          <a:xfrm rot="5400000">
            <a:off x="8365710" y="2979751"/>
            <a:ext cx="769231" cy="1647109"/>
          </a:xfrm>
          <a:prstGeom prst="corner">
            <a:avLst>
              <a:gd name="adj1" fmla="val 16120"/>
              <a:gd name="adj2" fmla="val 16110"/>
            </a:avLst>
          </a:prstGeom>
          <a:solidFill>
            <a:srgbClr val="3FC7F2"/>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Freeform 55">
            <a:extLst>
              <a:ext uri="{FF2B5EF4-FFF2-40B4-BE49-F238E27FC236}">
                <a16:creationId xmlns:a16="http://schemas.microsoft.com/office/drawing/2014/main" id="{EAEE04F1-F873-3226-5707-310836F27C2B}"/>
              </a:ext>
            </a:extLst>
          </p:cNvPr>
          <p:cNvSpPr/>
          <p:nvPr/>
        </p:nvSpPr>
        <p:spPr>
          <a:xfrm>
            <a:off x="6388716" y="3545753"/>
            <a:ext cx="1155576" cy="1012930"/>
          </a:xfrm>
          <a:custGeom>
            <a:avLst/>
            <a:gdLst>
              <a:gd name="connsiteX0" fmla="*/ 0 w 1155576"/>
              <a:gd name="connsiteY0" fmla="*/ 0 h 1012930"/>
              <a:gd name="connsiteX1" fmla="*/ 1155576 w 1155576"/>
              <a:gd name="connsiteY1" fmla="*/ 0 h 1012930"/>
              <a:gd name="connsiteX2" fmla="*/ 1155576 w 1155576"/>
              <a:gd name="connsiteY2" fmla="*/ 1012930 h 1012930"/>
              <a:gd name="connsiteX3" fmla="*/ 0 w 1155576"/>
              <a:gd name="connsiteY3" fmla="*/ 1012930 h 1012930"/>
              <a:gd name="connsiteX4" fmla="*/ 0 w 1155576"/>
              <a:gd name="connsiteY4" fmla="*/ 0 h 1012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576" h="1012930">
                <a:moveTo>
                  <a:pt x="0" y="0"/>
                </a:moveTo>
                <a:lnTo>
                  <a:pt x="1155576" y="0"/>
                </a:lnTo>
                <a:lnTo>
                  <a:pt x="1155576" y="1012930"/>
                </a:lnTo>
                <a:lnTo>
                  <a:pt x="0" y="1012930"/>
                </a:lnTo>
                <a:lnTo>
                  <a:pt x="0" y="0"/>
                </a:lnTo>
                <a:close/>
              </a:path>
            </a:pathLst>
          </a:custGeom>
          <a:noFill/>
          <a:ln>
            <a:noFill/>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75260" tIns="175260" rIns="175260" bIns="175260" numCol="1" spcCol="1270" anchor="t" anchorCtr="0">
            <a:noAutofit/>
          </a:bodyPr>
          <a:lstStyle/>
          <a:p>
            <a:pPr marL="0" marR="0" lvl="0" indent="0" algn="l" defTabSz="2044700" rtl="0" eaLnBrk="1" fontAlgn="auto" latinLnBrk="0" hangingPunct="1">
              <a:lnSpc>
                <a:spcPct val="90000"/>
              </a:lnSpc>
              <a:spcBef>
                <a:spcPct val="0"/>
              </a:spcBef>
              <a:spcAft>
                <a:spcPct val="35000"/>
              </a:spcAft>
              <a:buClrTx/>
              <a:buSzTx/>
              <a:buFontTx/>
              <a:buNone/>
              <a:tabLst/>
              <a:defRPr/>
            </a:pPr>
            <a:endParaRPr kumimoji="0" lang="en-US" sz="4600" b="0" i="0" u="none" strike="noStrike" kern="1200" cap="none" spc="0" normalizeH="0" baseline="0" noProof="0">
              <a:ln>
                <a:noFill/>
              </a:ln>
              <a:solidFill>
                <a:srgbClr val="273339">
                  <a:hueOff val="0"/>
                  <a:satOff val="0"/>
                  <a:lumOff val="0"/>
                  <a:alphaOff val="0"/>
                </a:srgbClr>
              </a:solidFill>
              <a:effectLst/>
              <a:uLnTx/>
              <a:uFillTx/>
              <a:latin typeface="Calibri" panose="020F0502020204030204"/>
              <a:ea typeface="Open Sans" panose="020B0606030504020204" pitchFamily="34" charset="0"/>
              <a:cs typeface="Open Sans" panose="020B0606030504020204" pitchFamily="34" charset="0"/>
            </a:endParaRPr>
          </a:p>
        </p:txBody>
      </p:sp>
      <p:sp>
        <p:nvSpPr>
          <p:cNvPr id="18" name="Triangle 56">
            <a:extLst>
              <a:ext uri="{FF2B5EF4-FFF2-40B4-BE49-F238E27FC236}">
                <a16:creationId xmlns:a16="http://schemas.microsoft.com/office/drawing/2014/main" id="{3B69C8A3-8847-FFD4-F747-F449A8D0DE40}"/>
              </a:ext>
            </a:extLst>
          </p:cNvPr>
          <p:cNvSpPr/>
          <p:nvPr/>
        </p:nvSpPr>
        <p:spPr>
          <a:xfrm>
            <a:off x="9264243" y="3096375"/>
            <a:ext cx="218033" cy="218033"/>
          </a:xfrm>
          <a:prstGeom prst="triangle">
            <a:avLst>
              <a:gd name="adj" fmla="val 100000"/>
            </a:avLst>
          </a:prstGeom>
          <a:solidFill>
            <a:srgbClr val="3FC7F2"/>
          </a:solidFill>
          <a:ln>
            <a:solidFill>
              <a:srgbClr val="3FC7F2"/>
            </a:solidFill>
          </a:ln>
        </p:spPr>
        <p:style>
          <a:lnRef idx="2">
            <a:scrgbClr r="0" g="0" b="0"/>
          </a:lnRef>
          <a:fillRef idx="1">
            <a:scrgbClr r="0" g="0" b="0"/>
          </a:fillRef>
          <a:effectRef idx="0">
            <a:schemeClr val="accent4">
              <a:hueOff val="6300572"/>
              <a:satOff val="-26214"/>
              <a:lumOff val="6177"/>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L-Shape 18">
            <a:extLst>
              <a:ext uri="{FF2B5EF4-FFF2-40B4-BE49-F238E27FC236}">
                <a16:creationId xmlns:a16="http://schemas.microsoft.com/office/drawing/2014/main" id="{CF4BC1E0-F3F6-D65B-D71D-B4856A64A358}"/>
              </a:ext>
            </a:extLst>
          </p:cNvPr>
          <p:cNvSpPr/>
          <p:nvPr/>
        </p:nvSpPr>
        <p:spPr>
          <a:xfrm rot="5400000">
            <a:off x="10107909" y="2629694"/>
            <a:ext cx="769231" cy="1647109"/>
          </a:xfrm>
          <a:prstGeom prst="corner">
            <a:avLst>
              <a:gd name="adj1" fmla="val 16120"/>
              <a:gd name="adj2" fmla="val 16110"/>
            </a:avLst>
          </a:prstGeom>
          <a:solidFill>
            <a:srgbClr val="002060"/>
          </a:solidFill>
          <a:ln>
            <a:solidFill>
              <a:srgbClr val="002060"/>
            </a:solidFill>
          </a:ln>
        </p:spPr>
        <p:style>
          <a:lnRef idx="2">
            <a:scrgbClr r="0" g="0" b="0"/>
          </a:lnRef>
          <a:fillRef idx="1">
            <a:scrgbClr r="0" g="0" b="0"/>
          </a:fillRef>
          <a:effectRef idx="0">
            <a:schemeClr val="accent4">
              <a:hueOff val="7000636"/>
              <a:satOff val="-29126"/>
              <a:lumOff val="6863"/>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Freeform 58">
            <a:extLst>
              <a:ext uri="{FF2B5EF4-FFF2-40B4-BE49-F238E27FC236}">
                <a16:creationId xmlns:a16="http://schemas.microsoft.com/office/drawing/2014/main" id="{A9BB96C2-6870-4A18-80FD-C33374D39377}"/>
              </a:ext>
            </a:extLst>
          </p:cNvPr>
          <p:cNvSpPr/>
          <p:nvPr/>
        </p:nvSpPr>
        <p:spPr>
          <a:xfrm>
            <a:off x="7803368" y="3195696"/>
            <a:ext cx="1155576" cy="1012930"/>
          </a:xfrm>
          <a:custGeom>
            <a:avLst/>
            <a:gdLst>
              <a:gd name="connsiteX0" fmla="*/ 0 w 1155576"/>
              <a:gd name="connsiteY0" fmla="*/ 0 h 1012930"/>
              <a:gd name="connsiteX1" fmla="*/ 1155576 w 1155576"/>
              <a:gd name="connsiteY1" fmla="*/ 0 h 1012930"/>
              <a:gd name="connsiteX2" fmla="*/ 1155576 w 1155576"/>
              <a:gd name="connsiteY2" fmla="*/ 1012930 h 1012930"/>
              <a:gd name="connsiteX3" fmla="*/ 0 w 1155576"/>
              <a:gd name="connsiteY3" fmla="*/ 1012930 h 1012930"/>
              <a:gd name="connsiteX4" fmla="*/ 0 w 1155576"/>
              <a:gd name="connsiteY4" fmla="*/ 0 h 1012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576" h="1012930">
                <a:moveTo>
                  <a:pt x="0" y="0"/>
                </a:moveTo>
                <a:lnTo>
                  <a:pt x="1155576" y="0"/>
                </a:lnTo>
                <a:lnTo>
                  <a:pt x="1155576" y="1012930"/>
                </a:lnTo>
                <a:lnTo>
                  <a:pt x="0" y="101293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5260" tIns="175260" rIns="175260" bIns="175260" numCol="1" spcCol="1270" anchor="t" anchorCtr="0">
            <a:noAutofit/>
          </a:bodyPr>
          <a:lstStyle/>
          <a:p>
            <a:pPr marL="0" marR="0" lvl="0" indent="0" algn="l" defTabSz="2044700" rtl="0" eaLnBrk="1" fontAlgn="auto" latinLnBrk="0" hangingPunct="1">
              <a:lnSpc>
                <a:spcPct val="90000"/>
              </a:lnSpc>
              <a:spcBef>
                <a:spcPct val="0"/>
              </a:spcBef>
              <a:spcAft>
                <a:spcPct val="35000"/>
              </a:spcAft>
              <a:buClrTx/>
              <a:buSzTx/>
              <a:buFontTx/>
              <a:buNone/>
              <a:tabLst/>
              <a:defRPr/>
            </a:pPr>
            <a:endParaRPr kumimoji="0" lang="en-US" sz="46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Open Sans" panose="020B0606030504020204" pitchFamily="34" charset="0"/>
              <a:cs typeface="Open Sans" panose="020B0606030504020204" pitchFamily="34" charset="0"/>
            </a:endParaRPr>
          </a:p>
        </p:txBody>
      </p:sp>
      <p:cxnSp>
        <p:nvCxnSpPr>
          <p:cNvPr id="21" name="Straight Connector 20">
            <a:extLst>
              <a:ext uri="{FF2B5EF4-FFF2-40B4-BE49-F238E27FC236}">
                <a16:creationId xmlns:a16="http://schemas.microsoft.com/office/drawing/2014/main" id="{3F7F3D05-C08F-B32F-AB78-F228A7500AD0}"/>
              </a:ext>
            </a:extLst>
          </p:cNvPr>
          <p:cNvCxnSpPr>
            <a:cxnSpLocks/>
          </p:cNvCxnSpPr>
          <p:nvPr/>
        </p:nvCxnSpPr>
        <p:spPr>
          <a:xfrm flipV="1">
            <a:off x="1565948" y="4388005"/>
            <a:ext cx="0" cy="731520"/>
          </a:xfrm>
          <a:prstGeom prst="line">
            <a:avLst/>
          </a:prstGeom>
          <a:noFill/>
          <a:ln w="6350" cap="flat" cmpd="sng" algn="ctr">
            <a:solidFill>
              <a:srgbClr val="0072BC"/>
            </a:solidFill>
            <a:prstDash val="sysDash"/>
            <a:miter lim="800000"/>
            <a:tailEnd type="oval"/>
          </a:ln>
          <a:effectLst/>
        </p:spPr>
      </p:cxnSp>
      <p:sp>
        <p:nvSpPr>
          <p:cNvPr id="22" name="TextBox 21">
            <a:extLst>
              <a:ext uri="{FF2B5EF4-FFF2-40B4-BE49-F238E27FC236}">
                <a16:creationId xmlns:a16="http://schemas.microsoft.com/office/drawing/2014/main" id="{8CCFFE29-B6B4-AAE7-DCFB-DA97FF36B683}"/>
              </a:ext>
            </a:extLst>
          </p:cNvPr>
          <p:cNvSpPr txBox="1"/>
          <p:nvPr/>
        </p:nvSpPr>
        <p:spPr>
          <a:xfrm>
            <a:off x="978062" y="5243100"/>
            <a:ext cx="849913" cy="400110"/>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a:ln>
                  <a:noFill/>
                </a:ln>
                <a:solidFill>
                  <a:srgbClr val="0072BC"/>
                </a:solidFill>
                <a:effectLst/>
                <a:uLnTx/>
                <a:uFillTx/>
                <a:latin typeface="Calibri" panose="020F0502020204030204"/>
                <a:ea typeface="Open Sans" panose="020B0606030504020204" pitchFamily="34" charset="0"/>
                <a:cs typeface="Open Sans" panose="020B0606030504020204" pitchFamily="34" charset="0"/>
              </a:rPr>
              <a:t>Step 1</a:t>
            </a:r>
          </a:p>
        </p:txBody>
      </p:sp>
      <p:sp>
        <p:nvSpPr>
          <p:cNvPr id="23" name="TextBox 22">
            <a:extLst>
              <a:ext uri="{FF2B5EF4-FFF2-40B4-BE49-F238E27FC236}">
                <a16:creationId xmlns:a16="http://schemas.microsoft.com/office/drawing/2014/main" id="{8A05BD2D-202C-1705-FED1-337518809A68}"/>
              </a:ext>
            </a:extLst>
          </p:cNvPr>
          <p:cNvSpPr txBox="1"/>
          <p:nvPr/>
        </p:nvSpPr>
        <p:spPr>
          <a:xfrm>
            <a:off x="2709500" y="4636091"/>
            <a:ext cx="849913" cy="400110"/>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a:ln>
                  <a:noFill/>
                </a:ln>
                <a:solidFill>
                  <a:srgbClr val="484848"/>
                </a:solidFill>
                <a:effectLst/>
                <a:uLnTx/>
                <a:uFillTx/>
                <a:latin typeface="Calibri" panose="020F0502020204030204"/>
                <a:ea typeface="Open Sans" panose="020B0606030504020204" pitchFamily="34" charset="0"/>
                <a:cs typeface="Open Sans" panose="020B0606030504020204" pitchFamily="34" charset="0"/>
              </a:rPr>
              <a:t>Step 2</a:t>
            </a:r>
          </a:p>
        </p:txBody>
      </p:sp>
      <p:sp>
        <p:nvSpPr>
          <p:cNvPr id="24" name="TextBox 23">
            <a:extLst>
              <a:ext uri="{FF2B5EF4-FFF2-40B4-BE49-F238E27FC236}">
                <a16:creationId xmlns:a16="http://schemas.microsoft.com/office/drawing/2014/main" id="{980BB115-1A1D-235C-46FC-D87CA4A8674B}"/>
              </a:ext>
            </a:extLst>
          </p:cNvPr>
          <p:cNvSpPr txBox="1"/>
          <p:nvPr/>
        </p:nvSpPr>
        <p:spPr>
          <a:xfrm>
            <a:off x="4425454" y="4229704"/>
            <a:ext cx="849913" cy="400110"/>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a:ln>
                  <a:noFill/>
                </a:ln>
                <a:solidFill>
                  <a:srgbClr val="EE7D09"/>
                </a:solidFill>
                <a:effectLst/>
                <a:uLnTx/>
                <a:uFillTx/>
                <a:latin typeface="Calibri" panose="020F0502020204030204"/>
                <a:ea typeface="Open Sans" panose="020B0606030504020204" pitchFamily="34" charset="0"/>
                <a:cs typeface="Open Sans" panose="020B0606030504020204" pitchFamily="34" charset="0"/>
              </a:rPr>
              <a:t>Step 3</a:t>
            </a:r>
          </a:p>
        </p:txBody>
      </p:sp>
      <p:sp>
        <p:nvSpPr>
          <p:cNvPr id="25" name="TextBox 24">
            <a:extLst>
              <a:ext uri="{FF2B5EF4-FFF2-40B4-BE49-F238E27FC236}">
                <a16:creationId xmlns:a16="http://schemas.microsoft.com/office/drawing/2014/main" id="{037056FC-DFE8-B16F-FDE8-75FA7B82C674}"/>
              </a:ext>
            </a:extLst>
          </p:cNvPr>
          <p:cNvSpPr txBox="1"/>
          <p:nvPr/>
        </p:nvSpPr>
        <p:spPr>
          <a:xfrm>
            <a:off x="6279258" y="3866939"/>
            <a:ext cx="849913" cy="400110"/>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a:ln>
                  <a:noFill/>
                </a:ln>
                <a:solidFill>
                  <a:srgbClr val="B3BE34"/>
                </a:solidFill>
                <a:effectLst/>
                <a:uLnTx/>
                <a:uFillTx/>
                <a:latin typeface="Calibri" panose="020F0502020204030204"/>
                <a:ea typeface="Open Sans" panose="020B0606030504020204" pitchFamily="34" charset="0"/>
                <a:cs typeface="Open Sans" panose="020B0606030504020204" pitchFamily="34" charset="0"/>
              </a:rPr>
              <a:t>Step 4</a:t>
            </a:r>
          </a:p>
        </p:txBody>
      </p:sp>
      <p:sp>
        <p:nvSpPr>
          <p:cNvPr id="26" name="TextBox 25">
            <a:extLst>
              <a:ext uri="{FF2B5EF4-FFF2-40B4-BE49-F238E27FC236}">
                <a16:creationId xmlns:a16="http://schemas.microsoft.com/office/drawing/2014/main" id="{30F8B130-186D-A262-3DBC-94CD5EEBFCC7}"/>
              </a:ext>
            </a:extLst>
          </p:cNvPr>
          <p:cNvSpPr txBox="1"/>
          <p:nvPr/>
        </p:nvSpPr>
        <p:spPr>
          <a:xfrm>
            <a:off x="8090894" y="3558057"/>
            <a:ext cx="849913" cy="400110"/>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a:ln>
                  <a:noFill/>
                </a:ln>
                <a:solidFill>
                  <a:srgbClr val="3FC7F2"/>
                </a:solidFill>
                <a:effectLst/>
                <a:uLnTx/>
                <a:uFillTx/>
                <a:latin typeface="Calibri" panose="020F0502020204030204"/>
                <a:ea typeface="Open Sans" panose="020B0606030504020204" pitchFamily="34" charset="0"/>
                <a:cs typeface="Open Sans" panose="020B0606030504020204" pitchFamily="34" charset="0"/>
              </a:rPr>
              <a:t>Step 5</a:t>
            </a:r>
          </a:p>
        </p:txBody>
      </p:sp>
      <p:cxnSp>
        <p:nvCxnSpPr>
          <p:cNvPr id="27" name="Straight Connector 26">
            <a:extLst>
              <a:ext uri="{FF2B5EF4-FFF2-40B4-BE49-F238E27FC236}">
                <a16:creationId xmlns:a16="http://schemas.microsoft.com/office/drawing/2014/main" id="{FF990FCC-5924-3055-7012-B207AEA83F5F}"/>
              </a:ext>
            </a:extLst>
          </p:cNvPr>
          <p:cNvCxnSpPr>
            <a:cxnSpLocks/>
          </p:cNvCxnSpPr>
          <p:nvPr/>
        </p:nvCxnSpPr>
        <p:spPr>
          <a:xfrm flipV="1">
            <a:off x="3324371" y="3711754"/>
            <a:ext cx="0" cy="731520"/>
          </a:xfrm>
          <a:prstGeom prst="line">
            <a:avLst/>
          </a:prstGeom>
          <a:noFill/>
          <a:ln w="6350" cap="flat" cmpd="sng" algn="ctr">
            <a:solidFill>
              <a:srgbClr val="494949"/>
            </a:solidFill>
            <a:prstDash val="sysDash"/>
            <a:miter lim="800000"/>
            <a:tailEnd type="oval"/>
          </a:ln>
          <a:effectLst/>
        </p:spPr>
      </p:cxnSp>
      <p:cxnSp>
        <p:nvCxnSpPr>
          <p:cNvPr id="28" name="Straight Connector 27">
            <a:extLst>
              <a:ext uri="{FF2B5EF4-FFF2-40B4-BE49-F238E27FC236}">
                <a16:creationId xmlns:a16="http://schemas.microsoft.com/office/drawing/2014/main" id="{A492167D-7295-7873-AAB3-EB96FD9B9A45}"/>
              </a:ext>
            </a:extLst>
          </p:cNvPr>
          <p:cNvCxnSpPr>
            <a:cxnSpLocks/>
          </p:cNvCxnSpPr>
          <p:nvPr/>
        </p:nvCxnSpPr>
        <p:spPr>
          <a:xfrm flipV="1">
            <a:off x="5133373" y="3397797"/>
            <a:ext cx="0" cy="731520"/>
          </a:xfrm>
          <a:prstGeom prst="line">
            <a:avLst/>
          </a:prstGeom>
          <a:noFill/>
          <a:ln w="6350" cap="flat" cmpd="sng" algn="ctr">
            <a:solidFill>
              <a:srgbClr val="EE7D09"/>
            </a:solidFill>
            <a:prstDash val="sysDash"/>
            <a:miter lim="800000"/>
            <a:tailEnd type="oval"/>
          </a:ln>
          <a:effectLst/>
        </p:spPr>
      </p:cxnSp>
      <p:cxnSp>
        <p:nvCxnSpPr>
          <p:cNvPr id="29" name="Straight Connector 28">
            <a:extLst>
              <a:ext uri="{FF2B5EF4-FFF2-40B4-BE49-F238E27FC236}">
                <a16:creationId xmlns:a16="http://schemas.microsoft.com/office/drawing/2014/main" id="{20775EB4-E99F-D145-5308-0C8A46EF9620}"/>
              </a:ext>
            </a:extLst>
          </p:cNvPr>
          <p:cNvCxnSpPr>
            <a:cxnSpLocks/>
          </p:cNvCxnSpPr>
          <p:nvPr/>
        </p:nvCxnSpPr>
        <p:spPr>
          <a:xfrm flipV="1">
            <a:off x="8687433" y="2662336"/>
            <a:ext cx="0" cy="731520"/>
          </a:xfrm>
          <a:prstGeom prst="line">
            <a:avLst/>
          </a:prstGeom>
          <a:noFill/>
          <a:ln w="6350" cap="flat" cmpd="sng" algn="ctr">
            <a:solidFill>
              <a:srgbClr val="3FC7F2"/>
            </a:solidFill>
            <a:prstDash val="sysDash"/>
            <a:miter lim="800000"/>
            <a:tailEnd type="oval"/>
          </a:ln>
          <a:effectLst/>
        </p:spPr>
      </p:cxnSp>
      <p:cxnSp>
        <p:nvCxnSpPr>
          <p:cNvPr id="30" name="Straight Connector 29">
            <a:extLst>
              <a:ext uri="{FF2B5EF4-FFF2-40B4-BE49-F238E27FC236}">
                <a16:creationId xmlns:a16="http://schemas.microsoft.com/office/drawing/2014/main" id="{E8AD164D-5144-9FDF-F81F-D4597281AB7A}"/>
              </a:ext>
            </a:extLst>
          </p:cNvPr>
          <p:cNvCxnSpPr>
            <a:cxnSpLocks/>
          </p:cNvCxnSpPr>
          <p:nvPr/>
        </p:nvCxnSpPr>
        <p:spPr>
          <a:xfrm flipV="1">
            <a:off x="6880609" y="3018019"/>
            <a:ext cx="0" cy="731520"/>
          </a:xfrm>
          <a:prstGeom prst="line">
            <a:avLst/>
          </a:prstGeom>
          <a:noFill/>
          <a:ln w="6350" cap="flat" cmpd="sng" algn="ctr">
            <a:solidFill>
              <a:srgbClr val="87A905"/>
            </a:solidFill>
            <a:prstDash val="sysDash"/>
            <a:miter lim="800000"/>
            <a:tailEnd type="oval"/>
          </a:ln>
          <a:effectLst/>
        </p:spPr>
      </p:cxnSp>
      <p:sp>
        <p:nvSpPr>
          <p:cNvPr id="70" name="Rectangle 1436">
            <a:extLst>
              <a:ext uri="{FF2B5EF4-FFF2-40B4-BE49-F238E27FC236}">
                <a16:creationId xmlns:a16="http://schemas.microsoft.com/office/drawing/2014/main" id="{7A223AE2-2582-4EB5-8BC1-AE033AA35243}"/>
              </a:ext>
            </a:extLst>
          </p:cNvPr>
          <p:cNvSpPr>
            <a:spLocks noChangeArrowheads="1"/>
          </p:cNvSpPr>
          <p:nvPr/>
        </p:nvSpPr>
        <p:spPr bwMode="auto">
          <a:xfrm>
            <a:off x="725479" y="2443596"/>
            <a:ext cx="1781369" cy="1900520"/>
          </a:xfrm>
          <a:prstGeom prst="rect">
            <a:avLst/>
          </a:prstGeom>
        </p:spPr>
        <p:txBody>
          <a:bodyPr vert="horz"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a:ln>
                  <a:noFill/>
                </a:ln>
                <a:solidFill>
                  <a:srgbClr val="0070C0"/>
                </a:solidFill>
                <a:effectLst/>
                <a:uLnTx/>
                <a:uFillTx/>
                <a:ea typeface="Open Sans" panose="020B0606030504020204" pitchFamily="34" charset="0"/>
                <a:cs typeface="Open Sans" panose="020B0606030504020204" pitchFamily="34" charset="0"/>
              </a:rPr>
              <a:t>INITIATION</a:t>
            </a:r>
          </a:p>
          <a:p>
            <a:pPr marL="182880" marR="0" lvl="0" indent="-182880" algn="l" defTabSz="914400" rtl="0" eaLnBrk="1" fontAlgn="auto" latinLnBrk="0" hangingPunct="1">
              <a:lnSpc>
                <a:spcPct val="100000"/>
              </a:lnSpc>
              <a:spcBef>
                <a:spcPts val="0"/>
              </a:spcBef>
              <a:spcAft>
                <a:spcPts val="300"/>
              </a:spcAft>
              <a:buClr>
                <a:srgbClr val="0070C0"/>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Environment Creations</a:t>
            </a:r>
          </a:p>
          <a:p>
            <a:pPr marL="182880" indent="-182880">
              <a:spcAft>
                <a:spcPts val="300"/>
              </a:spcAft>
              <a:buClr>
                <a:srgbClr val="0070C0"/>
              </a:buClr>
              <a:buFont typeface="Arial" panose="020B0604020202020204" pitchFamily="34" charset="0"/>
              <a:buChar char="•"/>
              <a:defRPr/>
            </a:pPr>
            <a:r>
              <a:rPr lang="en-US" sz="1300">
                <a:solidFill>
                  <a:srgbClr val="484848"/>
                </a:solidFill>
                <a:ea typeface="Open Sans"/>
                <a:cs typeface="Open Sans"/>
              </a:rPr>
              <a:t>Knowledge Transfer (Sales)</a:t>
            </a:r>
          </a:p>
          <a:p>
            <a:pPr marL="182880" marR="0" lvl="0" indent="-182880" algn="l" defTabSz="914400" rtl="0" eaLnBrk="1" fontAlgn="auto" latinLnBrk="0" hangingPunct="1">
              <a:lnSpc>
                <a:spcPct val="100000"/>
              </a:lnSpc>
              <a:spcBef>
                <a:spcPts val="0"/>
              </a:spcBef>
              <a:spcAft>
                <a:spcPts val="300"/>
              </a:spcAft>
              <a:buClr>
                <a:srgbClr val="0070C0"/>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Kick-Off</a:t>
            </a:r>
          </a:p>
          <a:p>
            <a:pPr marL="182880" marR="0" lvl="0" indent="-182880" algn="l" defTabSz="914400" rtl="0" eaLnBrk="1" fontAlgn="auto" latinLnBrk="0" hangingPunct="1">
              <a:lnSpc>
                <a:spcPct val="100000"/>
              </a:lnSpc>
              <a:spcBef>
                <a:spcPts val="0"/>
              </a:spcBef>
              <a:spcAft>
                <a:spcPts val="300"/>
              </a:spcAft>
              <a:buClr>
                <a:srgbClr val="0070C0"/>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Project Plan</a:t>
            </a:r>
          </a:p>
          <a:p>
            <a:pPr marL="182880" marR="0" lvl="0" indent="-182880" algn="l" defTabSz="914400" rtl="0" eaLnBrk="1" fontAlgn="auto" latinLnBrk="0" hangingPunct="1">
              <a:lnSpc>
                <a:spcPct val="100000"/>
              </a:lnSpc>
              <a:spcBef>
                <a:spcPts val="0"/>
              </a:spcBef>
              <a:spcAft>
                <a:spcPts val="300"/>
              </a:spcAft>
              <a:buClr>
                <a:srgbClr val="0070C0"/>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Project Team</a:t>
            </a:r>
          </a:p>
        </p:txBody>
      </p:sp>
      <p:sp>
        <p:nvSpPr>
          <p:cNvPr id="32" name="TextBox 31">
            <a:extLst>
              <a:ext uri="{FF2B5EF4-FFF2-40B4-BE49-F238E27FC236}">
                <a16:creationId xmlns:a16="http://schemas.microsoft.com/office/drawing/2014/main" id="{4690E10F-EC6F-DEAA-C0C7-7338FFE791F9}"/>
              </a:ext>
            </a:extLst>
          </p:cNvPr>
          <p:cNvSpPr txBox="1"/>
          <p:nvPr/>
        </p:nvSpPr>
        <p:spPr>
          <a:xfrm>
            <a:off x="9826202" y="3230218"/>
            <a:ext cx="849913" cy="400110"/>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a:ln>
                  <a:noFill/>
                </a:ln>
                <a:solidFill>
                  <a:srgbClr val="002060"/>
                </a:solidFill>
                <a:effectLst/>
                <a:uLnTx/>
                <a:uFillTx/>
                <a:latin typeface="Calibri" panose="020F0502020204030204"/>
                <a:ea typeface="Open Sans" panose="020B0606030504020204" pitchFamily="34" charset="0"/>
                <a:cs typeface="Open Sans" panose="020B0606030504020204" pitchFamily="34" charset="0"/>
              </a:rPr>
              <a:t>Step 6</a:t>
            </a:r>
          </a:p>
        </p:txBody>
      </p:sp>
      <p:cxnSp>
        <p:nvCxnSpPr>
          <p:cNvPr id="33" name="Straight Connector 32">
            <a:extLst>
              <a:ext uri="{FF2B5EF4-FFF2-40B4-BE49-F238E27FC236}">
                <a16:creationId xmlns:a16="http://schemas.microsoft.com/office/drawing/2014/main" id="{7742C123-787B-D582-12F9-303FAD268B88}"/>
              </a:ext>
            </a:extLst>
          </p:cNvPr>
          <p:cNvCxnSpPr>
            <a:cxnSpLocks/>
          </p:cNvCxnSpPr>
          <p:nvPr/>
        </p:nvCxnSpPr>
        <p:spPr>
          <a:xfrm flipV="1">
            <a:off x="10456159" y="2331272"/>
            <a:ext cx="0" cy="731520"/>
          </a:xfrm>
          <a:prstGeom prst="line">
            <a:avLst/>
          </a:prstGeom>
          <a:noFill/>
          <a:ln w="6350" cap="flat" cmpd="sng" algn="ctr">
            <a:solidFill>
              <a:srgbClr val="002060"/>
            </a:solidFill>
            <a:prstDash val="sysDash"/>
            <a:miter lim="800000"/>
            <a:tailEnd type="oval"/>
          </a:ln>
          <a:effectLst/>
        </p:spPr>
      </p:cxnSp>
      <p:sp>
        <p:nvSpPr>
          <p:cNvPr id="34" name="TextBox 33">
            <a:extLst>
              <a:ext uri="{FF2B5EF4-FFF2-40B4-BE49-F238E27FC236}">
                <a16:creationId xmlns:a16="http://schemas.microsoft.com/office/drawing/2014/main" id="{C6EA19EF-AD1A-5CBF-0094-BA45AD5729B6}"/>
              </a:ext>
            </a:extLst>
          </p:cNvPr>
          <p:cNvSpPr txBox="1"/>
          <p:nvPr/>
        </p:nvSpPr>
        <p:spPr>
          <a:xfrm>
            <a:off x="3972838" y="6099492"/>
            <a:ext cx="2383797"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494949"/>
                </a:solidFill>
                <a:effectLst/>
                <a:uLnTx/>
                <a:uFillTx/>
                <a:latin typeface="Calibri" panose="020F0502020204030204"/>
                <a:ea typeface="Open Sans" panose="020B0606030504020204" pitchFamily="34" charset="0"/>
                <a:cs typeface="Open Sans" panose="020B0606030504020204" pitchFamily="34" charset="0"/>
              </a:rPr>
              <a:t>Implementation Team</a:t>
            </a:r>
          </a:p>
        </p:txBody>
      </p:sp>
      <p:cxnSp>
        <p:nvCxnSpPr>
          <p:cNvPr id="35" name="Straight Arrow Connector 34">
            <a:extLst>
              <a:ext uri="{FF2B5EF4-FFF2-40B4-BE49-F238E27FC236}">
                <a16:creationId xmlns:a16="http://schemas.microsoft.com/office/drawing/2014/main" id="{39CF05C1-0A08-F5B5-A897-5BD5C1CAD4BB}"/>
              </a:ext>
            </a:extLst>
          </p:cNvPr>
          <p:cNvCxnSpPr>
            <a:cxnSpLocks/>
          </p:cNvCxnSpPr>
          <p:nvPr/>
        </p:nvCxnSpPr>
        <p:spPr>
          <a:xfrm flipH="1" flipV="1">
            <a:off x="936425" y="6262040"/>
            <a:ext cx="2837780" cy="9202"/>
          </a:xfrm>
          <a:prstGeom prst="straightConnector1">
            <a:avLst/>
          </a:prstGeom>
          <a:ln w="25400">
            <a:solidFill>
              <a:srgbClr val="494949"/>
            </a:solidFill>
            <a:prstDash val="sysDot"/>
            <a:tailEnd type="oval"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AC0E44A-1540-4F8F-4CB5-D1E34F2677B7}"/>
              </a:ext>
            </a:extLst>
          </p:cNvPr>
          <p:cNvCxnSpPr>
            <a:cxnSpLocks/>
          </p:cNvCxnSpPr>
          <p:nvPr/>
        </p:nvCxnSpPr>
        <p:spPr>
          <a:xfrm flipV="1">
            <a:off x="6385993" y="6229569"/>
            <a:ext cx="3199568" cy="25828"/>
          </a:xfrm>
          <a:prstGeom prst="straightConnector1">
            <a:avLst/>
          </a:prstGeom>
          <a:ln w="25400">
            <a:solidFill>
              <a:srgbClr val="494949"/>
            </a:solidFill>
            <a:prstDash val="sysDot"/>
            <a:tailEnd type="oval" w="lg" len="lg"/>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558DE934-E0C7-33E7-E7C2-760A17207726}"/>
              </a:ext>
            </a:extLst>
          </p:cNvPr>
          <p:cNvSpPr txBox="1"/>
          <p:nvPr/>
        </p:nvSpPr>
        <p:spPr>
          <a:xfrm>
            <a:off x="9779501" y="6065633"/>
            <a:ext cx="1707836"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494949"/>
                </a:solidFill>
                <a:effectLst/>
                <a:uLnTx/>
                <a:uFillTx/>
                <a:latin typeface="Calibri" panose="020F0502020204030204"/>
                <a:ea typeface="Open Sans" panose="020B0606030504020204" pitchFamily="34" charset="0"/>
                <a:cs typeface="Open Sans" panose="020B0606030504020204" pitchFamily="34" charset="0"/>
              </a:rPr>
              <a:t>Support</a:t>
            </a:r>
          </a:p>
        </p:txBody>
      </p:sp>
      <p:sp>
        <p:nvSpPr>
          <p:cNvPr id="68" name="Rectangle 1436">
            <a:extLst>
              <a:ext uri="{FF2B5EF4-FFF2-40B4-BE49-F238E27FC236}">
                <a16:creationId xmlns:a16="http://schemas.microsoft.com/office/drawing/2014/main" id="{7C8772B1-4A61-9E13-F3FC-B8348226498C}"/>
              </a:ext>
            </a:extLst>
          </p:cNvPr>
          <p:cNvSpPr>
            <a:spLocks noChangeArrowheads="1"/>
          </p:cNvSpPr>
          <p:nvPr/>
        </p:nvSpPr>
        <p:spPr bwMode="auto">
          <a:xfrm>
            <a:off x="2483587" y="2222498"/>
            <a:ext cx="1781369" cy="1423467"/>
          </a:xfrm>
          <a:prstGeom prst="rect">
            <a:avLst/>
          </a:prstGeom>
        </p:spPr>
        <p:txBody>
          <a:bodyPr vert="horz" wrap="square" lIns="91440" tIns="45720" rIns="91440" bIns="45720" rtlCol="0">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DESIGN</a:t>
            </a:r>
          </a:p>
          <a:p>
            <a:pPr marL="182880" marR="0" lvl="0" indent="-182880" algn="l" defTabSz="914400" rtl="0" eaLnBrk="1" fontAlgn="auto" latinLnBrk="0" hangingPunct="1">
              <a:lnSpc>
                <a:spcPct val="100000"/>
              </a:lnSpc>
              <a:spcBef>
                <a:spcPts val="0"/>
              </a:spcBef>
              <a:spcAft>
                <a:spcPts val="300"/>
              </a:spcAft>
              <a:buClr>
                <a:srgbClr val="484848"/>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System Walk Through</a:t>
            </a:r>
          </a:p>
          <a:p>
            <a:pPr marL="182880" marR="0" lvl="0" indent="-182880" algn="l" defTabSz="914400" rtl="0" eaLnBrk="1" fontAlgn="auto" latinLnBrk="0" hangingPunct="1">
              <a:lnSpc>
                <a:spcPct val="100000"/>
              </a:lnSpc>
              <a:spcBef>
                <a:spcPts val="0"/>
              </a:spcBef>
              <a:spcAft>
                <a:spcPts val="300"/>
              </a:spcAft>
              <a:buClr>
                <a:srgbClr val="484848"/>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Requirements Analysis</a:t>
            </a:r>
          </a:p>
          <a:p>
            <a:pPr marL="182880" marR="0" lvl="0" indent="-182880" algn="l" defTabSz="914400" rtl="0" eaLnBrk="1" fontAlgn="auto" latinLnBrk="0" hangingPunct="1">
              <a:lnSpc>
                <a:spcPct val="100000"/>
              </a:lnSpc>
              <a:spcBef>
                <a:spcPts val="0"/>
              </a:spcBef>
              <a:spcAft>
                <a:spcPts val="300"/>
              </a:spcAft>
              <a:buClr>
                <a:srgbClr val="484848"/>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Define Build Scope</a:t>
            </a:r>
          </a:p>
        </p:txBody>
      </p:sp>
      <p:sp>
        <p:nvSpPr>
          <p:cNvPr id="66" name="Rectangle 1436">
            <a:extLst>
              <a:ext uri="{FF2B5EF4-FFF2-40B4-BE49-F238E27FC236}">
                <a16:creationId xmlns:a16="http://schemas.microsoft.com/office/drawing/2014/main" id="{DAEF6910-86D0-397A-5A19-D486C5B92B6C}"/>
              </a:ext>
            </a:extLst>
          </p:cNvPr>
          <p:cNvSpPr>
            <a:spLocks noChangeArrowheads="1"/>
          </p:cNvSpPr>
          <p:nvPr/>
        </p:nvSpPr>
        <p:spPr bwMode="auto">
          <a:xfrm>
            <a:off x="4321602" y="1429509"/>
            <a:ext cx="1781369" cy="1862048"/>
          </a:xfrm>
          <a:prstGeom prst="rect">
            <a:avLst/>
          </a:prstGeom>
        </p:spPr>
        <p:txBody>
          <a:bodyPr vert="horz"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a:ln>
                  <a:noFill/>
                </a:ln>
                <a:solidFill>
                  <a:srgbClr val="EE7D09"/>
                </a:solidFill>
                <a:effectLst/>
                <a:uLnTx/>
                <a:uFillTx/>
                <a:ea typeface="Open Sans"/>
                <a:cs typeface="Open Sans"/>
              </a:rPr>
              <a:t>CONFIGURE</a:t>
            </a:r>
          </a:p>
          <a:p>
            <a:pPr marL="182880" marR="0" lvl="0" indent="-182880" algn="l" defTabSz="914400" rtl="0" eaLnBrk="1" fontAlgn="auto" latinLnBrk="0" hangingPunct="1">
              <a:lnSpc>
                <a:spcPct val="100000"/>
              </a:lnSpc>
              <a:spcBef>
                <a:spcPts val="0"/>
              </a:spcBef>
              <a:spcAft>
                <a:spcPts val="300"/>
              </a:spcAft>
              <a:buClr>
                <a:srgbClr val="EE7D09"/>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a:cs typeface="Open Sans"/>
              </a:rPr>
              <a:t>Input Set-up Data</a:t>
            </a:r>
            <a:endParaRPr lang="en-US" sz="1300" i="0" u="none" strike="noStrike" kern="1200" cap="none" spc="0" normalizeH="0" baseline="0" noProof="0">
              <a:ln>
                <a:noFill/>
              </a:ln>
              <a:solidFill>
                <a:srgbClr val="484848"/>
              </a:solidFill>
              <a:effectLst/>
              <a:uLnTx/>
              <a:uFillTx/>
              <a:ea typeface="Open Sans"/>
              <a:cs typeface="Open Sans"/>
            </a:endParaRPr>
          </a:p>
          <a:p>
            <a:pPr marL="182880" marR="0" lvl="0" indent="-182880" algn="l" defTabSz="914400" rtl="0" eaLnBrk="1" fontAlgn="auto" latinLnBrk="0" hangingPunct="1">
              <a:lnSpc>
                <a:spcPct val="100000"/>
              </a:lnSpc>
              <a:spcBef>
                <a:spcPts val="0"/>
              </a:spcBef>
              <a:spcAft>
                <a:spcPts val="300"/>
              </a:spcAft>
              <a:buClr>
                <a:srgbClr val="EE7D09"/>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a:cs typeface="Open Sans"/>
              </a:rPr>
              <a:t>Report Design</a:t>
            </a:r>
            <a:endParaRPr lang="en-US" sz="1300" i="0" u="none" strike="noStrike" kern="1200" cap="none" spc="0" normalizeH="0" baseline="0" noProof="0">
              <a:ln>
                <a:noFill/>
              </a:ln>
              <a:solidFill>
                <a:srgbClr val="484848"/>
              </a:solidFill>
              <a:effectLst/>
              <a:uLnTx/>
              <a:uFillTx/>
              <a:ea typeface="Open Sans"/>
              <a:cs typeface="Open Sans"/>
            </a:endParaRPr>
          </a:p>
          <a:p>
            <a:pPr marL="182880" marR="0" lvl="0" indent="-182880" algn="l" defTabSz="914400" rtl="0" eaLnBrk="1" fontAlgn="auto" latinLnBrk="0" hangingPunct="1">
              <a:lnSpc>
                <a:spcPct val="100000"/>
              </a:lnSpc>
              <a:spcBef>
                <a:spcPts val="0"/>
              </a:spcBef>
              <a:spcAft>
                <a:spcPts val="300"/>
              </a:spcAft>
              <a:buClr>
                <a:srgbClr val="EE7D09"/>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a:cs typeface="Open Sans"/>
              </a:rPr>
              <a:t>System Configuration</a:t>
            </a:r>
            <a:endParaRPr lang="en-US" sz="1300" i="0" u="none" strike="noStrike" kern="1200" cap="none" spc="0" normalizeH="0" baseline="0" noProof="0">
              <a:ln>
                <a:noFill/>
              </a:ln>
              <a:solidFill>
                <a:srgbClr val="484848"/>
              </a:solidFill>
              <a:effectLst/>
              <a:uLnTx/>
              <a:uFillTx/>
              <a:ea typeface="Open Sans"/>
              <a:cs typeface="Open Sans"/>
            </a:endParaRPr>
          </a:p>
          <a:p>
            <a:pPr marL="182880" indent="-182880">
              <a:spcAft>
                <a:spcPts val="300"/>
              </a:spcAft>
              <a:buClr>
                <a:srgbClr val="EE7D09"/>
              </a:buClr>
              <a:buFont typeface="Arial" panose="020B0604020202020204" pitchFamily="34" charset="0"/>
              <a:buChar char="•"/>
              <a:defRPr/>
            </a:pPr>
            <a:r>
              <a:rPr lang="en-US" sz="1300">
                <a:solidFill>
                  <a:srgbClr val="484848"/>
                </a:solidFill>
                <a:ea typeface="Open Sans"/>
                <a:cs typeface="Open Sans"/>
              </a:rPr>
              <a:t>Integration and Migration Configurations</a:t>
            </a:r>
            <a:endParaRPr lang="en-US" sz="1300">
              <a:solidFill>
                <a:srgbClr val="484848"/>
              </a:solidFill>
              <a:ea typeface="Open Sans" panose="020B0606030504020204" pitchFamily="34" charset="0"/>
              <a:cs typeface="Open Sans" panose="020B0606030504020204" pitchFamily="34" charset="0"/>
            </a:endParaRPr>
          </a:p>
        </p:txBody>
      </p:sp>
      <p:sp>
        <p:nvSpPr>
          <p:cNvPr id="64" name="Rectangle 1436">
            <a:extLst>
              <a:ext uri="{FF2B5EF4-FFF2-40B4-BE49-F238E27FC236}">
                <a16:creationId xmlns:a16="http://schemas.microsoft.com/office/drawing/2014/main" id="{31041D5B-3AB5-B2FA-17D2-842511A68510}"/>
              </a:ext>
            </a:extLst>
          </p:cNvPr>
          <p:cNvSpPr>
            <a:spLocks noChangeArrowheads="1"/>
          </p:cNvSpPr>
          <p:nvPr/>
        </p:nvSpPr>
        <p:spPr bwMode="auto">
          <a:xfrm>
            <a:off x="6179508" y="1372970"/>
            <a:ext cx="1956386" cy="1184940"/>
          </a:xfrm>
          <a:prstGeom prst="rect">
            <a:avLst/>
          </a:prstGeom>
        </p:spPr>
        <p:txBody>
          <a:bodyPr vert="horz" wrap="square" lIns="91440" tIns="45720" rIns="91440" bIns="45720" rtlCol="0">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dirty="0">
                <a:ln>
                  <a:noFill/>
                </a:ln>
                <a:solidFill>
                  <a:srgbClr val="87A905"/>
                </a:solidFill>
                <a:effectLst/>
                <a:uLnTx/>
                <a:uFillTx/>
                <a:ea typeface="Open Sans" panose="020B0606030504020204" pitchFamily="34" charset="0"/>
                <a:cs typeface="Open Sans" panose="020B0606030504020204" pitchFamily="34" charset="0"/>
              </a:rPr>
              <a:t>TEST</a:t>
            </a:r>
          </a:p>
          <a:p>
            <a:pPr marL="182880" marR="0" lvl="0" indent="-182880" algn="l" defTabSz="914400" rtl="0" eaLnBrk="1" fontAlgn="auto" latinLnBrk="0" hangingPunct="1">
              <a:lnSpc>
                <a:spcPct val="100000"/>
              </a:lnSpc>
              <a:spcBef>
                <a:spcPts val="0"/>
              </a:spcBef>
              <a:spcAft>
                <a:spcPts val="300"/>
              </a:spcAft>
              <a:buClr>
                <a:srgbClr val="484848"/>
              </a:buClr>
              <a:buSzTx/>
              <a:buFont typeface="Arial" panose="020B0604020202020204" pitchFamily="34" charset="0"/>
              <a:buChar char="•"/>
              <a:tabLst/>
              <a:defRPr/>
            </a:pPr>
            <a:r>
              <a:rPr kumimoji="0" lang="en-US" sz="1300" i="0" u="none" strike="noStrike" kern="1200" cap="none" spc="0" normalizeH="0" baseline="0" noProof="0" dirty="0">
                <a:ln>
                  <a:noFill/>
                </a:ln>
                <a:solidFill>
                  <a:srgbClr val="484848"/>
                </a:solidFill>
                <a:effectLst/>
                <a:uLnTx/>
                <a:uFillTx/>
                <a:ea typeface="Open Sans" panose="020B0606030504020204" pitchFamily="34" charset="0"/>
                <a:cs typeface="Open Sans" panose="020B0606030504020204" pitchFamily="34" charset="0"/>
              </a:rPr>
              <a:t>Core Team Testing </a:t>
            </a:r>
            <a:br>
              <a:rPr kumimoji="0" lang="en-US" sz="1300" i="0" u="none" strike="noStrike" kern="1200" cap="none" spc="0" normalizeH="0" baseline="0" noProof="0" dirty="0">
                <a:ln>
                  <a:noFill/>
                </a:ln>
                <a:solidFill>
                  <a:srgbClr val="484848"/>
                </a:solidFill>
                <a:effectLst/>
                <a:uLnTx/>
                <a:uFillTx/>
                <a:ea typeface="Open Sans" panose="020B0606030504020204" pitchFamily="34" charset="0"/>
                <a:cs typeface="Open Sans" panose="020B0606030504020204" pitchFamily="34" charset="0"/>
              </a:rPr>
            </a:br>
            <a:r>
              <a:rPr kumimoji="0" lang="en-US" sz="1300" i="0" u="none" strike="noStrike" kern="1200" cap="none" spc="0" normalizeH="0" baseline="0" noProof="0" dirty="0">
                <a:ln>
                  <a:noFill/>
                </a:ln>
                <a:solidFill>
                  <a:srgbClr val="484848"/>
                </a:solidFill>
                <a:effectLst/>
                <a:uLnTx/>
                <a:uFillTx/>
                <a:ea typeface="Open Sans" panose="020B0606030504020204" pitchFamily="34" charset="0"/>
                <a:cs typeface="Open Sans" panose="020B0606030504020204" pitchFamily="34" charset="0"/>
              </a:rPr>
              <a:t>of Builds</a:t>
            </a:r>
          </a:p>
          <a:p>
            <a:pPr marL="182880" marR="0" lvl="0" indent="-182880" algn="l" defTabSz="914400" rtl="0" eaLnBrk="1" fontAlgn="auto" latinLnBrk="0" hangingPunct="1">
              <a:lnSpc>
                <a:spcPct val="100000"/>
              </a:lnSpc>
              <a:spcBef>
                <a:spcPts val="0"/>
              </a:spcBef>
              <a:spcAft>
                <a:spcPts val="300"/>
              </a:spcAft>
              <a:buClr>
                <a:srgbClr val="484848"/>
              </a:buClr>
              <a:buSzTx/>
              <a:buFont typeface="Arial" panose="020B0604020202020204" pitchFamily="34" charset="0"/>
              <a:buChar char="•"/>
              <a:tabLst/>
              <a:defRPr/>
            </a:pPr>
            <a:r>
              <a:rPr kumimoji="0" lang="en-US" sz="1300" i="0" u="none" strike="noStrike" kern="1200" cap="none" spc="0" normalizeH="0" baseline="0" noProof="0" dirty="0">
                <a:ln>
                  <a:noFill/>
                </a:ln>
                <a:solidFill>
                  <a:srgbClr val="484848"/>
                </a:solidFill>
                <a:effectLst/>
                <a:uLnTx/>
                <a:uFillTx/>
                <a:ea typeface="Open Sans" panose="020B0606030504020204" pitchFamily="34" charset="0"/>
                <a:cs typeface="Open Sans" panose="020B0606030504020204" pitchFamily="34" charset="0"/>
              </a:rPr>
              <a:t>User Acceptance Testing (UAT)</a:t>
            </a:r>
          </a:p>
        </p:txBody>
      </p:sp>
      <p:sp>
        <p:nvSpPr>
          <p:cNvPr id="62" name="Rectangle 1436">
            <a:extLst>
              <a:ext uri="{FF2B5EF4-FFF2-40B4-BE49-F238E27FC236}">
                <a16:creationId xmlns:a16="http://schemas.microsoft.com/office/drawing/2014/main" id="{385BEABA-B7BD-F3F4-25E6-396716560422}"/>
              </a:ext>
            </a:extLst>
          </p:cNvPr>
          <p:cNvSpPr>
            <a:spLocks noChangeArrowheads="1"/>
          </p:cNvSpPr>
          <p:nvPr/>
        </p:nvSpPr>
        <p:spPr bwMode="auto">
          <a:xfrm>
            <a:off x="8042063" y="1138495"/>
            <a:ext cx="1781369" cy="1500411"/>
          </a:xfrm>
          <a:prstGeom prst="rect">
            <a:avLst/>
          </a:prstGeom>
        </p:spPr>
        <p:txBody>
          <a:bodyPr vert="horz" wrap="square" lIns="91440" tIns="45720" rIns="91440" bIns="45720" rtlCol="0">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a:ln>
                  <a:noFill/>
                </a:ln>
                <a:solidFill>
                  <a:srgbClr val="3FC7F2"/>
                </a:solidFill>
                <a:effectLst/>
                <a:uLnTx/>
                <a:uFillTx/>
                <a:ea typeface="Open Sans" panose="020B0606030504020204" pitchFamily="34" charset="0"/>
                <a:cs typeface="Open Sans" panose="020B0606030504020204" pitchFamily="34" charset="0"/>
              </a:rPr>
              <a:t>IMPLEMENT</a:t>
            </a:r>
          </a:p>
          <a:p>
            <a:pPr marL="182880" marR="0" lvl="0" indent="-182880" algn="l" defTabSz="914400" rtl="0" eaLnBrk="1" fontAlgn="auto" latinLnBrk="0" hangingPunct="1">
              <a:lnSpc>
                <a:spcPct val="100000"/>
              </a:lnSpc>
              <a:spcBef>
                <a:spcPts val="0"/>
              </a:spcBef>
              <a:spcAft>
                <a:spcPts val="300"/>
              </a:spcAft>
              <a:buClr>
                <a:srgbClr val="484848"/>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End-User Training </a:t>
            </a:r>
          </a:p>
          <a:p>
            <a:pPr marL="182880" marR="0" lvl="0" indent="-182880" algn="l" defTabSz="914400" rtl="0" eaLnBrk="1" fontAlgn="auto" latinLnBrk="0" hangingPunct="1">
              <a:lnSpc>
                <a:spcPct val="100000"/>
              </a:lnSpc>
              <a:spcBef>
                <a:spcPts val="0"/>
              </a:spcBef>
              <a:spcAft>
                <a:spcPts val="300"/>
              </a:spcAft>
              <a:buClr>
                <a:srgbClr val="484848"/>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Pre-Go Live Review</a:t>
            </a:r>
          </a:p>
          <a:p>
            <a:pPr marL="182880" marR="0" lvl="0" indent="-182880" algn="l" defTabSz="914400" rtl="0" eaLnBrk="1" fontAlgn="auto" latinLnBrk="0" hangingPunct="1">
              <a:lnSpc>
                <a:spcPct val="100000"/>
              </a:lnSpc>
              <a:spcBef>
                <a:spcPts val="0"/>
              </a:spcBef>
              <a:spcAft>
                <a:spcPts val="300"/>
              </a:spcAft>
              <a:buClr>
                <a:srgbClr val="484848"/>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Go Live</a:t>
            </a:r>
          </a:p>
          <a:p>
            <a:pPr marL="182880" marR="0" lvl="0" indent="-182880" algn="l" defTabSz="914400" rtl="0" eaLnBrk="1" fontAlgn="auto" latinLnBrk="0" hangingPunct="1">
              <a:lnSpc>
                <a:spcPct val="100000"/>
              </a:lnSpc>
              <a:spcBef>
                <a:spcPts val="0"/>
              </a:spcBef>
              <a:spcAft>
                <a:spcPts val="300"/>
              </a:spcAft>
              <a:buClr>
                <a:srgbClr val="484848"/>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Lessons Learnt</a:t>
            </a:r>
          </a:p>
          <a:p>
            <a:pPr marL="182880" marR="0" lvl="0" indent="-182880" algn="l" defTabSz="914400" rtl="0" eaLnBrk="1" fontAlgn="auto" latinLnBrk="0" hangingPunct="1">
              <a:lnSpc>
                <a:spcPct val="100000"/>
              </a:lnSpc>
              <a:spcBef>
                <a:spcPts val="0"/>
              </a:spcBef>
              <a:spcAft>
                <a:spcPts val="300"/>
              </a:spcAft>
              <a:buClr>
                <a:srgbClr val="484848"/>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Maintenance</a:t>
            </a:r>
          </a:p>
        </p:txBody>
      </p:sp>
      <p:sp>
        <p:nvSpPr>
          <p:cNvPr id="60" name="Rectangle 1436">
            <a:extLst>
              <a:ext uri="{FF2B5EF4-FFF2-40B4-BE49-F238E27FC236}">
                <a16:creationId xmlns:a16="http://schemas.microsoft.com/office/drawing/2014/main" id="{F18E51C4-331F-3B8C-1696-0DC0148B94E7}"/>
              </a:ext>
            </a:extLst>
          </p:cNvPr>
          <p:cNvSpPr>
            <a:spLocks noChangeArrowheads="1"/>
          </p:cNvSpPr>
          <p:nvPr/>
        </p:nvSpPr>
        <p:spPr bwMode="auto">
          <a:xfrm>
            <a:off x="9779501" y="1076061"/>
            <a:ext cx="1781369" cy="1138773"/>
          </a:xfrm>
          <a:prstGeom prst="rect">
            <a:avLst/>
          </a:prstGeom>
        </p:spPr>
        <p:txBody>
          <a:bodyPr vert="horz" wrap="square" lIns="91440" tIns="45720" rIns="91440" bIns="4572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srgbClr val="002060"/>
                </a:solidFill>
                <a:effectLst/>
                <a:uLnTx/>
                <a:uFillTx/>
                <a:ea typeface="Open Sans" panose="020B0606030504020204" pitchFamily="34" charset="0"/>
                <a:cs typeface="Open Sans" panose="020B0606030504020204" pitchFamily="34" charset="0"/>
              </a:rPr>
              <a:t>MAINTENANCE</a:t>
            </a:r>
          </a:p>
          <a:p>
            <a:pPr marL="182880" marR="0" lvl="0" indent="-182880" algn="l" defTabSz="914400" rtl="0" eaLnBrk="1" fontAlgn="auto" latinLnBrk="0" hangingPunct="1">
              <a:lnSpc>
                <a:spcPct val="100000"/>
              </a:lnSpc>
              <a:spcBef>
                <a:spcPts val="0"/>
              </a:spcBef>
              <a:spcAft>
                <a:spcPts val="600"/>
              </a:spcAft>
              <a:buClr>
                <a:srgbClr val="484848"/>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Support team</a:t>
            </a:r>
          </a:p>
          <a:p>
            <a:pPr marL="182880" marR="0" lvl="0" indent="-182880" algn="l" defTabSz="914400" rtl="0" eaLnBrk="1" fontAlgn="auto" latinLnBrk="0" hangingPunct="1">
              <a:lnSpc>
                <a:spcPct val="100000"/>
              </a:lnSpc>
              <a:spcBef>
                <a:spcPts val="0"/>
              </a:spcBef>
              <a:spcAft>
                <a:spcPts val="600"/>
              </a:spcAft>
              <a:buClr>
                <a:srgbClr val="484848"/>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Upgrades/Updates</a:t>
            </a:r>
          </a:p>
          <a:p>
            <a:pPr marL="182880" marR="0" lvl="0" indent="-182880" algn="l" defTabSz="914400" rtl="0" eaLnBrk="1" fontAlgn="auto" latinLnBrk="0" hangingPunct="1">
              <a:lnSpc>
                <a:spcPct val="100000"/>
              </a:lnSpc>
              <a:spcBef>
                <a:spcPts val="0"/>
              </a:spcBef>
              <a:spcAft>
                <a:spcPts val="600"/>
              </a:spcAft>
              <a:buClr>
                <a:srgbClr val="484848"/>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Logging tickets</a:t>
            </a:r>
          </a:p>
        </p:txBody>
      </p:sp>
      <p:cxnSp>
        <p:nvCxnSpPr>
          <p:cNvPr id="53" name="Straight Arrow Connector 52">
            <a:extLst>
              <a:ext uri="{FF2B5EF4-FFF2-40B4-BE49-F238E27FC236}">
                <a16:creationId xmlns:a16="http://schemas.microsoft.com/office/drawing/2014/main" id="{908B06E1-85DB-E3D8-C5FF-E8C97A0E7A45}"/>
              </a:ext>
            </a:extLst>
          </p:cNvPr>
          <p:cNvCxnSpPr>
            <a:cxnSpLocks/>
          </p:cNvCxnSpPr>
          <p:nvPr/>
        </p:nvCxnSpPr>
        <p:spPr>
          <a:xfrm flipH="1">
            <a:off x="9765853" y="6229566"/>
            <a:ext cx="422633" cy="0"/>
          </a:xfrm>
          <a:prstGeom prst="straightConnector1">
            <a:avLst/>
          </a:prstGeom>
          <a:ln w="25400">
            <a:solidFill>
              <a:srgbClr val="494949"/>
            </a:solidFill>
            <a:prstDash val="sysDot"/>
            <a:tailEnd type="oval" w="lg" len="lg"/>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12C7FFD6-F89A-939C-947E-674D28D28CCB}"/>
              </a:ext>
            </a:extLst>
          </p:cNvPr>
          <p:cNvCxnSpPr>
            <a:cxnSpLocks/>
          </p:cNvCxnSpPr>
          <p:nvPr/>
        </p:nvCxnSpPr>
        <p:spPr>
          <a:xfrm flipV="1">
            <a:off x="11072898" y="6229566"/>
            <a:ext cx="447895" cy="10170"/>
          </a:xfrm>
          <a:prstGeom prst="straightConnector1">
            <a:avLst/>
          </a:prstGeom>
          <a:ln w="25400">
            <a:solidFill>
              <a:srgbClr val="494949"/>
            </a:solidFill>
            <a:prstDash val="sysDot"/>
            <a:tailEnd type="oval" w="lg" len="lg"/>
          </a:ln>
        </p:spPr>
        <p:style>
          <a:lnRef idx="1">
            <a:schemeClr val="accent1"/>
          </a:lnRef>
          <a:fillRef idx="0">
            <a:schemeClr val="accent1"/>
          </a:fillRef>
          <a:effectRef idx="0">
            <a:schemeClr val="accent1"/>
          </a:effectRef>
          <a:fontRef idx="minor">
            <a:schemeClr val="tx1"/>
          </a:fontRef>
        </p:style>
      </p:cxnSp>
      <p:pic>
        <p:nvPicPr>
          <p:cNvPr id="31" name="Graphic 30">
            <a:extLst>
              <a:ext uri="{FF2B5EF4-FFF2-40B4-BE49-F238E27FC236}">
                <a16:creationId xmlns:a16="http://schemas.microsoft.com/office/drawing/2014/main" id="{5E1AE5F1-FE26-681F-0457-BF8C3F4245D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7278" y="4493543"/>
            <a:ext cx="593368" cy="593368"/>
          </a:xfrm>
          <a:prstGeom prst="rect">
            <a:avLst/>
          </a:prstGeom>
        </p:spPr>
      </p:pic>
      <p:pic>
        <p:nvPicPr>
          <p:cNvPr id="36" name="Graphic 35">
            <a:extLst>
              <a:ext uri="{FF2B5EF4-FFF2-40B4-BE49-F238E27FC236}">
                <a16:creationId xmlns:a16="http://schemas.microsoft.com/office/drawing/2014/main" id="{5C360BE7-D620-6437-8329-AC21355B913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77238" y="3562948"/>
            <a:ext cx="519574" cy="519574"/>
          </a:xfrm>
          <a:prstGeom prst="rect">
            <a:avLst/>
          </a:prstGeom>
        </p:spPr>
      </p:pic>
      <p:pic>
        <p:nvPicPr>
          <p:cNvPr id="40" name="Graphic 39">
            <a:extLst>
              <a:ext uri="{FF2B5EF4-FFF2-40B4-BE49-F238E27FC236}">
                <a16:creationId xmlns:a16="http://schemas.microsoft.com/office/drawing/2014/main" id="{2EB7B125-CD00-81F9-95B7-19DD426498B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863282" y="2530988"/>
            <a:ext cx="497108" cy="497108"/>
          </a:xfrm>
          <a:prstGeom prst="rect">
            <a:avLst/>
          </a:prstGeom>
        </p:spPr>
      </p:pic>
      <p:pic>
        <p:nvPicPr>
          <p:cNvPr id="42" name="Graphic 41">
            <a:extLst>
              <a:ext uri="{FF2B5EF4-FFF2-40B4-BE49-F238E27FC236}">
                <a16:creationId xmlns:a16="http://schemas.microsoft.com/office/drawing/2014/main" id="{253EAF06-F0C4-AB0F-AE6E-7D0978B7E38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916623" y="2817191"/>
            <a:ext cx="618116" cy="618116"/>
          </a:xfrm>
          <a:prstGeom prst="rect">
            <a:avLst/>
          </a:prstGeom>
        </p:spPr>
      </p:pic>
      <p:pic>
        <p:nvPicPr>
          <p:cNvPr id="44" name="Graphic 43">
            <a:extLst>
              <a:ext uri="{FF2B5EF4-FFF2-40B4-BE49-F238E27FC236}">
                <a16:creationId xmlns:a16="http://schemas.microsoft.com/office/drawing/2014/main" id="{CF85D04F-92A4-82EB-B4A3-2657FC627D2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59702" y="3260278"/>
            <a:ext cx="451476" cy="451476"/>
          </a:xfrm>
          <a:prstGeom prst="rect">
            <a:avLst/>
          </a:prstGeom>
        </p:spPr>
      </p:pic>
      <p:pic>
        <p:nvPicPr>
          <p:cNvPr id="46" name="Graphic 45">
            <a:extLst>
              <a:ext uri="{FF2B5EF4-FFF2-40B4-BE49-F238E27FC236}">
                <a16:creationId xmlns:a16="http://schemas.microsoft.com/office/drawing/2014/main" id="{848CCA0D-1D18-BBC1-2388-D65612228EA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rot="2688927">
            <a:off x="2651483" y="3918556"/>
            <a:ext cx="508740" cy="508740"/>
          </a:xfrm>
          <a:prstGeom prst="rect">
            <a:avLst/>
          </a:prstGeom>
        </p:spPr>
      </p:pic>
    </p:spTree>
    <p:extLst>
      <p:ext uri="{BB962C8B-B14F-4D97-AF65-F5344CB8AC3E}">
        <p14:creationId xmlns:p14="http://schemas.microsoft.com/office/powerpoint/2010/main" val="2661983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F219D-012E-8FB6-F92A-5800212DC42A}"/>
              </a:ext>
            </a:extLst>
          </p:cNvPr>
          <p:cNvSpPr>
            <a:spLocks noGrp="1"/>
          </p:cNvSpPr>
          <p:nvPr>
            <p:ph type="title"/>
          </p:nvPr>
        </p:nvSpPr>
        <p:spPr/>
        <p:txBody>
          <a:bodyPr/>
          <a:lstStyle/>
          <a:p>
            <a:r>
              <a:rPr lang="en-IN"/>
              <a:t>CQ Project Resources</a:t>
            </a:r>
          </a:p>
        </p:txBody>
      </p:sp>
      <p:graphicFrame>
        <p:nvGraphicFramePr>
          <p:cNvPr id="3" name="Table 2">
            <a:extLst>
              <a:ext uri="{FF2B5EF4-FFF2-40B4-BE49-F238E27FC236}">
                <a16:creationId xmlns:a16="http://schemas.microsoft.com/office/drawing/2014/main" id="{24C3B5CD-9136-5E03-86AD-D85619139C8E}"/>
              </a:ext>
            </a:extLst>
          </p:cNvPr>
          <p:cNvGraphicFramePr>
            <a:graphicFrameLocks noGrp="1"/>
          </p:cNvGraphicFramePr>
          <p:nvPr>
            <p:extLst>
              <p:ext uri="{D42A27DB-BD31-4B8C-83A1-F6EECF244321}">
                <p14:modId xmlns:p14="http://schemas.microsoft.com/office/powerpoint/2010/main" val="2889768788"/>
              </p:ext>
            </p:extLst>
          </p:nvPr>
        </p:nvGraphicFramePr>
        <p:xfrm>
          <a:off x="305422" y="610130"/>
          <a:ext cx="11581156" cy="4664540"/>
        </p:xfrm>
        <a:graphic>
          <a:graphicData uri="http://schemas.openxmlformats.org/drawingml/2006/table">
            <a:tbl>
              <a:tblPr firstRow="1" bandRow="1"/>
              <a:tblGrid>
                <a:gridCol w="1753156">
                  <a:extLst>
                    <a:ext uri="{9D8B030D-6E8A-4147-A177-3AD203B41FA5}">
                      <a16:colId xmlns:a16="http://schemas.microsoft.com/office/drawing/2014/main" val="2729705566"/>
                    </a:ext>
                  </a:extLst>
                </a:gridCol>
                <a:gridCol w="9828000">
                  <a:extLst>
                    <a:ext uri="{9D8B030D-6E8A-4147-A177-3AD203B41FA5}">
                      <a16:colId xmlns:a16="http://schemas.microsoft.com/office/drawing/2014/main" val="2206204852"/>
                    </a:ext>
                  </a:extLst>
                </a:gridCol>
              </a:tblGrid>
              <a:tr h="587444">
                <a:tc>
                  <a:txBody>
                    <a:bodyPr/>
                    <a:lstStyle/>
                    <a:p>
                      <a:pPr marL="0" marR="0" algn="l">
                        <a:lnSpc>
                          <a:spcPct val="100000"/>
                        </a:lnSpc>
                        <a:spcBef>
                          <a:spcPts val="600"/>
                        </a:spcBef>
                        <a:spcAft>
                          <a:spcPts val="600"/>
                        </a:spcAft>
                      </a:pPr>
                      <a:r>
                        <a:rPr lang="en-US" sz="1800" b="1" cap="all" baseline="0">
                          <a:solidFill>
                            <a:schemeClr val="bg1"/>
                          </a:solidFill>
                          <a:effectLst/>
                          <a:latin typeface="+mn-lt"/>
                        </a:rPr>
                        <a:t>Resource</a:t>
                      </a:r>
                      <a:endParaRPr lang="en-US" sz="1800" b="1" cap="all" baseline="0">
                        <a:solidFill>
                          <a:schemeClr val="bg1"/>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marL="0" marR="0" algn="ctr">
                        <a:lnSpc>
                          <a:spcPct val="100000"/>
                        </a:lnSpc>
                        <a:spcBef>
                          <a:spcPts val="600"/>
                        </a:spcBef>
                        <a:spcAft>
                          <a:spcPts val="600"/>
                        </a:spcAft>
                      </a:pPr>
                      <a:r>
                        <a:rPr lang="en-US" sz="1800" b="1" cap="all" baseline="0">
                          <a:solidFill>
                            <a:schemeClr val="bg1"/>
                          </a:solidFill>
                          <a:effectLst/>
                          <a:latin typeface="+mn-lt"/>
                        </a:rPr>
                        <a:t>Responsibilities</a:t>
                      </a:r>
                      <a:endParaRPr lang="en-US" sz="1800" b="1" cap="all" baseline="0">
                        <a:solidFill>
                          <a:schemeClr val="bg1"/>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84848"/>
                    </a:solidFill>
                  </a:tcPr>
                </a:tc>
                <a:extLst>
                  <a:ext uri="{0D108BD9-81ED-4DB2-BD59-A6C34878D82A}">
                    <a16:rowId xmlns:a16="http://schemas.microsoft.com/office/drawing/2014/main" val="3229293840"/>
                  </a:ext>
                </a:extLst>
              </a:tr>
              <a:tr h="700751">
                <a:tc>
                  <a:txBody>
                    <a:bodyPr/>
                    <a:lstStyle/>
                    <a:p>
                      <a:pPr marL="0" marR="0" algn="l">
                        <a:lnSpc>
                          <a:spcPct val="107000"/>
                        </a:lnSpc>
                        <a:spcBef>
                          <a:spcPts val="600"/>
                        </a:spcBef>
                        <a:spcAft>
                          <a:spcPts val="600"/>
                        </a:spcAft>
                      </a:pPr>
                      <a:r>
                        <a:rPr lang="en-US" sz="1400" b="1">
                          <a:solidFill>
                            <a:srgbClr val="484848"/>
                          </a:solidFill>
                          <a:effectLst/>
                          <a:latin typeface="+mn-lt"/>
                        </a:rPr>
                        <a:t>Enterprise </a:t>
                      </a:r>
                      <a:br>
                        <a:rPr lang="en-US" sz="1400" b="1">
                          <a:solidFill>
                            <a:srgbClr val="484848"/>
                          </a:solidFill>
                          <a:effectLst/>
                          <a:latin typeface="+mn-lt"/>
                        </a:rPr>
                      </a:br>
                      <a:r>
                        <a:rPr lang="en-US" sz="1400" b="1">
                          <a:solidFill>
                            <a:srgbClr val="484848"/>
                          </a:solidFill>
                          <a:effectLst/>
                          <a:latin typeface="+mn-lt"/>
                        </a:rPr>
                        <a:t>Project Manager</a:t>
                      </a:r>
                      <a:endParaRPr lang="en-US" sz="1400" b="1">
                        <a:solidFill>
                          <a:srgbClr val="484848"/>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84848">
                        <a:alpha val="5098"/>
                      </a:srgbClr>
                    </a:solidFill>
                  </a:tcPr>
                </a:tc>
                <a:tc>
                  <a:txBody>
                    <a:bodyPr/>
                    <a:lstStyle/>
                    <a:p>
                      <a:pPr marL="0" marR="0">
                        <a:lnSpc>
                          <a:spcPct val="107000"/>
                        </a:lnSpc>
                        <a:spcBef>
                          <a:spcPts val="600"/>
                        </a:spcBef>
                        <a:spcAft>
                          <a:spcPts val="600"/>
                        </a:spcAft>
                      </a:pPr>
                      <a:r>
                        <a:rPr lang="en-US" sz="1400">
                          <a:solidFill>
                            <a:srgbClr val="484848"/>
                          </a:solidFill>
                          <a:effectLst/>
                          <a:latin typeface="+mn-lt"/>
                        </a:rPr>
                        <a:t>Day to day communication with Client for PMO activities, timeline, reporting, budget, invoices, tracking deliverables, tracking acceptance / approvals, tracking requests and actions, and any project issue or escalation.</a:t>
                      </a:r>
                      <a:endParaRPr lang="en-US" sz="1400">
                        <a:solidFill>
                          <a:srgbClr val="484848"/>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84848">
                        <a:alpha val="5098"/>
                      </a:srgbClr>
                    </a:solidFill>
                  </a:tcPr>
                </a:tc>
                <a:extLst>
                  <a:ext uri="{0D108BD9-81ED-4DB2-BD59-A6C34878D82A}">
                    <a16:rowId xmlns:a16="http://schemas.microsoft.com/office/drawing/2014/main" val="1632786361"/>
                  </a:ext>
                </a:extLst>
              </a:tr>
              <a:tr h="700751">
                <a:tc>
                  <a:txBody>
                    <a:bodyPr/>
                    <a:lstStyle/>
                    <a:p>
                      <a:pPr marL="0" marR="0" algn="l">
                        <a:lnSpc>
                          <a:spcPct val="107000"/>
                        </a:lnSpc>
                        <a:spcBef>
                          <a:spcPts val="600"/>
                        </a:spcBef>
                        <a:spcAft>
                          <a:spcPts val="600"/>
                        </a:spcAft>
                      </a:pPr>
                      <a:r>
                        <a:rPr lang="en-US" sz="1400" b="1">
                          <a:solidFill>
                            <a:srgbClr val="484848"/>
                          </a:solidFill>
                          <a:effectLst/>
                          <a:latin typeface="+mn-lt"/>
                        </a:rPr>
                        <a:t>Technical </a:t>
                      </a:r>
                      <a:br>
                        <a:rPr lang="en-US" sz="1400" b="1">
                          <a:solidFill>
                            <a:srgbClr val="484848"/>
                          </a:solidFill>
                          <a:effectLst/>
                          <a:latin typeface="+mn-lt"/>
                        </a:rPr>
                      </a:br>
                      <a:r>
                        <a:rPr lang="en-US" sz="1400" b="1">
                          <a:solidFill>
                            <a:srgbClr val="484848"/>
                          </a:solidFill>
                          <a:effectLst/>
                          <a:latin typeface="+mn-lt"/>
                        </a:rPr>
                        <a:t>Architect</a:t>
                      </a:r>
                      <a:endParaRPr lang="en-US" sz="1400" b="1">
                        <a:solidFill>
                          <a:srgbClr val="484848"/>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nSpc>
                          <a:spcPct val="107000"/>
                        </a:lnSpc>
                        <a:spcBef>
                          <a:spcPts val="600"/>
                        </a:spcBef>
                        <a:spcAft>
                          <a:spcPts val="600"/>
                        </a:spcAft>
                      </a:pPr>
                      <a:r>
                        <a:rPr lang="en-US" sz="1400">
                          <a:solidFill>
                            <a:srgbClr val="484848"/>
                          </a:solidFill>
                          <a:effectLst/>
                          <a:latin typeface="+mn-lt"/>
                        </a:rPr>
                        <a:t>Support for any complex technical project activities involving design and architecture of the CQ configuration, integration, migration, and analytics.</a:t>
                      </a:r>
                      <a:endParaRPr lang="en-US" sz="1400">
                        <a:solidFill>
                          <a:srgbClr val="484848"/>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78260215"/>
                  </a:ext>
                </a:extLst>
              </a:tr>
              <a:tr h="955569">
                <a:tc>
                  <a:txBody>
                    <a:bodyPr/>
                    <a:lstStyle/>
                    <a:p>
                      <a:pPr marL="0" marR="0" algn="l">
                        <a:lnSpc>
                          <a:spcPct val="107000"/>
                        </a:lnSpc>
                        <a:spcBef>
                          <a:spcPts val="600"/>
                        </a:spcBef>
                        <a:spcAft>
                          <a:spcPts val="600"/>
                        </a:spcAft>
                      </a:pPr>
                      <a:r>
                        <a:rPr lang="en-US" sz="1400" b="1" dirty="0">
                          <a:solidFill>
                            <a:srgbClr val="484848"/>
                          </a:solidFill>
                          <a:effectLst/>
                          <a:latin typeface="+mn-lt"/>
                        </a:rPr>
                        <a:t>Solution Architect(s) / Solution Consultant</a:t>
                      </a:r>
                      <a:endParaRPr lang="en-US" sz="1400" b="1" dirty="0">
                        <a:solidFill>
                          <a:srgbClr val="484848"/>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p>
                      <a:pPr marL="0" marR="0">
                        <a:lnSpc>
                          <a:spcPct val="107000"/>
                        </a:lnSpc>
                        <a:spcBef>
                          <a:spcPts val="600"/>
                        </a:spcBef>
                        <a:spcAft>
                          <a:spcPts val="600"/>
                        </a:spcAft>
                      </a:pPr>
                      <a:r>
                        <a:rPr lang="en-US" sz="1400">
                          <a:solidFill>
                            <a:srgbClr val="484848"/>
                          </a:solidFill>
                          <a:effectLst/>
                          <a:latin typeface="+mn-lt"/>
                        </a:rPr>
                        <a:t>Workstream Lead for CQ Solution Configuration. Workstream project tracking and reporting. Manages all Discovery, Requirements and Design/Build/Verify and Acceptance phases working with the Client and CQ Delivery Team.  Supports Validation and Training on CQ specific configuration. </a:t>
                      </a:r>
                      <a:endParaRPr lang="en-US" sz="1400">
                        <a:solidFill>
                          <a:srgbClr val="484848"/>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6F6"/>
                    </a:solidFill>
                  </a:tcPr>
                </a:tc>
                <a:extLst>
                  <a:ext uri="{0D108BD9-81ED-4DB2-BD59-A6C34878D82A}">
                    <a16:rowId xmlns:a16="http://schemas.microsoft.com/office/drawing/2014/main" val="1336937586"/>
                  </a:ext>
                </a:extLst>
              </a:tr>
              <a:tr h="1019274">
                <a:tc>
                  <a:txBody>
                    <a:bodyPr/>
                    <a:lstStyle/>
                    <a:p>
                      <a:pPr marL="0" marR="0" algn="l">
                        <a:lnSpc>
                          <a:spcPct val="107000"/>
                        </a:lnSpc>
                        <a:spcBef>
                          <a:spcPts val="600"/>
                        </a:spcBef>
                        <a:spcAft>
                          <a:spcPts val="600"/>
                        </a:spcAft>
                      </a:pPr>
                      <a:r>
                        <a:rPr lang="en-US" sz="1400" b="1">
                          <a:solidFill>
                            <a:srgbClr val="484848"/>
                          </a:solidFill>
                          <a:effectLst/>
                          <a:latin typeface="+mn-lt"/>
                        </a:rPr>
                        <a:t>Technical </a:t>
                      </a:r>
                      <a:br>
                        <a:rPr lang="en-US" sz="1400" b="1">
                          <a:solidFill>
                            <a:srgbClr val="484848"/>
                          </a:solidFill>
                          <a:effectLst/>
                          <a:latin typeface="+mn-lt"/>
                        </a:rPr>
                      </a:br>
                      <a:r>
                        <a:rPr lang="en-US" sz="1400" b="1">
                          <a:solidFill>
                            <a:srgbClr val="484848"/>
                          </a:solidFill>
                          <a:effectLst/>
                          <a:latin typeface="+mn-lt"/>
                        </a:rPr>
                        <a:t>Service(s)</a:t>
                      </a:r>
                      <a:endParaRPr lang="en-US" sz="1400" b="1">
                        <a:solidFill>
                          <a:srgbClr val="484848"/>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p>
                      <a:pPr marL="0" marR="0">
                        <a:lnSpc>
                          <a:spcPct val="107000"/>
                        </a:lnSpc>
                        <a:spcBef>
                          <a:spcPts val="600"/>
                        </a:spcBef>
                        <a:spcAft>
                          <a:spcPts val="600"/>
                        </a:spcAft>
                      </a:pPr>
                      <a:r>
                        <a:rPr lang="en-US" sz="1400" dirty="0">
                          <a:solidFill>
                            <a:srgbClr val="484848"/>
                          </a:solidFill>
                          <a:effectLst/>
                          <a:latin typeface="+mn-lt"/>
                        </a:rPr>
                        <a:t>Leads deployment of CQ application in Client environment. Provides installation instructions and guidance and IQ as required. Leads data/document migration working with Solution Architect. Provides IT support for integration and data migration. Provides implementation support during key project phases such as UAT/Validation and Hypercare.</a:t>
                      </a:r>
                      <a:endParaRPr lang="en-US" sz="1400" dirty="0">
                        <a:solidFill>
                          <a:srgbClr val="484848"/>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6F6"/>
                    </a:solidFill>
                  </a:tcPr>
                </a:tc>
                <a:extLst>
                  <a:ext uri="{0D108BD9-81ED-4DB2-BD59-A6C34878D82A}">
                    <a16:rowId xmlns:a16="http://schemas.microsoft.com/office/drawing/2014/main" val="1341461534"/>
                  </a:ext>
                </a:extLst>
              </a:tr>
              <a:tr h="700751">
                <a:tc>
                  <a:txBody>
                    <a:bodyPr/>
                    <a:lstStyle/>
                    <a:p>
                      <a:pPr marL="0" marR="0" algn="l">
                        <a:lnSpc>
                          <a:spcPct val="107000"/>
                        </a:lnSpc>
                        <a:spcBef>
                          <a:spcPts val="600"/>
                        </a:spcBef>
                        <a:spcAft>
                          <a:spcPts val="600"/>
                        </a:spcAft>
                      </a:pPr>
                      <a:r>
                        <a:rPr lang="en-US" sz="1400" b="1" dirty="0">
                          <a:solidFill>
                            <a:srgbClr val="484848"/>
                          </a:solidFill>
                          <a:effectLst/>
                          <a:latin typeface="+mn-lt"/>
                        </a:rPr>
                        <a:t>Configuration Consultant</a:t>
                      </a:r>
                      <a:endParaRPr lang="en-US" sz="1400" b="1" dirty="0">
                        <a:solidFill>
                          <a:srgbClr val="484848"/>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just">
                        <a:lnSpc>
                          <a:spcPct val="107000"/>
                        </a:lnSpc>
                        <a:spcBef>
                          <a:spcPts val="600"/>
                        </a:spcBef>
                        <a:spcAft>
                          <a:spcPts val="600"/>
                        </a:spcAft>
                      </a:pPr>
                      <a:r>
                        <a:rPr lang="en-US" sz="1400" dirty="0">
                          <a:solidFill>
                            <a:srgbClr val="484848"/>
                          </a:solidFill>
                          <a:effectLst/>
                          <a:latin typeface="+mn-lt"/>
                        </a:rPr>
                        <a:t>Develops the Solution configuration based on the Client Requirements.</a:t>
                      </a:r>
                      <a:endParaRPr lang="en-US" sz="1400" dirty="0">
                        <a:solidFill>
                          <a:srgbClr val="484848"/>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31051528"/>
                  </a:ext>
                </a:extLst>
              </a:tr>
            </a:tbl>
          </a:graphicData>
        </a:graphic>
      </p:graphicFrame>
    </p:spTree>
    <p:extLst>
      <p:ext uri="{BB962C8B-B14F-4D97-AF65-F5344CB8AC3E}">
        <p14:creationId xmlns:p14="http://schemas.microsoft.com/office/powerpoint/2010/main" val="20947073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4661D-0943-CAA5-EA31-CC74038FF1E9}"/>
              </a:ext>
            </a:extLst>
          </p:cNvPr>
          <p:cNvSpPr>
            <a:spLocks noGrp="1"/>
          </p:cNvSpPr>
          <p:nvPr>
            <p:ph type="title"/>
          </p:nvPr>
        </p:nvSpPr>
        <p:spPr/>
        <p:txBody>
          <a:bodyPr/>
          <a:lstStyle/>
          <a:p>
            <a:r>
              <a:rPr lang="en-IN"/>
              <a:t>Client Project Resources</a:t>
            </a:r>
          </a:p>
        </p:txBody>
      </p:sp>
      <p:graphicFrame>
        <p:nvGraphicFramePr>
          <p:cNvPr id="4" name="Table 3">
            <a:extLst>
              <a:ext uri="{FF2B5EF4-FFF2-40B4-BE49-F238E27FC236}">
                <a16:creationId xmlns:a16="http://schemas.microsoft.com/office/drawing/2014/main" id="{B05ADCCB-B6D0-CC9E-1236-45C33873EB02}"/>
              </a:ext>
            </a:extLst>
          </p:cNvPr>
          <p:cNvGraphicFramePr>
            <a:graphicFrameLocks noGrp="1"/>
          </p:cNvGraphicFramePr>
          <p:nvPr>
            <p:extLst>
              <p:ext uri="{D42A27DB-BD31-4B8C-83A1-F6EECF244321}">
                <p14:modId xmlns:p14="http://schemas.microsoft.com/office/powerpoint/2010/main" val="388442153"/>
              </p:ext>
            </p:extLst>
          </p:nvPr>
        </p:nvGraphicFramePr>
        <p:xfrm>
          <a:off x="293688" y="728664"/>
          <a:ext cx="11581156" cy="4796033"/>
        </p:xfrm>
        <a:graphic>
          <a:graphicData uri="http://schemas.openxmlformats.org/drawingml/2006/table">
            <a:tbl>
              <a:tblPr firstRow="1" bandRow="1"/>
              <a:tblGrid>
                <a:gridCol w="1753156">
                  <a:extLst>
                    <a:ext uri="{9D8B030D-6E8A-4147-A177-3AD203B41FA5}">
                      <a16:colId xmlns:a16="http://schemas.microsoft.com/office/drawing/2014/main" val="2729705566"/>
                    </a:ext>
                  </a:extLst>
                </a:gridCol>
                <a:gridCol w="9828000">
                  <a:extLst>
                    <a:ext uri="{9D8B030D-6E8A-4147-A177-3AD203B41FA5}">
                      <a16:colId xmlns:a16="http://schemas.microsoft.com/office/drawing/2014/main" val="2206204852"/>
                    </a:ext>
                  </a:extLst>
                </a:gridCol>
              </a:tblGrid>
              <a:tr h="580231">
                <a:tc>
                  <a:txBody>
                    <a:bodyPr/>
                    <a:lstStyle/>
                    <a:p>
                      <a:pPr marL="0" marR="0" algn="l">
                        <a:lnSpc>
                          <a:spcPct val="100000"/>
                        </a:lnSpc>
                        <a:spcBef>
                          <a:spcPts val="600"/>
                        </a:spcBef>
                        <a:spcAft>
                          <a:spcPts val="600"/>
                        </a:spcAft>
                      </a:pPr>
                      <a:r>
                        <a:rPr lang="en-US" sz="1800" b="1" cap="all" baseline="0">
                          <a:solidFill>
                            <a:schemeClr val="bg1"/>
                          </a:solidFill>
                          <a:effectLst/>
                          <a:latin typeface="+mn-lt"/>
                        </a:rPr>
                        <a:t>Resource</a:t>
                      </a:r>
                      <a:endParaRPr lang="en-US" sz="1800" b="1" cap="all" baseline="0">
                        <a:solidFill>
                          <a:schemeClr val="bg1"/>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marL="0" marR="0" algn="ctr">
                        <a:lnSpc>
                          <a:spcPct val="100000"/>
                        </a:lnSpc>
                        <a:spcBef>
                          <a:spcPts val="600"/>
                        </a:spcBef>
                        <a:spcAft>
                          <a:spcPts val="600"/>
                        </a:spcAft>
                      </a:pPr>
                      <a:r>
                        <a:rPr lang="en-US" sz="1800" b="1" cap="all" baseline="0">
                          <a:solidFill>
                            <a:schemeClr val="bg1"/>
                          </a:solidFill>
                          <a:effectLst/>
                          <a:latin typeface="+mn-lt"/>
                        </a:rPr>
                        <a:t>Responsibilities</a:t>
                      </a:r>
                      <a:endParaRPr lang="en-US" sz="1800" b="1" cap="all" baseline="0">
                        <a:solidFill>
                          <a:schemeClr val="bg1"/>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84848"/>
                    </a:solidFill>
                  </a:tcPr>
                </a:tc>
                <a:extLst>
                  <a:ext uri="{0D108BD9-81ED-4DB2-BD59-A6C34878D82A}">
                    <a16:rowId xmlns:a16="http://schemas.microsoft.com/office/drawing/2014/main" val="3229293840"/>
                  </a:ext>
                </a:extLst>
              </a:tr>
              <a:tr h="692147">
                <a:tc>
                  <a:txBody>
                    <a:bodyPr/>
                    <a:lstStyle/>
                    <a:p>
                      <a:pPr marL="0" marR="0" algn="l">
                        <a:lnSpc>
                          <a:spcPct val="107000"/>
                        </a:lnSpc>
                        <a:spcBef>
                          <a:spcPts val="600"/>
                        </a:spcBef>
                        <a:spcAft>
                          <a:spcPts val="600"/>
                        </a:spcAft>
                      </a:pPr>
                      <a:r>
                        <a:rPr lang="en-US" sz="1400" b="1">
                          <a:solidFill>
                            <a:srgbClr val="484848"/>
                          </a:solidFill>
                          <a:effectLst/>
                          <a:latin typeface="+mn-lt"/>
                        </a:rPr>
                        <a:t>Enterprise </a:t>
                      </a:r>
                      <a:br>
                        <a:rPr lang="en-US" sz="1400" b="1">
                          <a:solidFill>
                            <a:srgbClr val="484848"/>
                          </a:solidFill>
                          <a:effectLst/>
                          <a:latin typeface="+mn-lt"/>
                        </a:rPr>
                      </a:br>
                      <a:r>
                        <a:rPr lang="en-US" sz="1400" b="1">
                          <a:solidFill>
                            <a:srgbClr val="484848"/>
                          </a:solidFill>
                          <a:effectLst/>
                          <a:latin typeface="+mn-lt"/>
                        </a:rPr>
                        <a:t>Project Manager</a:t>
                      </a:r>
                      <a:endParaRPr lang="en-US" sz="1400" b="1">
                        <a:solidFill>
                          <a:srgbClr val="484848"/>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84848">
                        <a:alpha val="5098"/>
                      </a:srgbClr>
                    </a:solidFill>
                  </a:tcPr>
                </a:tc>
                <a:tc>
                  <a:txBody>
                    <a:bodyPr/>
                    <a:lstStyle/>
                    <a:p>
                      <a:pPr marL="0" marR="0">
                        <a:lnSpc>
                          <a:spcPct val="107000"/>
                        </a:lnSpc>
                        <a:spcBef>
                          <a:spcPts val="600"/>
                        </a:spcBef>
                        <a:spcAft>
                          <a:spcPts val="600"/>
                        </a:spcAft>
                      </a:pPr>
                      <a:r>
                        <a:rPr lang="en-US" sz="1400">
                          <a:solidFill>
                            <a:srgbClr val="484848"/>
                          </a:solidFill>
                          <a:effectLst/>
                          <a:latin typeface="+mn-lt"/>
                        </a:rPr>
                        <a:t>Day to day communication with Client for PMO activities, timeline, reporting, budget, invoices, tracking deliverables, tracking acceptance / approvals, tracking requests and actions, and any project issue or escalation.</a:t>
                      </a:r>
                      <a:endParaRPr lang="en-US" sz="1400">
                        <a:solidFill>
                          <a:srgbClr val="484848"/>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84848">
                        <a:alpha val="5098"/>
                      </a:srgbClr>
                    </a:solidFill>
                  </a:tcPr>
                </a:tc>
                <a:extLst>
                  <a:ext uri="{0D108BD9-81ED-4DB2-BD59-A6C34878D82A}">
                    <a16:rowId xmlns:a16="http://schemas.microsoft.com/office/drawing/2014/main" val="1632786361"/>
                  </a:ext>
                </a:extLst>
              </a:tr>
              <a:tr h="692147">
                <a:tc>
                  <a:txBody>
                    <a:bodyPr/>
                    <a:lstStyle/>
                    <a:p>
                      <a:pPr marL="0" marR="0" algn="l">
                        <a:lnSpc>
                          <a:spcPct val="107000"/>
                        </a:lnSpc>
                        <a:spcBef>
                          <a:spcPts val="600"/>
                        </a:spcBef>
                        <a:spcAft>
                          <a:spcPts val="600"/>
                        </a:spcAft>
                      </a:pPr>
                      <a:r>
                        <a:rPr lang="en-US" sz="1400" b="1">
                          <a:solidFill>
                            <a:srgbClr val="484848"/>
                          </a:solidFill>
                          <a:effectLst/>
                          <a:latin typeface="+mn-lt"/>
                        </a:rPr>
                        <a:t>Technical </a:t>
                      </a:r>
                      <a:br>
                        <a:rPr lang="en-US" sz="1400" b="1">
                          <a:solidFill>
                            <a:srgbClr val="484848"/>
                          </a:solidFill>
                          <a:effectLst/>
                          <a:latin typeface="+mn-lt"/>
                        </a:rPr>
                      </a:br>
                      <a:r>
                        <a:rPr lang="en-US" sz="1400" b="1">
                          <a:solidFill>
                            <a:srgbClr val="484848"/>
                          </a:solidFill>
                          <a:effectLst/>
                          <a:latin typeface="+mn-lt"/>
                        </a:rPr>
                        <a:t>Architect</a:t>
                      </a:r>
                      <a:endParaRPr lang="en-US" sz="1400" b="1">
                        <a:solidFill>
                          <a:srgbClr val="484848"/>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nSpc>
                          <a:spcPct val="107000"/>
                        </a:lnSpc>
                        <a:spcBef>
                          <a:spcPts val="600"/>
                        </a:spcBef>
                        <a:spcAft>
                          <a:spcPts val="600"/>
                        </a:spcAft>
                      </a:pPr>
                      <a:r>
                        <a:rPr lang="en-US" sz="1400">
                          <a:solidFill>
                            <a:srgbClr val="484848"/>
                          </a:solidFill>
                          <a:effectLst/>
                          <a:latin typeface="+mn-lt"/>
                        </a:rPr>
                        <a:t>Supports Integration to Customer Systems</a:t>
                      </a: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78260215"/>
                  </a:ext>
                </a:extLst>
              </a:tr>
              <a:tr h="943836">
                <a:tc>
                  <a:txBody>
                    <a:bodyPr/>
                    <a:lstStyle/>
                    <a:p>
                      <a:pPr marL="0" marR="0" algn="l">
                        <a:lnSpc>
                          <a:spcPct val="107000"/>
                        </a:lnSpc>
                        <a:spcBef>
                          <a:spcPts val="600"/>
                        </a:spcBef>
                        <a:spcAft>
                          <a:spcPts val="600"/>
                        </a:spcAft>
                      </a:pPr>
                      <a:r>
                        <a:rPr lang="en-US" sz="1400" b="1">
                          <a:solidFill>
                            <a:srgbClr val="484848"/>
                          </a:solidFill>
                          <a:effectLst/>
                          <a:latin typeface="+mn-lt"/>
                        </a:rPr>
                        <a:t>Functional Lead</a:t>
                      </a: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p>
                      <a:pPr marL="0" marR="0">
                        <a:lnSpc>
                          <a:spcPct val="107000"/>
                        </a:lnSpc>
                        <a:spcBef>
                          <a:spcPts val="600"/>
                        </a:spcBef>
                        <a:spcAft>
                          <a:spcPts val="600"/>
                        </a:spcAft>
                      </a:pPr>
                      <a:r>
                        <a:rPr lang="en-US" sz="1400" dirty="0">
                          <a:solidFill>
                            <a:srgbClr val="484848"/>
                          </a:solidFill>
                          <a:effectLst/>
                          <a:latin typeface="+mn-lt"/>
                        </a:rPr>
                        <a:t>Workstream Lead for CQ Solution Configuration.  Works with CQ in managing  all Discovery, Requirements and Design/Build/Verify and Acceptance phases working with CQ Delivery Team.  Supports Training on CQ specific configuration. </a:t>
                      </a: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6F6"/>
                    </a:solidFill>
                  </a:tcPr>
                </a:tc>
                <a:extLst>
                  <a:ext uri="{0D108BD9-81ED-4DB2-BD59-A6C34878D82A}">
                    <a16:rowId xmlns:a16="http://schemas.microsoft.com/office/drawing/2014/main" val="1336937586"/>
                  </a:ext>
                </a:extLst>
              </a:tr>
              <a:tr h="943836">
                <a:tc>
                  <a:txBody>
                    <a:bodyPr/>
                    <a:lstStyle/>
                    <a:p>
                      <a:pPr marL="0" marR="0" algn="l">
                        <a:lnSpc>
                          <a:spcPct val="107000"/>
                        </a:lnSpc>
                        <a:spcBef>
                          <a:spcPts val="600"/>
                        </a:spcBef>
                        <a:spcAft>
                          <a:spcPts val="600"/>
                        </a:spcAft>
                      </a:pPr>
                      <a:r>
                        <a:rPr lang="en-US" sz="1400" b="1">
                          <a:solidFill>
                            <a:srgbClr val="484848"/>
                          </a:solidFill>
                          <a:effectLst/>
                          <a:latin typeface="+mn-lt"/>
                        </a:rPr>
                        <a:t>Migration Owner </a:t>
                      </a: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p>
                      <a:pPr lvl="0"/>
                      <a:r>
                        <a:rPr lang="en-US" sz="1400" kern="1200" dirty="0">
                          <a:solidFill>
                            <a:schemeClr val="tx1"/>
                          </a:solidFill>
                          <a:effectLst/>
                          <a:latin typeface="+mn-lt"/>
                          <a:ea typeface="+mn-ea"/>
                          <a:cs typeface="+mn-cs"/>
                        </a:rPr>
                        <a:t>The Migration Owner is responsible for Customer-led migration activities. This role is responsible for understanding the document inventory targeted for extraction/migration from the existing source systems via the detailed data migration design. </a:t>
                      </a:r>
                      <a:endParaRPr lang="en-US" sz="1200" dirty="0">
                        <a:solidFill>
                          <a:srgbClr val="484848"/>
                        </a:solidFill>
                        <a:effectLst/>
                        <a:latin typeface="+mn-lt"/>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6F6"/>
                    </a:solidFill>
                  </a:tcPr>
                </a:tc>
                <a:extLst>
                  <a:ext uri="{0D108BD9-81ED-4DB2-BD59-A6C34878D82A}">
                    <a16:rowId xmlns:a16="http://schemas.microsoft.com/office/drawing/2014/main" val="4111529459"/>
                  </a:ext>
                </a:extLst>
              </a:tr>
              <a:tr h="943836">
                <a:tc>
                  <a:txBody>
                    <a:bodyPr/>
                    <a:lstStyle/>
                    <a:p>
                      <a:pPr marL="0" marR="0" algn="l">
                        <a:lnSpc>
                          <a:spcPct val="107000"/>
                        </a:lnSpc>
                        <a:spcBef>
                          <a:spcPts val="600"/>
                        </a:spcBef>
                        <a:spcAft>
                          <a:spcPts val="600"/>
                        </a:spcAft>
                      </a:pPr>
                      <a:r>
                        <a:rPr lang="en-US" sz="1400" b="1">
                          <a:solidFill>
                            <a:srgbClr val="484848"/>
                          </a:solidFill>
                          <a:effectLst/>
                          <a:latin typeface="+mn-lt"/>
                        </a:rPr>
                        <a:t>Change Management &amp; Training Lead</a:t>
                      </a: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p>
                      <a:pPr marL="0" marR="0">
                        <a:lnSpc>
                          <a:spcPct val="107000"/>
                        </a:lnSpc>
                        <a:spcBef>
                          <a:spcPts val="600"/>
                        </a:spcBef>
                        <a:spcAft>
                          <a:spcPts val="600"/>
                        </a:spcAft>
                      </a:pPr>
                      <a:r>
                        <a:rPr lang="en-US" sz="1400" kern="1200" dirty="0">
                          <a:solidFill>
                            <a:schemeClr val="tx1"/>
                          </a:solidFill>
                          <a:effectLst/>
                          <a:latin typeface="+mn-lt"/>
                          <a:ea typeface="+mn-ea"/>
                          <a:cs typeface="+mn-cs"/>
                        </a:rPr>
                        <a:t>The Change Management and Training resource establishes the communication plan for the Application deployment to the end-user organizations. In coordination with </a:t>
                      </a:r>
                      <a:r>
                        <a:rPr lang="en-US" sz="1400" kern="1200" dirty="0" err="1">
                          <a:solidFill>
                            <a:schemeClr val="tx1"/>
                          </a:solidFill>
                          <a:effectLst/>
                          <a:latin typeface="+mn-lt"/>
                          <a:ea typeface="+mn-ea"/>
                          <a:cs typeface="+mn-cs"/>
                        </a:rPr>
                        <a:t>ComplianceQuest</a:t>
                      </a:r>
                      <a:r>
                        <a:rPr lang="en-US" sz="1400" kern="1200" dirty="0">
                          <a:solidFill>
                            <a:schemeClr val="tx1"/>
                          </a:solidFill>
                          <a:effectLst/>
                          <a:latin typeface="+mn-lt"/>
                          <a:ea typeface="+mn-ea"/>
                          <a:cs typeface="+mn-cs"/>
                        </a:rPr>
                        <a:t>, this individual drives the development and execution of a Change Management plan, and is responsible for the communications plan, training execution and rollout.</a:t>
                      </a:r>
                      <a:endParaRPr lang="en-US" sz="1200" dirty="0">
                        <a:solidFill>
                          <a:srgbClr val="484848"/>
                        </a:solidFill>
                        <a:effectLst/>
                        <a:latin typeface="+mn-lt"/>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6F6"/>
                    </a:solidFill>
                  </a:tcPr>
                </a:tc>
                <a:extLst>
                  <a:ext uri="{0D108BD9-81ED-4DB2-BD59-A6C34878D82A}">
                    <a16:rowId xmlns:a16="http://schemas.microsoft.com/office/drawing/2014/main" val="2301327140"/>
                  </a:ext>
                </a:extLst>
              </a:tr>
            </a:tbl>
          </a:graphicData>
        </a:graphic>
      </p:graphicFrame>
    </p:spTree>
    <p:extLst>
      <p:ext uri="{BB962C8B-B14F-4D97-AF65-F5344CB8AC3E}">
        <p14:creationId xmlns:p14="http://schemas.microsoft.com/office/powerpoint/2010/main" val="262452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83B1CB-8037-01F6-4B92-F56658F6AB2E}"/>
              </a:ext>
            </a:extLst>
          </p:cNvPr>
          <p:cNvSpPr>
            <a:spLocks noGrp="1"/>
          </p:cNvSpPr>
          <p:nvPr>
            <p:ph type="title"/>
          </p:nvPr>
        </p:nvSpPr>
        <p:spPr/>
        <p:txBody>
          <a:bodyPr/>
          <a:lstStyle/>
          <a:p>
            <a:r>
              <a:rPr lang="en-US"/>
              <a:t>Project Team Hierarchy and Escalation Matrix</a:t>
            </a:r>
            <a:endParaRPr lang="en-IN"/>
          </a:p>
        </p:txBody>
      </p:sp>
      <p:sp>
        <p:nvSpPr>
          <p:cNvPr id="4" name="Rounded Rectangle 39">
            <a:extLst>
              <a:ext uri="{FF2B5EF4-FFF2-40B4-BE49-F238E27FC236}">
                <a16:creationId xmlns:a16="http://schemas.microsoft.com/office/drawing/2014/main" id="{7B512B8B-F669-2EFC-1CA2-3289206C9FB6}"/>
              </a:ext>
            </a:extLst>
          </p:cNvPr>
          <p:cNvSpPr/>
          <p:nvPr/>
        </p:nvSpPr>
        <p:spPr>
          <a:xfrm>
            <a:off x="2195287" y="1681261"/>
            <a:ext cx="7760259" cy="2490947"/>
          </a:xfrm>
          <a:prstGeom prst="roundRect">
            <a:avLst>
              <a:gd name="adj" fmla="val 5246"/>
            </a:avLst>
          </a:prstGeom>
          <a:noFill/>
          <a:ln w="28575">
            <a:solidFill>
              <a:srgbClr val="EE7D09"/>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4" name="Straight Arrow Connector 13">
            <a:extLst>
              <a:ext uri="{FF2B5EF4-FFF2-40B4-BE49-F238E27FC236}">
                <a16:creationId xmlns:a16="http://schemas.microsoft.com/office/drawing/2014/main" id="{5F7DE881-C837-1CDF-AC64-D3F004235664}"/>
              </a:ext>
            </a:extLst>
          </p:cNvPr>
          <p:cNvCxnSpPr>
            <a:cxnSpLocks/>
          </p:cNvCxnSpPr>
          <p:nvPr/>
        </p:nvCxnSpPr>
        <p:spPr>
          <a:xfrm>
            <a:off x="4087415" y="2253554"/>
            <a:ext cx="3928032" cy="0"/>
          </a:xfrm>
          <a:prstGeom prst="straightConnector1">
            <a:avLst/>
          </a:prstGeom>
          <a:ln w="12700">
            <a:solidFill>
              <a:srgbClr val="0072BC"/>
            </a:solidFill>
            <a:headEnd type="triangle"/>
            <a:tailEnd type="triangle"/>
          </a:ln>
          <a:effectLst/>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15F65BE-45F0-5FF0-E02B-FDB7F1A087CF}"/>
              </a:ext>
            </a:extLst>
          </p:cNvPr>
          <p:cNvCxnSpPr/>
          <p:nvPr/>
        </p:nvCxnSpPr>
        <p:spPr>
          <a:xfrm>
            <a:off x="10217120" y="3470758"/>
            <a:ext cx="0" cy="518025"/>
          </a:xfrm>
          <a:prstGeom prst="straightConnector1">
            <a:avLst/>
          </a:prstGeom>
          <a:ln w="12700">
            <a:solidFill>
              <a:srgbClr val="494949"/>
            </a:solidFill>
            <a:headEnd type="triangle"/>
            <a:tailEnd type="triangle"/>
          </a:ln>
          <a:effectLst/>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9F82860-53C9-7C17-4921-57DBF7F4368D}"/>
              </a:ext>
            </a:extLst>
          </p:cNvPr>
          <p:cNvCxnSpPr>
            <a:cxnSpLocks/>
          </p:cNvCxnSpPr>
          <p:nvPr/>
        </p:nvCxnSpPr>
        <p:spPr>
          <a:xfrm>
            <a:off x="6051433" y="923435"/>
            <a:ext cx="0" cy="5506240"/>
          </a:xfrm>
          <a:prstGeom prst="line">
            <a:avLst/>
          </a:prstGeom>
          <a:ln w="31750">
            <a:solidFill>
              <a:schemeClr val="accent5">
                <a:lumMod val="50000"/>
              </a:schemeClr>
            </a:solidFill>
          </a:ln>
          <a:effectLst/>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A50EDD11-C991-DDA7-D3F9-50635E66E1E4}"/>
              </a:ext>
            </a:extLst>
          </p:cNvPr>
          <p:cNvSpPr txBox="1"/>
          <p:nvPr/>
        </p:nvSpPr>
        <p:spPr>
          <a:xfrm>
            <a:off x="10341707" y="3449194"/>
            <a:ext cx="158078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srgbClr val="484848"/>
                </a:solidFill>
                <a:effectLst/>
                <a:uLnTx/>
                <a:uFillTx/>
                <a:latin typeface="Calibri" panose="020F0502020204030204"/>
                <a:ea typeface="+mn-ea"/>
                <a:cs typeface="+mn-cs"/>
              </a:rPr>
              <a:t>First Level Escalation PM</a:t>
            </a:r>
          </a:p>
        </p:txBody>
      </p:sp>
      <p:cxnSp>
        <p:nvCxnSpPr>
          <p:cNvPr id="21" name="Straight Arrow Connector 20">
            <a:extLst>
              <a:ext uri="{FF2B5EF4-FFF2-40B4-BE49-F238E27FC236}">
                <a16:creationId xmlns:a16="http://schemas.microsoft.com/office/drawing/2014/main" id="{746AB286-FDE7-297D-3834-44010C9CB77D}"/>
              </a:ext>
            </a:extLst>
          </p:cNvPr>
          <p:cNvCxnSpPr>
            <a:cxnSpLocks/>
          </p:cNvCxnSpPr>
          <p:nvPr/>
        </p:nvCxnSpPr>
        <p:spPr>
          <a:xfrm>
            <a:off x="10209688" y="2439895"/>
            <a:ext cx="0" cy="702238"/>
          </a:xfrm>
          <a:prstGeom prst="straightConnector1">
            <a:avLst/>
          </a:prstGeom>
          <a:ln w="12700">
            <a:solidFill>
              <a:srgbClr val="494949"/>
            </a:solidFill>
            <a:headEnd type="triangle"/>
            <a:tailEnd type="triangle"/>
          </a:ln>
          <a:effectLst/>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FE368D3-25AB-EF54-6911-BC9DB4AD17C2}"/>
              </a:ext>
            </a:extLst>
          </p:cNvPr>
          <p:cNvSpPr txBox="1"/>
          <p:nvPr/>
        </p:nvSpPr>
        <p:spPr>
          <a:xfrm>
            <a:off x="10341707" y="2539406"/>
            <a:ext cx="158078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srgbClr val="484848"/>
                </a:solidFill>
                <a:effectLst/>
                <a:uLnTx/>
                <a:uFillTx/>
                <a:latin typeface="Calibri" panose="020F0502020204030204"/>
                <a:ea typeface="+mn-ea"/>
                <a:cs typeface="+mn-cs"/>
              </a:rPr>
              <a:t>Second Level Escalation PS</a:t>
            </a:r>
          </a:p>
        </p:txBody>
      </p:sp>
      <p:cxnSp>
        <p:nvCxnSpPr>
          <p:cNvPr id="23" name="Straight Arrow Connector 22">
            <a:extLst>
              <a:ext uri="{FF2B5EF4-FFF2-40B4-BE49-F238E27FC236}">
                <a16:creationId xmlns:a16="http://schemas.microsoft.com/office/drawing/2014/main" id="{FC6B90D8-A9B6-AC8A-AEC7-17A0D1EDC237}"/>
              </a:ext>
            </a:extLst>
          </p:cNvPr>
          <p:cNvCxnSpPr>
            <a:cxnSpLocks/>
          </p:cNvCxnSpPr>
          <p:nvPr/>
        </p:nvCxnSpPr>
        <p:spPr>
          <a:xfrm>
            <a:off x="10209688" y="1736876"/>
            <a:ext cx="1" cy="447196"/>
          </a:xfrm>
          <a:prstGeom prst="straightConnector1">
            <a:avLst/>
          </a:prstGeom>
          <a:ln w="12700">
            <a:solidFill>
              <a:srgbClr val="494949"/>
            </a:solidFill>
            <a:headEnd type="triangle"/>
            <a:tailEnd type="triangle"/>
          </a:ln>
          <a:effectLst/>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E095DE9C-9DDD-830F-6E2B-40E826B6931F}"/>
              </a:ext>
            </a:extLst>
          </p:cNvPr>
          <p:cNvSpPr txBox="1"/>
          <p:nvPr/>
        </p:nvSpPr>
        <p:spPr>
          <a:xfrm>
            <a:off x="10341707" y="1687367"/>
            <a:ext cx="158078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srgbClr val="484848"/>
                </a:solidFill>
                <a:effectLst/>
                <a:uLnTx/>
                <a:uFillTx/>
                <a:latin typeface="Calibri" panose="020F0502020204030204"/>
                <a:ea typeface="+mn-ea"/>
                <a:cs typeface="+mn-cs"/>
              </a:rPr>
              <a:t>Third Level Escalation SC</a:t>
            </a:r>
          </a:p>
        </p:txBody>
      </p:sp>
      <p:sp>
        <p:nvSpPr>
          <p:cNvPr id="25" name="TextBox 24">
            <a:extLst>
              <a:ext uri="{FF2B5EF4-FFF2-40B4-BE49-F238E27FC236}">
                <a16:creationId xmlns:a16="http://schemas.microsoft.com/office/drawing/2014/main" id="{9FD30468-3CC7-2AD7-2F9A-3FEC06FAEA48}"/>
              </a:ext>
            </a:extLst>
          </p:cNvPr>
          <p:cNvSpPr txBox="1"/>
          <p:nvPr/>
        </p:nvSpPr>
        <p:spPr>
          <a:xfrm>
            <a:off x="5044981" y="1435544"/>
            <a:ext cx="2305759" cy="400110"/>
          </a:xfrm>
          <a:prstGeom prst="rect">
            <a:avLst/>
          </a:prstGeom>
          <a:solidFill>
            <a:schemeClr val="bg1"/>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494949"/>
                </a:solidFill>
                <a:effectLst/>
                <a:uLnTx/>
                <a:uFillTx/>
                <a:latin typeface="Calibri" panose="020F0502020204030204"/>
                <a:ea typeface="+mn-ea"/>
                <a:cs typeface="+mn-cs"/>
              </a:rPr>
              <a:t>Steering Committee</a:t>
            </a:r>
          </a:p>
        </p:txBody>
      </p:sp>
      <p:cxnSp>
        <p:nvCxnSpPr>
          <p:cNvPr id="26" name="Straight Arrow Connector 25">
            <a:extLst>
              <a:ext uri="{FF2B5EF4-FFF2-40B4-BE49-F238E27FC236}">
                <a16:creationId xmlns:a16="http://schemas.microsoft.com/office/drawing/2014/main" id="{509255D6-45E3-0F85-EB7F-5AC553BB0FC1}"/>
              </a:ext>
            </a:extLst>
          </p:cNvPr>
          <p:cNvCxnSpPr>
            <a:cxnSpLocks/>
          </p:cNvCxnSpPr>
          <p:nvPr/>
        </p:nvCxnSpPr>
        <p:spPr>
          <a:xfrm>
            <a:off x="1907588" y="3566624"/>
            <a:ext cx="0" cy="518025"/>
          </a:xfrm>
          <a:prstGeom prst="straightConnector1">
            <a:avLst/>
          </a:prstGeom>
          <a:ln w="12700">
            <a:solidFill>
              <a:srgbClr val="494949"/>
            </a:solidFill>
            <a:headEnd type="triangle"/>
            <a:tailEnd type="triangle"/>
          </a:ln>
          <a:effectLst/>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30B2E26E-E4D6-0E3C-2BA6-9A592BCD0C10}"/>
              </a:ext>
            </a:extLst>
          </p:cNvPr>
          <p:cNvSpPr txBox="1"/>
          <p:nvPr/>
        </p:nvSpPr>
        <p:spPr>
          <a:xfrm>
            <a:off x="-45389" y="3559775"/>
            <a:ext cx="1793724" cy="52322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srgbClr val="494949"/>
                </a:solidFill>
                <a:effectLst/>
                <a:uLnTx/>
                <a:uFillTx/>
                <a:latin typeface="Calibri" panose="020F0502020204030204"/>
                <a:ea typeface="+mn-ea"/>
                <a:cs typeface="+mn-cs"/>
              </a:rPr>
              <a:t>First Level</a:t>
            </a:r>
            <a:br>
              <a:rPr kumimoji="0" lang="en-IN" sz="1400" b="0" i="0" u="none" strike="noStrike" kern="1200" cap="none" spc="0" normalizeH="0" baseline="0" noProof="0">
                <a:ln>
                  <a:noFill/>
                </a:ln>
                <a:solidFill>
                  <a:srgbClr val="494949"/>
                </a:solidFill>
                <a:effectLst/>
                <a:uLnTx/>
                <a:uFillTx/>
                <a:latin typeface="Calibri" panose="020F0502020204030204"/>
                <a:ea typeface="+mn-ea"/>
                <a:cs typeface="+mn-cs"/>
              </a:rPr>
            </a:br>
            <a:r>
              <a:rPr kumimoji="0" lang="en-IN" sz="1400" b="0" i="0" u="none" strike="noStrike" kern="1200" cap="none" spc="0" normalizeH="0" baseline="0" noProof="0">
                <a:ln>
                  <a:noFill/>
                </a:ln>
                <a:solidFill>
                  <a:srgbClr val="494949"/>
                </a:solidFill>
                <a:effectLst/>
                <a:uLnTx/>
                <a:uFillTx/>
                <a:latin typeface="Calibri" panose="020F0502020204030204"/>
                <a:ea typeface="+mn-ea"/>
                <a:cs typeface="+mn-cs"/>
              </a:rPr>
              <a:t>Escalation PM</a:t>
            </a:r>
          </a:p>
        </p:txBody>
      </p:sp>
      <p:cxnSp>
        <p:nvCxnSpPr>
          <p:cNvPr id="28" name="Straight Arrow Connector 27">
            <a:extLst>
              <a:ext uri="{FF2B5EF4-FFF2-40B4-BE49-F238E27FC236}">
                <a16:creationId xmlns:a16="http://schemas.microsoft.com/office/drawing/2014/main" id="{0D7ADB3C-87E4-8539-D3B9-0DB9A7E8D7CC}"/>
              </a:ext>
            </a:extLst>
          </p:cNvPr>
          <p:cNvCxnSpPr>
            <a:cxnSpLocks/>
          </p:cNvCxnSpPr>
          <p:nvPr/>
        </p:nvCxnSpPr>
        <p:spPr>
          <a:xfrm>
            <a:off x="1907588" y="2535760"/>
            <a:ext cx="0" cy="702238"/>
          </a:xfrm>
          <a:prstGeom prst="straightConnector1">
            <a:avLst/>
          </a:prstGeom>
          <a:ln w="12700">
            <a:solidFill>
              <a:srgbClr val="494949"/>
            </a:solidFill>
            <a:headEnd type="triangle"/>
            <a:tailEnd type="triangle"/>
          </a:ln>
          <a:effectLst/>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16A4938A-1B00-D06B-2187-400C58CFDEC2}"/>
              </a:ext>
            </a:extLst>
          </p:cNvPr>
          <p:cNvSpPr txBox="1"/>
          <p:nvPr/>
        </p:nvSpPr>
        <p:spPr>
          <a:xfrm>
            <a:off x="-45389" y="2649987"/>
            <a:ext cx="1793724" cy="52322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srgbClr val="494949"/>
                </a:solidFill>
                <a:effectLst/>
                <a:uLnTx/>
                <a:uFillTx/>
                <a:latin typeface="Calibri" panose="020F0502020204030204"/>
                <a:ea typeface="+mn-ea"/>
                <a:cs typeface="+mn-cs"/>
              </a:rPr>
              <a:t>Second Level Escalation DH</a:t>
            </a:r>
          </a:p>
        </p:txBody>
      </p:sp>
      <p:cxnSp>
        <p:nvCxnSpPr>
          <p:cNvPr id="30" name="Straight Arrow Connector 29">
            <a:extLst>
              <a:ext uri="{FF2B5EF4-FFF2-40B4-BE49-F238E27FC236}">
                <a16:creationId xmlns:a16="http://schemas.microsoft.com/office/drawing/2014/main" id="{04250EA6-35EC-6441-2CC1-58FF7EC12448}"/>
              </a:ext>
            </a:extLst>
          </p:cNvPr>
          <p:cNvCxnSpPr>
            <a:cxnSpLocks/>
          </p:cNvCxnSpPr>
          <p:nvPr/>
        </p:nvCxnSpPr>
        <p:spPr>
          <a:xfrm>
            <a:off x="1907587" y="1832741"/>
            <a:ext cx="1" cy="447196"/>
          </a:xfrm>
          <a:prstGeom prst="straightConnector1">
            <a:avLst/>
          </a:prstGeom>
          <a:ln w="12700">
            <a:solidFill>
              <a:srgbClr val="494949"/>
            </a:solidFill>
            <a:headEnd type="triangle"/>
            <a:tailEnd type="triangle"/>
          </a:ln>
          <a:effectLst/>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07453944-08FC-5A5C-7790-D1D78628F9C9}"/>
              </a:ext>
            </a:extLst>
          </p:cNvPr>
          <p:cNvSpPr txBox="1"/>
          <p:nvPr/>
        </p:nvSpPr>
        <p:spPr>
          <a:xfrm>
            <a:off x="-45389" y="1740198"/>
            <a:ext cx="1793724" cy="52322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srgbClr val="494949"/>
                </a:solidFill>
                <a:effectLst/>
                <a:uLnTx/>
                <a:uFillTx/>
                <a:latin typeface="Calibri" panose="020F0502020204030204"/>
                <a:ea typeface="+mn-ea"/>
                <a:cs typeface="+mn-cs"/>
              </a:rPr>
              <a:t>Third Level </a:t>
            </a:r>
            <a:br>
              <a:rPr kumimoji="0" lang="en-IN" sz="1400" b="0" i="0" u="none" strike="noStrike" kern="1200" cap="none" spc="0" normalizeH="0" baseline="0" noProof="0">
                <a:ln>
                  <a:noFill/>
                </a:ln>
                <a:solidFill>
                  <a:srgbClr val="494949"/>
                </a:solidFill>
                <a:effectLst/>
                <a:uLnTx/>
                <a:uFillTx/>
                <a:latin typeface="Calibri" panose="020F0502020204030204"/>
                <a:ea typeface="+mn-ea"/>
                <a:cs typeface="+mn-cs"/>
              </a:rPr>
            </a:br>
            <a:r>
              <a:rPr kumimoji="0" lang="en-IN" sz="1400" b="0" i="0" u="none" strike="noStrike" kern="1200" cap="none" spc="0" normalizeH="0" baseline="0" noProof="0">
                <a:ln>
                  <a:noFill/>
                </a:ln>
                <a:solidFill>
                  <a:srgbClr val="494949"/>
                </a:solidFill>
                <a:effectLst/>
                <a:uLnTx/>
                <a:uFillTx/>
                <a:latin typeface="Calibri" panose="020F0502020204030204"/>
                <a:ea typeface="+mn-ea"/>
                <a:cs typeface="+mn-cs"/>
              </a:rPr>
              <a:t>Escalation SC</a:t>
            </a:r>
          </a:p>
        </p:txBody>
      </p:sp>
      <p:pic>
        <p:nvPicPr>
          <p:cNvPr id="32" name="Picture 31" descr="A picture containing clock, meter&#10;&#10;Description automatically generated">
            <a:extLst>
              <a:ext uri="{FF2B5EF4-FFF2-40B4-BE49-F238E27FC236}">
                <a16:creationId xmlns:a16="http://schemas.microsoft.com/office/drawing/2014/main" id="{B515C92A-87E6-845D-BDED-BF1FF36738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9550" y="987417"/>
            <a:ext cx="2520364" cy="395239"/>
          </a:xfrm>
          <a:prstGeom prst="rect">
            <a:avLst/>
          </a:prstGeom>
        </p:spPr>
      </p:pic>
      <p:pic>
        <p:nvPicPr>
          <p:cNvPr id="33" name="Picture 32" descr="A picture containing drawing&#10;&#10;Description automatically generated">
            <a:extLst>
              <a:ext uri="{FF2B5EF4-FFF2-40B4-BE49-F238E27FC236}">
                <a16:creationId xmlns:a16="http://schemas.microsoft.com/office/drawing/2014/main" id="{603A5DEC-6227-DC6C-6817-9B98CC53FB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8373" y="1813632"/>
            <a:ext cx="638704" cy="638704"/>
          </a:xfrm>
          <a:prstGeom prst="rect">
            <a:avLst/>
          </a:prstGeom>
        </p:spPr>
      </p:pic>
      <p:pic>
        <p:nvPicPr>
          <p:cNvPr id="34" name="Picture 33" descr="A picture containing drawing&#10;&#10;Description automatically generated">
            <a:extLst>
              <a:ext uri="{FF2B5EF4-FFF2-40B4-BE49-F238E27FC236}">
                <a16:creationId xmlns:a16="http://schemas.microsoft.com/office/drawing/2014/main" id="{73FAA456-A534-CA2D-0DC5-481A1EBEE6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1173" y="1813632"/>
            <a:ext cx="638704" cy="638704"/>
          </a:xfrm>
          <a:prstGeom prst="rect">
            <a:avLst/>
          </a:prstGeom>
        </p:spPr>
      </p:pic>
      <p:sp>
        <p:nvSpPr>
          <p:cNvPr id="35" name="Rectangle 34">
            <a:extLst>
              <a:ext uri="{FF2B5EF4-FFF2-40B4-BE49-F238E27FC236}">
                <a16:creationId xmlns:a16="http://schemas.microsoft.com/office/drawing/2014/main" id="{57CB0881-2248-1D0E-D434-E3968B9DDE9E}"/>
              </a:ext>
            </a:extLst>
          </p:cNvPr>
          <p:cNvSpPr/>
          <p:nvPr/>
        </p:nvSpPr>
        <p:spPr>
          <a:xfrm>
            <a:off x="2195238" y="2423510"/>
            <a:ext cx="3324534"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0071BB"/>
                </a:solidFill>
                <a:effectLst/>
                <a:uLnTx/>
                <a:uFillTx/>
                <a:latin typeface="Calibri" panose="020F0502020204030204"/>
                <a:ea typeface="+mn-ea"/>
                <a:cs typeface="+mn-cs"/>
              </a:rPr>
              <a:t>Delivery, Customer Success and </a:t>
            </a:r>
            <a:r>
              <a:rPr lang="en-IN" sz="1400" b="1">
                <a:solidFill>
                  <a:srgbClr val="0071BB"/>
                </a:solidFill>
                <a:latin typeface="Calibri" panose="020F0502020204030204"/>
              </a:rPr>
              <a:t>Commercial </a:t>
            </a:r>
            <a:r>
              <a:rPr kumimoji="0" lang="en-IN" sz="1400" b="1" i="0" u="none" strike="noStrike" kern="1200" cap="none" spc="0" normalizeH="0" baseline="0" noProof="0">
                <a:ln>
                  <a:noFill/>
                </a:ln>
                <a:solidFill>
                  <a:srgbClr val="0071BB"/>
                </a:solidFill>
                <a:effectLst/>
                <a:uLnTx/>
                <a:uFillTx/>
                <a:latin typeface="Calibri" panose="020F0502020204030204"/>
                <a:ea typeface="+mn-ea"/>
                <a:cs typeface="+mn-cs"/>
              </a:rPr>
              <a:t>Heads</a:t>
            </a:r>
          </a:p>
        </p:txBody>
      </p:sp>
      <p:sp>
        <p:nvSpPr>
          <p:cNvPr id="36" name="Rectangle 35">
            <a:extLst>
              <a:ext uri="{FF2B5EF4-FFF2-40B4-BE49-F238E27FC236}">
                <a16:creationId xmlns:a16="http://schemas.microsoft.com/office/drawing/2014/main" id="{C18B8D51-9503-439B-0B5E-4FE1BBEDCC3D}"/>
              </a:ext>
            </a:extLst>
          </p:cNvPr>
          <p:cNvSpPr/>
          <p:nvPr/>
        </p:nvSpPr>
        <p:spPr>
          <a:xfrm>
            <a:off x="7682523" y="2439895"/>
            <a:ext cx="1359090"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0071BB"/>
                </a:solidFill>
                <a:effectLst/>
                <a:uLnTx/>
                <a:uFillTx/>
                <a:latin typeface="Calibri" panose="020F0502020204030204"/>
                <a:ea typeface="+mn-ea"/>
                <a:cs typeface="+mn-cs"/>
              </a:rPr>
              <a:t>Project Sponsor</a:t>
            </a:r>
          </a:p>
        </p:txBody>
      </p:sp>
      <p:cxnSp>
        <p:nvCxnSpPr>
          <p:cNvPr id="37" name="Straight Arrow Connector 36">
            <a:extLst>
              <a:ext uri="{FF2B5EF4-FFF2-40B4-BE49-F238E27FC236}">
                <a16:creationId xmlns:a16="http://schemas.microsoft.com/office/drawing/2014/main" id="{C2244C58-63F0-F20E-2463-BC07FA5172D1}"/>
              </a:ext>
            </a:extLst>
          </p:cNvPr>
          <p:cNvCxnSpPr>
            <a:cxnSpLocks/>
          </p:cNvCxnSpPr>
          <p:nvPr/>
        </p:nvCxnSpPr>
        <p:spPr>
          <a:xfrm>
            <a:off x="4087415" y="3432308"/>
            <a:ext cx="3928032" cy="0"/>
          </a:xfrm>
          <a:prstGeom prst="straightConnector1">
            <a:avLst/>
          </a:prstGeom>
          <a:ln w="15875">
            <a:solidFill>
              <a:srgbClr val="494949"/>
            </a:solidFill>
            <a:headEnd type="triangle"/>
            <a:tailEnd type="triangle"/>
          </a:ln>
          <a:effectLst/>
        </p:spPr>
        <p:style>
          <a:lnRef idx="1">
            <a:schemeClr val="accent1"/>
          </a:lnRef>
          <a:fillRef idx="0">
            <a:schemeClr val="accent1"/>
          </a:fillRef>
          <a:effectRef idx="0">
            <a:schemeClr val="accent1"/>
          </a:effectRef>
          <a:fontRef idx="minor">
            <a:schemeClr val="tx1"/>
          </a:fontRef>
        </p:style>
      </p:cxnSp>
      <p:pic>
        <p:nvPicPr>
          <p:cNvPr id="38" name="Picture 37" descr="A picture containing drawing&#10;&#10;Description automatically generated">
            <a:extLst>
              <a:ext uri="{FF2B5EF4-FFF2-40B4-BE49-F238E27FC236}">
                <a16:creationId xmlns:a16="http://schemas.microsoft.com/office/drawing/2014/main" id="{2970097C-B583-3843-8B85-DC8476B5293D}"/>
              </a:ext>
            </a:extLst>
          </p:cNvPr>
          <p:cNvPicPr>
            <a:picLocks noChangeAspect="1"/>
          </p:cNvPicPr>
          <p:nvPr/>
        </p:nvPicPr>
        <p:blipFill>
          <a:blip r:embed="rId4">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3448373" y="3127144"/>
            <a:ext cx="638704" cy="638704"/>
          </a:xfrm>
          <a:prstGeom prst="rect">
            <a:avLst/>
          </a:prstGeom>
        </p:spPr>
      </p:pic>
      <p:sp>
        <p:nvSpPr>
          <p:cNvPr id="39" name="Rectangle 38">
            <a:extLst>
              <a:ext uri="{FF2B5EF4-FFF2-40B4-BE49-F238E27FC236}">
                <a16:creationId xmlns:a16="http://schemas.microsoft.com/office/drawing/2014/main" id="{71D0E14F-76A9-038E-907E-5920316334B9}"/>
              </a:ext>
            </a:extLst>
          </p:cNvPr>
          <p:cNvSpPr/>
          <p:nvPr/>
        </p:nvSpPr>
        <p:spPr>
          <a:xfrm>
            <a:off x="3057882" y="3716211"/>
            <a:ext cx="1419684" cy="30777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494949"/>
                </a:solidFill>
                <a:effectLst/>
                <a:uLnTx/>
                <a:uFillTx/>
                <a:latin typeface="Calibri" panose="020F0502020204030204"/>
                <a:ea typeface="+mn-ea"/>
                <a:cs typeface="+mn-cs"/>
              </a:rPr>
              <a:t>Project Manager</a:t>
            </a:r>
          </a:p>
        </p:txBody>
      </p:sp>
      <p:pic>
        <p:nvPicPr>
          <p:cNvPr id="40" name="Picture 39" descr="A picture containing drawing&#10;&#10;Description automatically generated">
            <a:extLst>
              <a:ext uri="{FF2B5EF4-FFF2-40B4-BE49-F238E27FC236}">
                <a16:creationId xmlns:a16="http://schemas.microsoft.com/office/drawing/2014/main" id="{F52B8FCE-FA00-4B89-744A-50636E95505A}"/>
              </a:ext>
            </a:extLst>
          </p:cNvPr>
          <p:cNvPicPr>
            <a:picLocks noChangeAspect="1"/>
          </p:cNvPicPr>
          <p:nvPr/>
        </p:nvPicPr>
        <p:blipFill>
          <a:blip r:embed="rId4">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8101938" y="3127144"/>
            <a:ext cx="638704" cy="638704"/>
          </a:xfrm>
          <a:prstGeom prst="rect">
            <a:avLst/>
          </a:prstGeom>
        </p:spPr>
      </p:pic>
      <p:sp>
        <p:nvSpPr>
          <p:cNvPr id="41" name="Rectangle 40">
            <a:extLst>
              <a:ext uri="{FF2B5EF4-FFF2-40B4-BE49-F238E27FC236}">
                <a16:creationId xmlns:a16="http://schemas.microsoft.com/office/drawing/2014/main" id="{C435E36C-184B-EA5E-7440-5881DFE305E6}"/>
              </a:ext>
            </a:extLst>
          </p:cNvPr>
          <p:cNvSpPr/>
          <p:nvPr/>
        </p:nvSpPr>
        <p:spPr>
          <a:xfrm>
            <a:off x="7711448" y="3716211"/>
            <a:ext cx="1419684" cy="30777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494949"/>
                </a:solidFill>
                <a:effectLst/>
                <a:uLnTx/>
                <a:uFillTx/>
                <a:latin typeface="Calibri" panose="020F0502020204030204"/>
                <a:ea typeface="+mn-ea"/>
                <a:cs typeface="+mn-cs"/>
              </a:rPr>
              <a:t>Project Manager</a:t>
            </a:r>
          </a:p>
        </p:txBody>
      </p:sp>
      <p:cxnSp>
        <p:nvCxnSpPr>
          <p:cNvPr id="78" name="Straight Connector 77">
            <a:extLst>
              <a:ext uri="{FF2B5EF4-FFF2-40B4-BE49-F238E27FC236}">
                <a16:creationId xmlns:a16="http://schemas.microsoft.com/office/drawing/2014/main" id="{442F9A8E-2F01-4A70-2E75-70DF9DD799D2}"/>
              </a:ext>
            </a:extLst>
          </p:cNvPr>
          <p:cNvCxnSpPr>
            <a:cxnSpLocks/>
          </p:cNvCxnSpPr>
          <p:nvPr/>
        </p:nvCxnSpPr>
        <p:spPr>
          <a:xfrm flipH="1">
            <a:off x="3761702" y="2899064"/>
            <a:ext cx="1" cy="184931"/>
          </a:xfrm>
          <a:prstGeom prst="line">
            <a:avLst/>
          </a:prstGeom>
          <a:ln w="31750">
            <a:solidFill>
              <a:srgbClr val="814E7E"/>
            </a:solidFill>
          </a:ln>
          <a:effectLst/>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DDB0816-CAC9-8323-A799-7D3C5C3AF2AD}"/>
              </a:ext>
            </a:extLst>
          </p:cNvPr>
          <p:cNvCxnSpPr>
            <a:cxnSpLocks/>
          </p:cNvCxnSpPr>
          <p:nvPr/>
        </p:nvCxnSpPr>
        <p:spPr>
          <a:xfrm>
            <a:off x="8390318" y="2784222"/>
            <a:ext cx="0" cy="287417"/>
          </a:xfrm>
          <a:prstGeom prst="line">
            <a:avLst/>
          </a:prstGeom>
          <a:ln w="31750">
            <a:solidFill>
              <a:srgbClr val="814E7E"/>
            </a:solidFill>
          </a:ln>
          <a:effectLst/>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7633A2FA-25A0-AFAE-1920-C97A307C1D91}"/>
              </a:ext>
            </a:extLst>
          </p:cNvPr>
          <p:cNvSpPr txBox="1"/>
          <p:nvPr/>
        </p:nvSpPr>
        <p:spPr>
          <a:xfrm>
            <a:off x="7650123" y="987417"/>
            <a:ext cx="179303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71BB"/>
                </a:solidFill>
                <a:effectLst/>
                <a:uLnTx/>
                <a:uFillTx/>
                <a:latin typeface="Calibri" panose="020F0502020204030204"/>
                <a:ea typeface="+mn-ea"/>
                <a:cs typeface="+mn-cs"/>
              </a:rPr>
              <a:t>Customer</a:t>
            </a:r>
          </a:p>
        </p:txBody>
      </p:sp>
      <p:sp>
        <p:nvSpPr>
          <p:cNvPr id="43" name="Rounded Rectangle 54">
            <a:extLst>
              <a:ext uri="{FF2B5EF4-FFF2-40B4-BE49-F238E27FC236}">
                <a16:creationId xmlns:a16="http://schemas.microsoft.com/office/drawing/2014/main" id="{41ECB556-CA33-5BB3-3AF1-A60642C56688}"/>
              </a:ext>
            </a:extLst>
          </p:cNvPr>
          <p:cNvSpPr/>
          <p:nvPr/>
        </p:nvSpPr>
        <p:spPr>
          <a:xfrm>
            <a:off x="871393" y="4741127"/>
            <a:ext cx="1252046" cy="871224"/>
          </a:xfrm>
          <a:prstGeom prst="roundRect">
            <a:avLst>
              <a:gd name="adj" fmla="val 0"/>
            </a:avLst>
          </a:prstGeom>
          <a:solidFill>
            <a:srgbClr val="0072B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3" name="Rounded Rectangle 54">
            <a:extLst>
              <a:ext uri="{FF2B5EF4-FFF2-40B4-BE49-F238E27FC236}">
                <a16:creationId xmlns:a16="http://schemas.microsoft.com/office/drawing/2014/main" id="{B363B4A5-6C2E-F750-1A17-4E1DCC89EE8B}"/>
              </a:ext>
            </a:extLst>
          </p:cNvPr>
          <p:cNvSpPr/>
          <p:nvPr/>
        </p:nvSpPr>
        <p:spPr>
          <a:xfrm>
            <a:off x="2156069" y="4741127"/>
            <a:ext cx="1252046" cy="871224"/>
          </a:xfrm>
          <a:prstGeom prst="roundRect">
            <a:avLst>
              <a:gd name="adj" fmla="val 0"/>
            </a:avLst>
          </a:prstGeom>
          <a:solidFill>
            <a:srgbClr val="48484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4" name="Rounded Rectangle 54">
            <a:extLst>
              <a:ext uri="{FF2B5EF4-FFF2-40B4-BE49-F238E27FC236}">
                <a16:creationId xmlns:a16="http://schemas.microsoft.com/office/drawing/2014/main" id="{90AAAC3D-D8DB-9E87-80CB-2CFA4A596E63}"/>
              </a:ext>
            </a:extLst>
          </p:cNvPr>
          <p:cNvSpPr/>
          <p:nvPr/>
        </p:nvSpPr>
        <p:spPr>
          <a:xfrm>
            <a:off x="3440745" y="4741127"/>
            <a:ext cx="1252046" cy="871224"/>
          </a:xfrm>
          <a:prstGeom prst="roundRect">
            <a:avLst>
              <a:gd name="adj" fmla="val 0"/>
            </a:avLst>
          </a:prstGeom>
          <a:solidFill>
            <a:srgbClr val="EE7D0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6" name="Rounded Rectangle 54">
            <a:extLst>
              <a:ext uri="{FF2B5EF4-FFF2-40B4-BE49-F238E27FC236}">
                <a16:creationId xmlns:a16="http://schemas.microsoft.com/office/drawing/2014/main" id="{645672F8-5C5B-95D4-F0A6-D1C96C681D31}"/>
              </a:ext>
            </a:extLst>
          </p:cNvPr>
          <p:cNvSpPr/>
          <p:nvPr/>
        </p:nvSpPr>
        <p:spPr>
          <a:xfrm>
            <a:off x="4725421" y="4741127"/>
            <a:ext cx="1252046" cy="871224"/>
          </a:xfrm>
          <a:prstGeom prst="roundRect">
            <a:avLst>
              <a:gd name="adj" fmla="val 0"/>
            </a:avLst>
          </a:prstGeom>
          <a:solidFill>
            <a:srgbClr val="87A90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2" name="Rounded Rectangle 54">
            <a:extLst>
              <a:ext uri="{FF2B5EF4-FFF2-40B4-BE49-F238E27FC236}">
                <a16:creationId xmlns:a16="http://schemas.microsoft.com/office/drawing/2014/main" id="{47F3C5BB-B291-DE57-C009-FFC6F35BED80}"/>
              </a:ext>
            </a:extLst>
          </p:cNvPr>
          <p:cNvSpPr/>
          <p:nvPr/>
        </p:nvSpPr>
        <p:spPr>
          <a:xfrm>
            <a:off x="6118240" y="4741127"/>
            <a:ext cx="1252046" cy="871224"/>
          </a:xfrm>
          <a:prstGeom prst="roundRect">
            <a:avLst>
              <a:gd name="adj" fmla="val 0"/>
            </a:avLst>
          </a:prstGeom>
          <a:solidFill>
            <a:srgbClr val="0072B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 name="Rounded Rectangle 54">
            <a:extLst>
              <a:ext uri="{FF2B5EF4-FFF2-40B4-BE49-F238E27FC236}">
                <a16:creationId xmlns:a16="http://schemas.microsoft.com/office/drawing/2014/main" id="{86816B7D-2C1C-32A6-B61E-E18182411242}"/>
              </a:ext>
            </a:extLst>
          </p:cNvPr>
          <p:cNvSpPr/>
          <p:nvPr/>
        </p:nvSpPr>
        <p:spPr>
          <a:xfrm>
            <a:off x="7402916" y="4741127"/>
            <a:ext cx="1252046" cy="871224"/>
          </a:xfrm>
          <a:prstGeom prst="roundRect">
            <a:avLst>
              <a:gd name="adj" fmla="val 0"/>
            </a:avLst>
          </a:prstGeom>
          <a:solidFill>
            <a:srgbClr val="4949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4" name="Rounded Rectangle 54">
            <a:extLst>
              <a:ext uri="{FF2B5EF4-FFF2-40B4-BE49-F238E27FC236}">
                <a16:creationId xmlns:a16="http://schemas.microsoft.com/office/drawing/2014/main" id="{63AFC9C1-E26E-0C90-021C-4FC69B368DFA}"/>
              </a:ext>
            </a:extLst>
          </p:cNvPr>
          <p:cNvSpPr/>
          <p:nvPr/>
        </p:nvSpPr>
        <p:spPr>
          <a:xfrm>
            <a:off x="8687592" y="4741127"/>
            <a:ext cx="1252046" cy="871224"/>
          </a:xfrm>
          <a:prstGeom prst="roundRect">
            <a:avLst>
              <a:gd name="adj" fmla="val 0"/>
            </a:avLst>
          </a:prstGeom>
          <a:solidFill>
            <a:srgbClr val="EE7D0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5" name="Rounded Rectangle 54">
            <a:extLst>
              <a:ext uri="{FF2B5EF4-FFF2-40B4-BE49-F238E27FC236}">
                <a16:creationId xmlns:a16="http://schemas.microsoft.com/office/drawing/2014/main" id="{760F9C8F-1805-722B-25BC-72157F162C00}"/>
              </a:ext>
            </a:extLst>
          </p:cNvPr>
          <p:cNvSpPr/>
          <p:nvPr/>
        </p:nvSpPr>
        <p:spPr>
          <a:xfrm>
            <a:off x="9972268" y="4741127"/>
            <a:ext cx="1252046" cy="871224"/>
          </a:xfrm>
          <a:prstGeom prst="roundRect">
            <a:avLst>
              <a:gd name="adj" fmla="val 0"/>
            </a:avLst>
          </a:prstGeom>
          <a:solidFill>
            <a:srgbClr val="87A90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6" name="Picture 95" descr="A picture containing drawing&#10;&#10;Description automatically generated">
            <a:extLst>
              <a:ext uri="{FF2B5EF4-FFF2-40B4-BE49-F238E27FC236}">
                <a16:creationId xmlns:a16="http://schemas.microsoft.com/office/drawing/2014/main" id="{D6B42196-04D9-22CA-006D-140D79C44E3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5844" y="4996167"/>
            <a:ext cx="361144" cy="361144"/>
          </a:xfrm>
          <a:prstGeom prst="rect">
            <a:avLst/>
          </a:prstGeom>
        </p:spPr>
      </p:pic>
      <p:pic>
        <p:nvPicPr>
          <p:cNvPr id="97" name="Picture 96" descr="A picture containing drawing&#10;&#10;Description automatically generated">
            <a:extLst>
              <a:ext uri="{FF2B5EF4-FFF2-40B4-BE49-F238E27FC236}">
                <a16:creationId xmlns:a16="http://schemas.microsoft.com/office/drawing/2014/main" id="{6670B1C5-D887-9F51-932A-C3846BAA12B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52362" y="4996167"/>
            <a:ext cx="361144" cy="361144"/>
          </a:xfrm>
          <a:prstGeom prst="rect">
            <a:avLst/>
          </a:prstGeom>
        </p:spPr>
      </p:pic>
      <p:pic>
        <p:nvPicPr>
          <p:cNvPr id="98" name="Picture 97" descr="A picture containing drawing&#10;&#10;Description automatically generated">
            <a:extLst>
              <a:ext uri="{FF2B5EF4-FFF2-40B4-BE49-F238E27FC236}">
                <a16:creationId xmlns:a16="http://schemas.microsoft.com/office/drawing/2014/main" id="{DFF77C55-CBD3-F9A3-9370-33A358A001D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15114" y="4996167"/>
            <a:ext cx="361144" cy="361144"/>
          </a:xfrm>
          <a:prstGeom prst="rect">
            <a:avLst/>
          </a:prstGeom>
        </p:spPr>
      </p:pic>
      <p:pic>
        <p:nvPicPr>
          <p:cNvPr id="99" name="Picture 98" descr="A picture containing drawing&#10;&#10;Description automatically generated">
            <a:extLst>
              <a:ext uri="{FF2B5EF4-FFF2-40B4-BE49-F238E27FC236}">
                <a16:creationId xmlns:a16="http://schemas.microsoft.com/office/drawing/2014/main" id="{507A9731-C0B1-BCC2-EDCC-05AEBA1EBF9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46813" y="4996167"/>
            <a:ext cx="361144" cy="361144"/>
          </a:xfrm>
          <a:prstGeom prst="rect">
            <a:avLst/>
          </a:prstGeom>
        </p:spPr>
      </p:pic>
      <p:sp>
        <p:nvSpPr>
          <p:cNvPr id="100" name="Rectangle 99">
            <a:extLst>
              <a:ext uri="{FF2B5EF4-FFF2-40B4-BE49-F238E27FC236}">
                <a16:creationId xmlns:a16="http://schemas.microsoft.com/office/drawing/2014/main" id="{76FE9162-A5A6-FD03-6266-8FDA102C9C3E}"/>
              </a:ext>
            </a:extLst>
          </p:cNvPr>
          <p:cNvSpPr/>
          <p:nvPr/>
        </p:nvSpPr>
        <p:spPr>
          <a:xfrm>
            <a:off x="1285715" y="4976684"/>
            <a:ext cx="854039"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prstClr val="white"/>
                </a:solidFill>
                <a:effectLst/>
                <a:uLnTx/>
                <a:uFillTx/>
                <a:latin typeface="Calibri" panose="020F0502020204030204"/>
                <a:ea typeface="+mn-ea"/>
                <a:cs typeface="+mn-cs"/>
              </a:rPr>
              <a:t>Functional Consultants</a:t>
            </a:r>
          </a:p>
        </p:txBody>
      </p:sp>
      <p:sp>
        <p:nvSpPr>
          <p:cNvPr id="101" name="Rectangle 100">
            <a:extLst>
              <a:ext uri="{FF2B5EF4-FFF2-40B4-BE49-F238E27FC236}">
                <a16:creationId xmlns:a16="http://schemas.microsoft.com/office/drawing/2014/main" id="{40AD824A-103E-CB8B-BDCA-F30ED0480A06}"/>
              </a:ext>
            </a:extLst>
          </p:cNvPr>
          <p:cNvSpPr/>
          <p:nvPr/>
        </p:nvSpPr>
        <p:spPr>
          <a:xfrm>
            <a:off x="2554184" y="4899740"/>
            <a:ext cx="854039" cy="553998"/>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prstClr val="white"/>
                </a:solidFill>
                <a:effectLst/>
                <a:uLnTx/>
                <a:uFillTx/>
                <a:latin typeface="Calibri" panose="020F0502020204030204"/>
                <a:ea typeface="+mn-ea"/>
                <a:cs typeface="+mn-cs"/>
              </a:rPr>
              <a:t>Domain Expert (Quality)</a:t>
            </a:r>
          </a:p>
        </p:txBody>
      </p:sp>
      <p:sp>
        <p:nvSpPr>
          <p:cNvPr id="102" name="Rectangle 101">
            <a:extLst>
              <a:ext uri="{FF2B5EF4-FFF2-40B4-BE49-F238E27FC236}">
                <a16:creationId xmlns:a16="http://schemas.microsoft.com/office/drawing/2014/main" id="{BA322B6B-1458-926A-A46F-24A7D2C833BB}"/>
              </a:ext>
            </a:extLst>
          </p:cNvPr>
          <p:cNvSpPr/>
          <p:nvPr/>
        </p:nvSpPr>
        <p:spPr>
          <a:xfrm>
            <a:off x="3857505" y="4996167"/>
            <a:ext cx="854039"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prstClr val="white"/>
                </a:solidFill>
                <a:effectLst/>
                <a:uLnTx/>
                <a:uFillTx/>
                <a:latin typeface="Calibri" panose="020F0502020204030204"/>
                <a:ea typeface="+mn-ea"/>
                <a:cs typeface="+mn-cs"/>
              </a:rPr>
              <a:t>Technical Consultant </a:t>
            </a:r>
          </a:p>
        </p:txBody>
      </p:sp>
      <p:sp>
        <p:nvSpPr>
          <p:cNvPr id="103" name="Rectangle 102">
            <a:extLst>
              <a:ext uri="{FF2B5EF4-FFF2-40B4-BE49-F238E27FC236}">
                <a16:creationId xmlns:a16="http://schemas.microsoft.com/office/drawing/2014/main" id="{80D715C7-14D8-C152-57DD-DD247834A195}"/>
              </a:ext>
            </a:extLst>
          </p:cNvPr>
          <p:cNvSpPr/>
          <p:nvPr/>
        </p:nvSpPr>
        <p:spPr>
          <a:xfrm>
            <a:off x="5044360" y="4996167"/>
            <a:ext cx="920809"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prstClr val="white"/>
                </a:solidFill>
                <a:effectLst/>
                <a:uLnTx/>
                <a:uFillTx/>
                <a:latin typeface="Calibri" panose="020F0502020204030204"/>
                <a:ea typeface="+mn-ea"/>
                <a:cs typeface="+mn-cs"/>
              </a:rPr>
              <a:t>Configuration Consultant</a:t>
            </a:r>
          </a:p>
        </p:txBody>
      </p:sp>
      <p:pic>
        <p:nvPicPr>
          <p:cNvPr id="104" name="Picture 103" descr="A picture containing drawing&#10;&#10;Description automatically generated">
            <a:extLst>
              <a:ext uri="{FF2B5EF4-FFF2-40B4-BE49-F238E27FC236}">
                <a16:creationId xmlns:a16="http://schemas.microsoft.com/office/drawing/2014/main" id="{F38AAC89-38B6-9753-DC07-139A32173AE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01429" y="4996167"/>
            <a:ext cx="361144" cy="361144"/>
          </a:xfrm>
          <a:prstGeom prst="rect">
            <a:avLst/>
          </a:prstGeom>
        </p:spPr>
      </p:pic>
      <p:pic>
        <p:nvPicPr>
          <p:cNvPr id="105" name="Picture 104" descr="A picture containing drawing&#10;&#10;Description automatically generated">
            <a:extLst>
              <a:ext uri="{FF2B5EF4-FFF2-40B4-BE49-F238E27FC236}">
                <a16:creationId xmlns:a16="http://schemas.microsoft.com/office/drawing/2014/main" id="{F3857246-F146-E181-30D8-D80280BAD56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81767" y="4996167"/>
            <a:ext cx="361144" cy="361144"/>
          </a:xfrm>
          <a:prstGeom prst="rect">
            <a:avLst/>
          </a:prstGeom>
        </p:spPr>
      </p:pic>
      <p:pic>
        <p:nvPicPr>
          <p:cNvPr id="106" name="Picture 105" descr="A picture containing drawing&#10;&#10;Description automatically generated">
            <a:extLst>
              <a:ext uri="{FF2B5EF4-FFF2-40B4-BE49-F238E27FC236}">
                <a16:creationId xmlns:a16="http://schemas.microsoft.com/office/drawing/2014/main" id="{2087C88C-630B-F810-5BF9-74C4FA41D36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58887" y="4996167"/>
            <a:ext cx="361144" cy="361144"/>
          </a:xfrm>
          <a:prstGeom prst="rect">
            <a:avLst/>
          </a:prstGeom>
        </p:spPr>
      </p:pic>
      <p:pic>
        <p:nvPicPr>
          <p:cNvPr id="107" name="Picture 106" descr="A picture containing drawing&#10;&#10;Description automatically generated">
            <a:extLst>
              <a:ext uri="{FF2B5EF4-FFF2-40B4-BE49-F238E27FC236}">
                <a16:creationId xmlns:a16="http://schemas.microsoft.com/office/drawing/2014/main" id="{E195A470-7036-1B9B-4433-A34CCE28568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38205" y="4996167"/>
            <a:ext cx="361144" cy="361144"/>
          </a:xfrm>
          <a:prstGeom prst="rect">
            <a:avLst/>
          </a:prstGeom>
        </p:spPr>
      </p:pic>
      <p:sp>
        <p:nvSpPr>
          <p:cNvPr id="108" name="Rectangle 107">
            <a:extLst>
              <a:ext uri="{FF2B5EF4-FFF2-40B4-BE49-F238E27FC236}">
                <a16:creationId xmlns:a16="http://schemas.microsoft.com/office/drawing/2014/main" id="{D76EDD8B-D9FA-5D25-608C-6EF3759CDB44}"/>
              </a:ext>
            </a:extLst>
          </p:cNvPr>
          <p:cNvSpPr/>
          <p:nvPr/>
        </p:nvSpPr>
        <p:spPr>
          <a:xfrm>
            <a:off x="6557922" y="4981226"/>
            <a:ext cx="778187"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prstClr val="white"/>
                </a:solidFill>
                <a:effectLst/>
                <a:uLnTx/>
                <a:uFillTx/>
                <a:latin typeface="Calibri" panose="020F0502020204030204"/>
                <a:ea typeface="+mn-ea"/>
                <a:cs typeface="+mn-cs"/>
              </a:rPr>
              <a:t>Functional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prstClr val="white"/>
                </a:solidFill>
                <a:effectLst/>
                <a:uLnTx/>
                <a:uFillTx/>
                <a:latin typeface="Calibri" panose="020F0502020204030204"/>
                <a:ea typeface="+mn-ea"/>
                <a:cs typeface="+mn-cs"/>
              </a:rPr>
              <a:t>SME</a:t>
            </a:r>
          </a:p>
        </p:txBody>
      </p:sp>
      <p:sp>
        <p:nvSpPr>
          <p:cNvPr id="109" name="Rectangle 108">
            <a:extLst>
              <a:ext uri="{FF2B5EF4-FFF2-40B4-BE49-F238E27FC236}">
                <a16:creationId xmlns:a16="http://schemas.microsoft.com/office/drawing/2014/main" id="{F5F7C623-5128-2854-6845-07E2A4E50F04}"/>
              </a:ext>
            </a:extLst>
          </p:cNvPr>
          <p:cNvSpPr/>
          <p:nvPr/>
        </p:nvSpPr>
        <p:spPr>
          <a:xfrm>
            <a:off x="7736487" y="4980778"/>
            <a:ext cx="885133"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prstClr val="white"/>
                </a:solidFill>
                <a:effectLst/>
                <a:uLnTx/>
                <a:uFillTx/>
                <a:latin typeface="Calibri" panose="020F0502020204030204"/>
                <a:ea typeface="+mn-ea"/>
                <a:cs typeface="+mn-cs"/>
              </a:rPr>
              <a:t>Quality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prstClr val="white"/>
                </a:solidFill>
                <a:effectLst/>
                <a:uLnTx/>
                <a:uFillTx/>
                <a:latin typeface="Calibri" panose="020F0502020204030204"/>
                <a:ea typeface="+mn-ea"/>
                <a:cs typeface="+mn-cs"/>
              </a:rPr>
              <a:t>SME</a:t>
            </a:r>
          </a:p>
        </p:txBody>
      </p:sp>
      <p:sp>
        <p:nvSpPr>
          <p:cNvPr id="110" name="Rectangle 109">
            <a:extLst>
              <a:ext uri="{FF2B5EF4-FFF2-40B4-BE49-F238E27FC236}">
                <a16:creationId xmlns:a16="http://schemas.microsoft.com/office/drawing/2014/main" id="{1C3DD1C8-360A-49FA-8230-21ACB11EC342}"/>
              </a:ext>
            </a:extLst>
          </p:cNvPr>
          <p:cNvSpPr/>
          <p:nvPr/>
        </p:nvSpPr>
        <p:spPr>
          <a:xfrm>
            <a:off x="9206295" y="5053628"/>
            <a:ext cx="311304" cy="246221"/>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prstClr val="white"/>
                </a:solidFill>
                <a:effectLst/>
                <a:uLnTx/>
                <a:uFillTx/>
                <a:latin typeface="Calibri" panose="020F0502020204030204"/>
                <a:ea typeface="+mn-ea"/>
                <a:cs typeface="+mn-cs"/>
              </a:rPr>
              <a:t> IT</a:t>
            </a:r>
          </a:p>
        </p:txBody>
      </p:sp>
      <p:sp>
        <p:nvSpPr>
          <p:cNvPr id="111" name="Rectangle 110">
            <a:extLst>
              <a:ext uri="{FF2B5EF4-FFF2-40B4-BE49-F238E27FC236}">
                <a16:creationId xmlns:a16="http://schemas.microsoft.com/office/drawing/2014/main" id="{2C005912-15E6-E21A-533A-BD7AB0DDC511}"/>
              </a:ext>
            </a:extLst>
          </p:cNvPr>
          <p:cNvSpPr/>
          <p:nvPr/>
        </p:nvSpPr>
        <p:spPr>
          <a:xfrm>
            <a:off x="10341707" y="4976684"/>
            <a:ext cx="808820"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prstClr val="white"/>
                </a:solidFill>
                <a:effectLst/>
                <a:uLnTx/>
                <a:uFillTx/>
                <a:latin typeface="Calibri" panose="020F0502020204030204"/>
                <a:ea typeface="+mn-ea"/>
                <a:cs typeface="+mn-cs"/>
              </a:rPr>
              <a:t>Project Manager</a:t>
            </a:r>
          </a:p>
        </p:txBody>
      </p:sp>
      <p:cxnSp>
        <p:nvCxnSpPr>
          <p:cNvPr id="113" name="Connector: Elbow 112">
            <a:extLst>
              <a:ext uri="{FF2B5EF4-FFF2-40B4-BE49-F238E27FC236}">
                <a16:creationId xmlns:a16="http://schemas.microsoft.com/office/drawing/2014/main" id="{6CA6F311-E3DB-DEBC-0F44-B1D86ED09094}"/>
              </a:ext>
            </a:extLst>
          </p:cNvPr>
          <p:cNvCxnSpPr>
            <a:stCxn id="43" idx="2"/>
            <a:endCxn id="92" idx="2"/>
          </p:cNvCxnSpPr>
          <p:nvPr/>
        </p:nvCxnSpPr>
        <p:spPr>
          <a:xfrm rot="16200000" flipH="1">
            <a:off x="4120839" y="2988927"/>
            <a:ext cx="12700" cy="5246847"/>
          </a:xfrm>
          <a:prstGeom prst="bentConnector3">
            <a:avLst>
              <a:gd name="adj1" fmla="val 1800000"/>
            </a:avLst>
          </a:prstGeom>
          <a:ln>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4" name="Connector: Elbow 113">
            <a:extLst>
              <a:ext uri="{FF2B5EF4-FFF2-40B4-BE49-F238E27FC236}">
                <a16:creationId xmlns:a16="http://schemas.microsoft.com/office/drawing/2014/main" id="{B4B3DB5B-0DBB-9145-C282-7F6587939A60}"/>
              </a:ext>
            </a:extLst>
          </p:cNvPr>
          <p:cNvCxnSpPr>
            <a:cxnSpLocks/>
            <a:stCxn id="83" idx="2"/>
            <a:endCxn id="93" idx="2"/>
          </p:cNvCxnSpPr>
          <p:nvPr/>
        </p:nvCxnSpPr>
        <p:spPr>
          <a:xfrm rot="16200000" flipH="1">
            <a:off x="5405515" y="2988927"/>
            <a:ext cx="12700" cy="5246847"/>
          </a:xfrm>
          <a:prstGeom prst="bentConnector3">
            <a:avLst>
              <a:gd name="adj1" fmla="val 1800000"/>
            </a:avLst>
          </a:prstGeom>
          <a:ln>
            <a:solidFill>
              <a:srgbClr val="494949"/>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8" name="Connector: Elbow 117">
            <a:extLst>
              <a:ext uri="{FF2B5EF4-FFF2-40B4-BE49-F238E27FC236}">
                <a16:creationId xmlns:a16="http://schemas.microsoft.com/office/drawing/2014/main" id="{74EE492B-4DB5-0E46-85BD-3C5B3BF86103}"/>
              </a:ext>
            </a:extLst>
          </p:cNvPr>
          <p:cNvCxnSpPr>
            <a:cxnSpLocks/>
            <a:stCxn id="86" idx="2"/>
            <a:endCxn id="95" idx="2"/>
          </p:cNvCxnSpPr>
          <p:nvPr/>
        </p:nvCxnSpPr>
        <p:spPr>
          <a:xfrm rot="16200000" flipH="1">
            <a:off x="7974867" y="2988927"/>
            <a:ext cx="12700" cy="5246847"/>
          </a:xfrm>
          <a:prstGeom prst="bentConnector3">
            <a:avLst>
              <a:gd name="adj1" fmla="val 1800000"/>
            </a:avLst>
          </a:prstGeom>
          <a:ln>
            <a:solidFill>
              <a:srgbClr val="87A905"/>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2" name="Connector: Elbow 121">
            <a:extLst>
              <a:ext uri="{FF2B5EF4-FFF2-40B4-BE49-F238E27FC236}">
                <a16:creationId xmlns:a16="http://schemas.microsoft.com/office/drawing/2014/main" id="{F4CF38F4-8EC5-A118-2920-EB37C84BA311}"/>
              </a:ext>
            </a:extLst>
          </p:cNvPr>
          <p:cNvCxnSpPr>
            <a:cxnSpLocks/>
            <a:stCxn id="84" idx="2"/>
            <a:endCxn id="94" idx="2"/>
          </p:cNvCxnSpPr>
          <p:nvPr/>
        </p:nvCxnSpPr>
        <p:spPr>
          <a:xfrm rot="16200000" flipH="1">
            <a:off x="6690191" y="2988927"/>
            <a:ext cx="12700" cy="5246847"/>
          </a:xfrm>
          <a:prstGeom prst="bentConnector3">
            <a:avLst>
              <a:gd name="adj1" fmla="val 1800000"/>
            </a:avLst>
          </a:prstGeom>
          <a:ln>
            <a:solidFill>
              <a:srgbClr val="EE7D09"/>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0" name="Connector: Elbow 129">
            <a:extLst>
              <a:ext uri="{FF2B5EF4-FFF2-40B4-BE49-F238E27FC236}">
                <a16:creationId xmlns:a16="http://schemas.microsoft.com/office/drawing/2014/main" id="{CCC95F5E-91A3-D974-576A-B66886B0C0B2}"/>
              </a:ext>
            </a:extLst>
          </p:cNvPr>
          <p:cNvCxnSpPr>
            <a:cxnSpLocks/>
            <a:stCxn id="39" idx="2"/>
            <a:endCxn id="43" idx="0"/>
          </p:cNvCxnSpPr>
          <p:nvPr/>
        </p:nvCxnSpPr>
        <p:spPr>
          <a:xfrm rot="5400000">
            <a:off x="2274001" y="3247403"/>
            <a:ext cx="717139" cy="2270308"/>
          </a:xfrm>
          <a:prstGeom prst="bentConnector3">
            <a:avLst>
              <a:gd name="adj1" fmla="val 50000"/>
            </a:avLst>
          </a:prstGeom>
          <a:ln>
            <a:solidFill>
              <a:srgbClr val="494949"/>
            </a:solidFill>
          </a:ln>
        </p:spPr>
        <p:style>
          <a:lnRef idx="1">
            <a:schemeClr val="accent1"/>
          </a:lnRef>
          <a:fillRef idx="0">
            <a:schemeClr val="accent1"/>
          </a:fillRef>
          <a:effectRef idx="0">
            <a:schemeClr val="accent1"/>
          </a:effectRef>
          <a:fontRef idx="minor">
            <a:schemeClr val="tx1"/>
          </a:fontRef>
        </p:style>
      </p:cxnSp>
      <p:cxnSp>
        <p:nvCxnSpPr>
          <p:cNvPr id="133" name="Connector: Elbow 132">
            <a:extLst>
              <a:ext uri="{FF2B5EF4-FFF2-40B4-BE49-F238E27FC236}">
                <a16:creationId xmlns:a16="http://schemas.microsoft.com/office/drawing/2014/main" id="{7F72F9EB-542C-4401-652D-5207351EC03C}"/>
              </a:ext>
            </a:extLst>
          </p:cNvPr>
          <p:cNvCxnSpPr>
            <a:cxnSpLocks/>
            <a:stCxn id="39" idx="2"/>
            <a:endCxn id="86" idx="0"/>
          </p:cNvCxnSpPr>
          <p:nvPr/>
        </p:nvCxnSpPr>
        <p:spPr>
          <a:xfrm rot="16200000" flipH="1">
            <a:off x="4201015" y="3590697"/>
            <a:ext cx="717139" cy="1583720"/>
          </a:xfrm>
          <a:prstGeom prst="bentConnector3">
            <a:avLst>
              <a:gd name="adj1" fmla="val 50000"/>
            </a:avLst>
          </a:prstGeom>
          <a:ln>
            <a:solidFill>
              <a:srgbClr val="494949"/>
            </a:solidFill>
          </a:ln>
        </p:spPr>
        <p:style>
          <a:lnRef idx="1">
            <a:schemeClr val="accent1"/>
          </a:lnRef>
          <a:fillRef idx="0">
            <a:schemeClr val="accent1"/>
          </a:fillRef>
          <a:effectRef idx="0">
            <a:schemeClr val="accent1"/>
          </a:effectRef>
          <a:fontRef idx="minor">
            <a:schemeClr val="tx1"/>
          </a:fontRef>
        </p:style>
      </p:cxnSp>
      <p:cxnSp>
        <p:nvCxnSpPr>
          <p:cNvPr id="137" name="Connector: Elbow 136">
            <a:extLst>
              <a:ext uri="{FF2B5EF4-FFF2-40B4-BE49-F238E27FC236}">
                <a16:creationId xmlns:a16="http://schemas.microsoft.com/office/drawing/2014/main" id="{5418A3DE-6C15-8182-C897-6617F1A7B9F4}"/>
              </a:ext>
            </a:extLst>
          </p:cNvPr>
          <p:cNvCxnSpPr>
            <a:cxnSpLocks/>
            <a:stCxn id="39" idx="2"/>
            <a:endCxn id="84" idx="0"/>
          </p:cNvCxnSpPr>
          <p:nvPr/>
        </p:nvCxnSpPr>
        <p:spPr>
          <a:xfrm rot="16200000" flipH="1">
            <a:off x="3558677" y="4233035"/>
            <a:ext cx="717139" cy="299044"/>
          </a:xfrm>
          <a:prstGeom prst="bentConnector3">
            <a:avLst>
              <a:gd name="adj1" fmla="val 50000"/>
            </a:avLst>
          </a:prstGeom>
          <a:ln>
            <a:solidFill>
              <a:srgbClr val="494949"/>
            </a:solidFill>
          </a:ln>
        </p:spPr>
        <p:style>
          <a:lnRef idx="1">
            <a:schemeClr val="accent1"/>
          </a:lnRef>
          <a:fillRef idx="0">
            <a:schemeClr val="accent1"/>
          </a:fillRef>
          <a:effectRef idx="0">
            <a:schemeClr val="accent1"/>
          </a:effectRef>
          <a:fontRef idx="minor">
            <a:schemeClr val="tx1"/>
          </a:fontRef>
        </p:style>
      </p:cxnSp>
      <p:cxnSp>
        <p:nvCxnSpPr>
          <p:cNvPr id="141" name="Connector: Elbow 140">
            <a:extLst>
              <a:ext uri="{FF2B5EF4-FFF2-40B4-BE49-F238E27FC236}">
                <a16:creationId xmlns:a16="http://schemas.microsoft.com/office/drawing/2014/main" id="{E214068A-B2DF-1527-BACB-56D8AD1DD733}"/>
              </a:ext>
            </a:extLst>
          </p:cNvPr>
          <p:cNvCxnSpPr>
            <a:cxnSpLocks/>
            <a:stCxn id="39" idx="2"/>
            <a:endCxn id="83" idx="0"/>
          </p:cNvCxnSpPr>
          <p:nvPr/>
        </p:nvCxnSpPr>
        <p:spPr>
          <a:xfrm rot="5400000">
            <a:off x="2916339" y="3889741"/>
            <a:ext cx="717139" cy="985632"/>
          </a:xfrm>
          <a:prstGeom prst="bentConnector3">
            <a:avLst>
              <a:gd name="adj1" fmla="val 50000"/>
            </a:avLst>
          </a:prstGeom>
          <a:ln>
            <a:solidFill>
              <a:srgbClr val="494949"/>
            </a:solidFill>
          </a:ln>
        </p:spPr>
        <p:style>
          <a:lnRef idx="1">
            <a:schemeClr val="accent1"/>
          </a:lnRef>
          <a:fillRef idx="0">
            <a:schemeClr val="accent1"/>
          </a:fillRef>
          <a:effectRef idx="0">
            <a:schemeClr val="accent1"/>
          </a:effectRef>
          <a:fontRef idx="minor">
            <a:schemeClr val="tx1"/>
          </a:fontRef>
        </p:style>
      </p:cxnSp>
      <p:cxnSp>
        <p:nvCxnSpPr>
          <p:cNvPr id="146" name="Connector: Elbow 145">
            <a:extLst>
              <a:ext uri="{FF2B5EF4-FFF2-40B4-BE49-F238E27FC236}">
                <a16:creationId xmlns:a16="http://schemas.microsoft.com/office/drawing/2014/main" id="{B7F37206-A9F3-91ED-CE6F-ACAD74AED66D}"/>
              </a:ext>
            </a:extLst>
          </p:cNvPr>
          <p:cNvCxnSpPr>
            <a:cxnSpLocks/>
            <a:stCxn id="41" idx="2"/>
            <a:endCxn id="92" idx="0"/>
          </p:cNvCxnSpPr>
          <p:nvPr/>
        </p:nvCxnSpPr>
        <p:spPr>
          <a:xfrm rot="5400000">
            <a:off x="7224208" y="3544044"/>
            <a:ext cx="717139" cy="1677027"/>
          </a:xfrm>
          <a:prstGeom prst="bentConnector3">
            <a:avLst>
              <a:gd name="adj1" fmla="val 50000"/>
            </a:avLst>
          </a:prstGeom>
          <a:ln>
            <a:solidFill>
              <a:srgbClr val="494949"/>
            </a:solidFill>
          </a:ln>
        </p:spPr>
        <p:style>
          <a:lnRef idx="1">
            <a:schemeClr val="accent1"/>
          </a:lnRef>
          <a:fillRef idx="0">
            <a:schemeClr val="accent1"/>
          </a:fillRef>
          <a:effectRef idx="0">
            <a:schemeClr val="accent1"/>
          </a:effectRef>
          <a:fontRef idx="minor">
            <a:schemeClr val="tx1"/>
          </a:fontRef>
        </p:style>
      </p:cxnSp>
      <p:cxnSp>
        <p:nvCxnSpPr>
          <p:cNvPr id="147" name="Connector: Elbow 146">
            <a:extLst>
              <a:ext uri="{FF2B5EF4-FFF2-40B4-BE49-F238E27FC236}">
                <a16:creationId xmlns:a16="http://schemas.microsoft.com/office/drawing/2014/main" id="{18C8C929-857D-395A-DDA0-34763ACB5941}"/>
              </a:ext>
            </a:extLst>
          </p:cNvPr>
          <p:cNvCxnSpPr>
            <a:cxnSpLocks/>
            <a:stCxn id="41" idx="2"/>
            <a:endCxn id="95" idx="0"/>
          </p:cNvCxnSpPr>
          <p:nvPr/>
        </p:nvCxnSpPr>
        <p:spPr>
          <a:xfrm rot="16200000" flipH="1">
            <a:off x="9151221" y="3294056"/>
            <a:ext cx="717139" cy="2177001"/>
          </a:xfrm>
          <a:prstGeom prst="bentConnector3">
            <a:avLst>
              <a:gd name="adj1" fmla="val 50000"/>
            </a:avLst>
          </a:prstGeom>
          <a:ln>
            <a:solidFill>
              <a:srgbClr val="494949"/>
            </a:solidFill>
          </a:ln>
        </p:spPr>
        <p:style>
          <a:lnRef idx="1">
            <a:schemeClr val="accent1"/>
          </a:lnRef>
          <a:fillRef idx="0">
            <a:schemeClr val="accent1"/>
          </a:fillRef>
          <a:effectRef idx="0">
            <a:schemeClr val="accent1"/>
          </a:effectRef>
          <a:fontRef idx="minor">
            <a:schemeClr val="tx1"/>
          </a:fontRef>
        </p:style>
      </p:cxnSp>
      <p:cxnSp>
        <p:nvCxnSpPr>
          <p:cNvPr id="152" name="Connector: Elbow 151">
            <a:extLst>
              <a:ext uri="{FF2B5EF4-FFF2-40B4-BE49-F238E27FC236}">
                <a16:creationId xmlns:a16="http://schemas.microsoft.com/office/drawing/2014/main" id="{FF7A6BB9-44B1-39FF-295B-525085C2AB70}"/>
              </a:ext>
            </a:extLst>
          </p:cNvPr>
          <p:cNvCxnSpPr>
            <a:cxnSpLocks/>
            <a:stCxn id="41" idx="2"/>
            <a:endCxn id="93" idx="0"/>
          </p:cNvCxnSpPr>
          <p:nvPr/>
        </p:nvCxnSpPr>
        <p:spPr>
          <a:xfrm rot="5400000">
            <a:off x="7866546" y="4186382"/>
            <a:ext cx="717139" cy="392351"/>
          </a:xfrm>
          <a:prstGeom prst="bentConnector3">
            <a:avLst>
              <a:gd name="adj1" fmla="val 50000"/>
            </a:avLst>
          </a:prstGeom>
          <a:ln>
            <a:solidFill>
              <a:srgbClr val="494949"/>
            </a:solidFill>
          </a:ln>
        </p:spPr>
        <p:style>
          <a:lnRef idx="1">
            <a:schemeClr val="accent1"/>
          </a:lnRef>
          <a:fillRef idx="0">
            <a:schemeClr val="accent1"/>
          </a:fillRef>
          <a:effectRef idx="0">
            <a:schemeClr val="accent1"/>
          </a:effectRef>
          <a:fontRef idx="minor">
            <a:schemeClr val="tx1"/>
          </a:fontRef>
        </p:style>
      </p:cxnSp>
      <p:cxnSp>
        <p:nvCxnSpPr>
          <p:cNvPr id="155" name="Connector: Elbow 154">
            <a:extLst>
              <a:ext uri="{FF2B5EF4-FFF2-40B4-BE49-F238E27FC236}">
                <a16:creationId xmlns:a16="http://schemas.microsoft.com/office/drawing/2014/main" id="{EB76D9FA-AD20-2D7A-E40C-2371F15F7CD3}"/>
              </a:ext>
            </a:extLst>
          </p:cNvPr>
          <p:cNvCxnSpPr>
            <a:cxnSpLocks/>
            <a:stCxn id="41" idx="2"/>
            <a:endCxn id="94" idx="0"/>
          </p:cNvCxnSpPr>
          <p:nvPr/>
        </p:nvCxnSpPr>
        <p:spPr>
          <a:xfrm rot="16200000" flipH="1">
            <a:off x="8508883" y="3936394"/>
            <a:ext cx="717139" cy="892325"/>
          </a:xfrm>
          <a:prstGeom prst="bentConnector3">
            <a:avLst>
              <a:gd name="adj1" fmla="val 50000"/>
            </a:avLst>
          </a:prstGeom>
          <a:ln>
            <a:solidFill>
              <a:srgbClr val="49494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8798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00424-D592-076A-EBB8-313FB7C2E0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BE12AC-C9E1-276D-2C0D-88CEE209DD0A}"/>
              </a:ext>
            </a:extLst>
          </p:cNvPr>
          <p:cNvSpPr txBox="1">
            <a:spLocks/>
          </p:cNvSpPr>
          <p:nvPr/>
        </p:nvSpPr>
        <p:spPr>
          <a:xfrm>
            <a:off x="207955" y="2907888"/>
            <a:ext cx="4908331" cy="52111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chemeClr val="accent2"/>
                </a:solidFill>
                <a:latin typeface="Calibri" panose="020F0502020204030204" pitchFamily="34" charset="0"/>
                <a:ea typeface="Calibri" panose="020F0502020204030204" pitchFamily="34" charset="0"/>
                <a:cs typeface="Calibri" panose="020F0502020204030204" pitchFamily="34" charset="0"/>
              </a:rPr>
              <a:t>Implementation </a:t>
            </a:r>
            <a:br>
              <a:rPr lang="en-US" sz="3200" b="1">
                <a:solidFill>
                  <a:schemeClr val="accent2"/>
                </a:solidFill>
                <a:latin typeface="Calibri" panose="020F0502020204030204" pitchFamily="34" charset="0"/>
                <a:ea typeface="Calibri" panose="020F0502020204030204" pitchFamily="34" charset="0"/>
                <a:cs typeface="Calibri" panose="020F0502020204030204" pitchFamily="34" charset="0"/>
              </a:rPr>
            </a:br>
            <a:r>
              <a:rPr lang="en-US" sz="3200" b="1">
                <a:solidFill>
                  <a:schemeClr val="accent2"/>
                </a:solidFill>
                <a:latin typeface="Calibri" panose="020F0502020204030204" pitchFamily="34" charset="0"/>
                <a:ea typeface="Calibri" panose="020F0502020204030204" pitchFamily="34" charset="0"/>
                <a:cs typeface="Calibri" panose="020F0502020204030204" pitchFamily="34" charset="0"/>
              </a:rPr>
              <a:t>Timelines and Deliverables</a:t>
            </a:r>
          </a:p>
        </p:txBody>
      </p:sp>
    </p:spTree>
    <p:extLst>
      <p:ext uri="{BB962C8B-B14F-4D97-AF65-F5344CB8AC3E}">
        <p14:creationId xmlns:p14="http://schemas.microsoft.com/office/powerpoint/2010/main" val="2972600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BED52-1EFD-BE14-9974-295CE79EAF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75F44E-2ABB-5EEA-C72D-07167DA25866}"/>
              </a:ext>
            </a:extLst>
          </p:cNvPr>
          <p:cNvSpPr>
            <a:spLocks noGrp="1"/>
          </p:cNvSpPr>
          <p:nvPr>
            <p:ph type="title"/>
          </p:nvPr>
        </p:nvSpPr>
        <p:spPr>
          <a:xfrm>
            <a:off x="179221" y="82294"/>
            <a:ext cx="10515600" cy="615950"/>
          </a:xfrm>
        </p:spPr>
        <p:txBody>
          <a:bodyPr/>
          <a:lstStyle/>
          <a:p>
            <a:r>
              <a:rPr lang="en-US"/>
              <a:t>Implementation Scope</a:t>
            </a:r>
          </a:p>
        </p:txBody>
      </p:sp>
      <p:sp>
        <p:nvSpPr>
          <p:cNvPr id="17" name="TextBox 16">
            <a:extLst>
              <a:ext uri="{FF2B5EF4-FFF2-40B4-BE49-F238E27FC236}">
                <a16:creationId xmlns:a16="http://schemas.microsoft.com/office/drawing/2014/main" id="{21E437B1-6692-7526-2FDA-8AD50648605A}"/>
              </a:ext>
            </a:extLst>
          </p:cNvPr>
          <p:cNvSpPr txBox="1"/>
          <p:nvPr/>
        </p:nvSpPr>
        <p:spPr>
          <a:xfrm>
            <a:off x="218468" y="995135"/>
            <a:ext cx="181829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a:ln>
                  <a:noFill/>
                </a:ln>
                <a:solidFill>
                  <a:srgbClr val="484848"/>
                </a:solidFill>
                <a:effectLst/>
                <a:uLnTx/>
                <a:uFillTx/>
                <a:latin typeface="Calibri" panose="020F0502020204030204"/>
                <a:ea typeface="+mn-ea"/>
                <a:cs typeface="+mn-cs"/>
              </a:rPr>
              <a:t>Functional Track</a:t>
            </a:r>
          </a:p>
        </p:txBody>
      </p:sp>
      <p:sp>
        <p:nvSpPr>
          <p:cNvPr id="18" name="TextBox 17">
            <a:extLst>
              <a:ext uri="{FF2B5EF4-FFF2-40B4-BE49-F238E27FC236}">
                <a16:creationId xmlns:a16="http://schemas.microsoft.com/office/drawing/2014/main" id="{331DF3F7-CD29-06C0-D117-6D700C0CBA5A}"/>
              </a:ext>
            </a:extLst>
          </p:cNvPr>
          <p:cNvSpPr txBox="1"/>
          <p:nvPr/>
        </p:nvSpPr>
        <p:spPr>
          <a:xfrm>
            <a:off x="218468" y="3756451"/>
            <a:ext cx="181829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a:ln>
                  <a:noFill/>
                </a:ln>
                <a:solidFill>
                  <a:srgbClr val="484848"/>
                </a:solidFill>
                <a:effectLst/>
                <a:uLnTx/>
                <a:uFillTx/>
                <a:latin typeface="Calibri" panose="020F0502020204030204"/>
                <a:ea typeface="+mn-ea"/>
                <a:cs typeface="+mn-cs"/>
              </a:rPr>
              <a:t>Technical Track</a:t>
            </a:r>
          </a:p>
        </p:txBody>
      </p:sp>
      <p:sp>
        <p:nvSpPr>
          <p:cNvPr id="3" name="TextBox 2">
            <a:extLst>
              <a:ext uri="{FF2B5EF4-FFF2-40B4-BE49-F238E27FC236}">
                <a16:creationId xmlns:a16="http://schemas.microsoft.com/office/drawing/2014/main" id="{A936DEEE-D24D-9AEF-F580-BEEDEB4D08D7}"/>
              </a:ext>
            </a:extLst>
          </p:cNvPr>
          <p:cNvSpPr txBox="1"/>
          <p:nvPr/>
        </p:nvSpPr>
        <p:spPr>
          <a:xfrm>
            <a:off x="5653986" y="1518316"/>
            <a:ext cx="2736683" cy="36933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484848"/>
                </a:solidFill>
                <a:highlight>
                  <a:srgbClr val="FFFF00"/>
                </a:highlight>
                <a:latin typeface="Calibri" panose="020F0502020204030204"/>
              </a:rPr>
              <a:t>Process…</a:t>
            </a:r>
            <a:endParaRPr kumimoji="0" lang="en-US" sz="1800" b="0" i="0" u="none" strike="noStrike" kern="1200" cap="none" spc="0" normalizeH="0" baseline="0" noProof="0" dirty="0">
              <a:ln>
                <a:noFill/>
              </a:ln>
              <a:solidFill>
                <a:srgbClr val="484848"/>
              </a:solidFill>
              <a:effectLst/>
              <a:highlight>
                <a:srgbClr val="FFFF00"/>
              </a:highligh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5FE8B53D-77B1-8B2D-B105-17F2DB483DFD}"/>
              </a:ext>
            </a:extLst>
          </p:cNvPr>
          <p:cNvSpPr txBox="1"/>
          <p:nvPr/>
        </p:nvSpPr>
        <p:spPr>
          <a:xfrm>
            <a:off x="2698287" y="1518316"/>
            <a:ext cx="2736682" cy="36933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484848"/>
                </a:solidFill>
                <a:effectLst/>
                <a:highlight>
                  <a:srgbClr val="FFFF00"/>
                </a:highlight>
                <a:uLnTx/>
                <a:uFillTx/>
                <a:latin typeface="Calibri" panose="020F0502020204030204"/>
                <a:ea typeface="+mn-ea"/>
                <a:cs typeface="+mn-cs"/>
              </a:rPr>
              <a:t>Process..</a:t>
            </a:r>
          </a:p>
        </p:txBody>
      </p:sp>
      <p:sp>
        <p:nvSpPr>
          <p:cNvPr id="22" name="Chevron 21">
            <a:extLst>
              <a:ext uri="{FF2B5EF4-FFF2-40B4-BE49-F238E27FC236}">
                <a16:creationId xmlns:a16="http://schemas.microsoft.com/office/drawing/2014/main" id="{174389A3-0D16-9AF7-8631-718AA780584F}"/>
              </a:ext>
            </a:extLst>
          </p:cNvPr>
          <p:cNvSpPr/>
          <p:nvPr/>
        </p:nvSpPr>
        <p:spPr>
          <a:xfrm>
            <a:off x="2452414" y="728663"/>
            <a:ext cx="2895577" cy="738053"/>
          </a:xfrm>
          <a:prstGeom prst="chevron">
            <a:avLst/>
          </a:prstGeom>
          <a:solidFill>
            <a:srgbClr val="0070C0"/>
          </a:solidFill>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Chevron 4">
            <a:extLst>
              <a:ext uri="{FF2B5EF4-FFF2-40B4-BE49-F238E27FC236}">
                <a16:creationId xmlns:a16="http://schemas.microsoft.com/office/drawing/2014/main" id="{B1300053-E137-7E1D-669C-BA833ACDB8D8}"/>
              </a:ext>
            </a:extLst>
          </p:cNvPr>
          <p:cNvSpPr txBox="1"/>
          <p:nvPr/>
        </p:nvSpPr>
        <p:spPr>
          <a:xfrm>
            <a:off x="2582831" y="857838"/>
            <a:ext cx="2388980" cy="531303"/>
          </a:xfrm>
          <a:prstGeom prst="rect">
            <a:avLst/>
          </a:prstGeom>
          <a:noFill/>
        </p:spPr>
        <p:style>
          <a:lnRef idx="0">
            <a:scrgbClr r="0" g="0" b="0"/>
          </a:lnRef>
          <a:fillRef idx="0">
            <a:scrgbClr r="0" g="0" b="0"/>
          </a:fillRef>
          <a:effectRef idx="0">
            <a:scrgbClr r="0" g="0" b="0"/>
          </a:effectRef>
          <a:fontRef idx="minor">
            <a:schemeClr val="lt1"/>
          </a:fontRef>
        </p:style>
        <p:txBody>
          <a:bodyPr spcFirstLastPara="0" vert="horz" wrap="square" lIns="80010" tIns="26670" rIns="26670" bIns="26670"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n-US" sz="2400" b="1" i="0" u="none" strike="noStrike" kern="1200" cap="none" spc="0" normalizeH="0" baseline="0" noProof="0">
                <a:ln>
                  <a:noFill/>
                </a:ln>
                <a:solidFill>
                  <a:prstClr val="white"/>
                </a:solidFill>
                <a:effectLst/>
                <a:uLnTx/>
                <a:uFillTx/>
                <a:latin typeface="Calibri" panose="020F0502020204030204"/>
                <a:ea typeface="+mn-ea"/>
                <a:cs typeface="+mn-cs"/>
              </a:rPr>
              <a:t>Phase 1</a:t>
            </a:r>
            <a:endParaRPr kumimoji="0" lang="en-US" sz="36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Chevron 24">
            <a:extLst>
              <a:ext uri="{FF2B5EF4-FFF2-40B4-BE49-F238E27FC236}">
                <a16:creationId xmlns:a16="http://schemas.microsoft.com/office/drawing/2014/main" id="{501EB1DC-18CD-E5DC-EBE6-9A1ADDB111D7}"/>
              </a:ext>
            </a:extLst>
          </p:cNvPr>
          <p:cNvSpPr/>
          <p:nvPr/>
        </p:nvSpPr>
        <p:spPr>
          <a:xfrm>
            <a:off x="5663760" y="728663"/>
            <a:ext cx="2736682" cy="706927"/>
          </a:xfrm>
          <a:prstGeom prst="chevron">
            <a:avLst/>
          </a:prstGeom>
          <a:solidFill>
            <a:srgbClr val="0070C0"/>
          </a:solidFill>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2CAC2406-4C52-785F-4F2A-95E3A0CAEE6B}"/>
              </a:ext>
            </a:extLst>
          </p:cNvPr>
          <p:cNvSpPr txBox="1"/>
          <p:nvPr/>
        </p:nvSpPr>
        <p:spPr>
          <a:xfrm>
            <a:off x="8653230" y="1518316"/>
            <a:ext cx="3119958" cy="36933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484848"/>
                </a:solidFill>
                <a:effectLst/>
                <a:highlight>
                  <a:srgbClr val="FFFF00"/>
                </a:highlight>
                <a:uLnTx/>
                <a:uFillTx/>
                <a:latin typeface="Calibri" panose="020F0502020204030204"/>
                <a:ea typeface="+mn-ea"/>
                <a:cs typeface="+mn-cs"/>
              </a:rPr>
              <a:t>Process..</a:t>
            </a:r>
          </a:p>
        </p:txBody>
      </p:sp>
      <p:sp>
        <p:nvSpPr>
          <p:cNvPr id="6" name="Chevron 24">
            <a:extLst>
              <a:ext uri="{FF2B5EF4-FFF2-40B4-BE49-F238E27FC236}">
                <a16:creationId xmlns:a16="http://schemas.microsoft.com/office/drawing/2014/main" id="{3CB065FB-AB78-299B-5F5B-C7C8E2A9575C}"/>
              </a:ext>
            </a:extLst>
          </p:cNvPr>
          <p:cNvSpPr/>
          <p:nvPr/>
        </p:nvSpPr>
        <p:spPr>
          <a:xfrm>
            <a:off x="8716211" y="728663"/>
            <a:ext cx="2736682" cy="706927"/>
          </a:xfrm>
          <a:prstGeom prst="chevron">
            <a:avLst/>
          </a:prstGeom>
          <a:solidFill>
            <a:srgbClr val="0070C0"/>
          </a:solidFill>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Chevron 4">
            <a:extLst>
              <a:ext uri="{FF2B5EF4-FFF2-40B4-BE49-F238E27FC236}">
                <a16:creationId xmlns:a16="http://schemas.microsoft.com/office/drawing/2014/main" id="{367071BB-377E-C225-551E-5B28557B1891}"/>
              </a:ext>
            </a:extLst>
          </p:cNvPr>
          <p:cNvSpPr txBox="1"/>
          <p:nvPr/>
        </p:nvSpPr>
        <p:spPr>
          <a:xfrm>
            <a:off x="6050205" y="857838"/>
            <a:ext cx="1944243" cy="531303"/>
          </a:xfrm>
          <a:prstGeom prst="rect">
            <a:avLst/>
          </a:prstGeom>
          <a:noFill/>
        </p:spPr>
        <p:style>
          <a:lnRef idx="0">
            <a:scrgbClr r="0" g="0" b="0"/>
          </a:lnRef>
          <a:fillRef idx="0">
            <a:scrgbClr r="0" g="0" b="0"/>
          </a:fillRef>
          <a:effectRef idx="0">
            <a:scrgbClr r="0" g="0" b="0"/>
          </a:effectRef>
          <a:fontRef idx="minor">
            <a:schemeClr val="lt1"/>
          </a:fontRef>
        </p:style>
        <p:txBody>
          <a:bodyPr spcFirstLastPara="0" vert="horz" wrap="square" lIns="80010" tIns="26670" rIns="26670" bIns="26670"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n-US" sz="2400" b="1" i="0" u="none" strike="noStrike" kern="1200" cap="none" spc="0" normalizeH="0" baseline="0" noProof="0">
                <a:ln>
                  <a:noFill/>
                </a:ln>
                <a:solidFill>
                  <a:prstClr val="white"/>
                </a:solidFill>
                <a:effectLst/>
                <a:uLnTx/>
                <a:uFillTx/>
                <a:latin typeface="Calibri" panose="020F0502020204030204"/>
                <a:ea typeface="+mn-ea"/>
                <a:cs typeface="+mn-cs"/>
              </a:rPr>
              <a:t>Phase 2</a:t>
            </a:r>
            <a:endParaRPr kumimoji="0" lang="en-US" sz="36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Chevron 4">
            <a:extLst>
              <a:ext uri="{FF2B5EF4-FFF2-40B4-BE49-F238E27FC236}">
                <a16:creationId xmlns:a16="http://schemas.microsoft.com/office/drawing/2014/main" id="{0BA37598-AF30-8733-3527-42E74A9F09E8}"/>
              </a:ext>
            </a:extLst>
          </p:cNvPr>
          <p:cNvSpPr txBox="1"/>
          <p:nvPr/>
        </p:nvSpPr>
        <p:spPr>
          <a:xfrm>
            <a:off x="8890062" y="857838"/>
            <a:ext cx="2388980" cy="531303"/>
          </a:xfrm>
          <a:prstGeom prst="rect">
            <a:avLst/>
          </a:prstGeom>
          <a:noFill/>
        </p:spPr>
        <p:style>
          <a:lnRef idx="0">
            <a:scrgbClr r="0" g="0" b="0"/>
          </a:lnRef>
          <a:fillRef idx="0">
            <a:scrgbClr r="0" g="0" b="0"/>
          </a:fillRef>
          <a:effectRef idx="0">
            <a:scrgbClr r="0" g="0" b="0"/>
          </a:effectRef>
          <a:fontRef idx="minor">
            <a:schemeClr val="lt1"/>
          </a:fontRef>
        </p:style>
        <p:txBody>
          <a:bodyPr spcFirstLastPara="0" vert="horz" wrap="square" lIns="80010" tIns="26670" rIns="26670" bIns="26670"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n-US" sz="2400" b="1" i="0" u="none" strike="noStrike" kern="1200" cap="none" spc="0" normalizeH="0" baseline="0" noProof="0">
                <a:ln>
                  <a:noFill/>
                </a:ln>
                <a:solidFill>
                  <a:prstClr val="white"/>
                </a:solidFill>
                <a:effectLst/>
                <a:uLnTx/>
                <a:uFillTx/>
                <a:latin typeface="Calibri" panose="020F0502020204030204"/>
                <a:ea typeface="+mn-ea"/>
                <a:cs typeface="+mn-cs"/>
              </a:rPr>
              <a:t>Phase </a:t>
            </a:r>
            <a:r>
              <a:rPr lang="en-US" sz="2400" b="1">
                <a:solidFill>
                  <a:prstClr val="white"/>
                </a:solidFill>
                <a:latin typeface="Calibri" panose="020F0502020204030204"/>
              </a:rPr>
              <a:t>3</a:t>
            </a:r>
            <a:endParaRPr kumimoji="0" lang="en-US" sz="36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Chevron 21">
            <a:extLst>
              <a:ext uri="{FF2B5EF4-FFF2-40B4-BE49-F238E27FC236}">
                <a16:creationId xmlns:a16="http://schemas.microsoft.com/office/drawing/2014/main" id="{D3043C5A-19DD-8AAB-F416-1ACE96C710BD}"/>
              </a:ext>
            </a:extLst>
          </p:cNvPr>
          <p:cNvSpPr/>
          <p:nvPr/>
        </p:nvSpPr>
        <p:spPr>
          <a:xfrm>
            <a:off x="2452414" y="3429000"/>
            <a:ext cx="2895577" cy="738053"/>
          </a:xfrm>
          <a:prstGeom prst="chevron">
            <a:avLst/>
          </a:prstGeom>
          <a:solidFill>
            <a:schemeClr val="accent2"/>
          </a:solidFill>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Chevron 24">
            <a:extLst>
              <a:ext uri="{FF2B5EF4-FFF2-40B4-BE49-F238E27FC236}">
                <a16:creationId xmlns:a16="http://schemas.microsoft.com/office/drawing/2014/main" id="{033D7E4D-9995-0CEA-3D48-F361CAC0AF39}"/>
              </a:ext>
            </a:extLst>
          </p:cNvPr>
          <p:cNvSpPr/>
          <p:nvPr/>
        </p:nvSpPr>
        <p:spPr>
          <a:xfrm>
            <a:off x="5663760" y="3429000"/>
            <a:ext cx="2736682" cy="706927"/>
          </a:xfrm>
          <a:prstGeom prst="chevron">
            <a:avLst/>
          </a:prstGeom>
          <a:solidFill>
            <a:srgbClr val="EE7D09"/>
          </a:solidFill>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Chevron 24">
            <a:extLst>
              <a:ext uri="{FF2B5EF4-FFF2-40B4-BE49-F238E27FC236}">
                <a16:creationId xmlns:a16="http://schemas.microsoft.com/office/drawing/2014/main" id="{EF3DB372-64CE-B935-D724-BB85A63AEB79}"/>
              </a:ext>
            </a:extLst>
          </p:cNvPr>
          <p:cNvSpPr/>
          <p:nvPr/>
        </p:nvSpPr>
        <p:spPr>
          <a:xfrm>
            <a:off x="8716211" y="3429000"/>
            <a:ext cx="2736682" cy="706927"/>
          </a:xfrm>
          <a:prstGeom prst="chevron">
            <a:avLst/>
          </a:prstGeom>
          <a:solidFill>
            <a:srgbClr val="87A905"/>
          </a:solidFill>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Chevron 4">
            <a:extLst>
              <a:ext uri="{FF2B5EF4-FFF2-40B4-BE49-F238E27FC236}">
                <a16:creationId xmlns:a16="http://schemas.microsoft.com/office/drawing/2014/main" id="{57CF6FC5-609B-6E04-BE88-585AEF9DA539}"/>
              </a:ext>
            </a:extLst>
          </p:cNvPr>
          <p:cNvSpPr txBox="1"/>
          <p:nvPr/>
        </p:nvSpPr>
        <p:spPr>
          <a:xfrm>
            <a:off x="2650115" y="3532374"/>
            <a:ext cx="2388980" cy="531303"/>
          </a:xfrm>
          <a:prstGeom prst="rect">
            <a:avLst/>
          </a:prstGeom>
          <a:noFill/>
        </p:spPr>
        <p:style>
          <a:lnRef idx="0">
            <a:scrgbClr r="0" g="0" b="0"/>
          </a:lnRef>
          <a:fillRef idx="0">
            <a:scrgbClr r="0" g="0" b="0"/>
          </a:fillRef>
          <a:effectRef idx="0">
            <a:scrgbClr r="0" g="0" b="0"/>
          </a:effectRef>
          <a:fontRef idx="minor">
            <a:schemeClr val="lt1"/>
          </a:fontRef>
        </p:style>
        <p:txBody>
          <a:bodyPr spcFirstLastPara="0" vert="horz" wrap="square" lIns="80010" tIns="26670" rIns="26670" bIns="26670"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n-US" sz="2400" b="1" i="0" u="none" strike="noStrike" kern="1200" cap="none" spc="0" normalizeH="0" baseline="0" noProof="0">
                <a:ln>
                  <a:noFill/>
                </a:ln>
                <a:solidFill>
                  <a:prstClr val="white"/>
                </a:solidFill>
                <a:effectLst/>
                <a:uLnTx/>
                <a:uFillTx/>
                <a:latin typeface="Calibri" panose="020F0502020204030204"/>
                <a:ea typeface="+mn-ea"/>
                <a:cs typeface="+mn-cs"/>
              </a:rPr>
              <a:t>Integration</a:t>
            </a:r>
          </a:p>
        </p:txBody>
      </p:sp>
      <p:sp>
        <p:nvSpPr>
          <p:cNvPr id="31" name="Chevron 4">
            <a:extLst>
              <a:ext uri="{FF2B5EF4-FFF2-40B4-BE49-F238E27FC236}">
                <a16:creationId xmlns:a16="http://schemas.microsoft.com/office/drawing/2014/main" id="{D3A51F56-B5D9-8B6E-8636-E4DFF35649F1}"/>
              </a:ext>
            </a:extLst>
          </p:cNvPr>
          <p:cNvSpPr txBox="1"/>
          <p:nvPr/>
        </p:nvSpPr>
        <p:spPr>
          <a:xfrm>
            <a:off x="5778553" y="3532374"/>
            <a:ext cx="2388980" cy="531303"/>
          </a:xfrm>
          <a:prstGeom prst="rect">
            <a:avLst/>
          </a:prstGeom>
          <a:noFill/>
        </p:spPr>
        <p:style>
          <a:lnRef idx="0">
            <a:scrgbClr r="0" g="0" b="0"/>
          </a:lnRef>
          <a:fillRef idx="0">
            <a:scrgbClr r="0" g="0" b="0"/>
          </a:fillRef>
          <a:effectRef idx="0">
            <a:scrgbClr r="0" g="0" b="0"/>
          </a:effectRef>
          <a:fontRef idx="minor">
            <a:schemeClr val="lt1"/>
          </a:fontRef>
        </p:style>
        <p:txBody>
          <a:bodyPr spcFirstLastPara="0" vert="horz" wrap="square" lIns="80010" tIns="26670" rIns="26670" bIns="26670"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n-US" sz="2400" b="1" i="0" u="none" strike="noStrike" kern="1200" cap="none" spc="0" normalizeH="0" baseline="0" noProof="0">
                <a:ln>
                  <a:noFill/>
                </a:ln>
                <a:solidFill>
                  <a:prstClr val="white"/>
                </a:solidFill>
                <a:effectLst/>
                <a:uLnTx/>
                <a:uFillTx/>
                <a:latin typeface="Calibri" panose="020F0502020204030204"/>
                <a:ea typeface="+mn-ea"/>
                <a:cs typeface="+mn-cs"/>
              </a:rPr>
              <a:t>Analytics</a:t>
            </a:r>
          </a:p>
        </p:txBody>
      </p:sp>
      <p:sp>
        <p:nvSpPr>
          <p:cNvPr id="32" name="Chevron 4">
            <a:extLst>
              <a:ext uri="{FF2B5EF4-FFF2-40B4-BE49-F238E27FC236}">
                <a16:creationId xmlns:a16="http://schemas.microsoft.com/office/drawing/2014/main" id="{0193515A-82B7-2B17-5F03-46B3C681C4A5}"/>
              </a:ext>
            </a:extLst>
          </p:cNvPr>
          <p:cNvSpPr txBox="1"/>
          <p:nvPr/>
        </p:nvSpPr>
        <p:spPr>
          <a:xfrm>
            <a:off x="8958374" y="3516811"/>
            <a:ext cx="2388980" cy="531303"/>
          </a:xfrm>
          <a:prstGeom prst="rect">
            <a:avLst/>
          </a:prstGeom>
          <a:noFill/>
        </p:spPr>
        <p:style>
          <a:lnRef idx="0">
            <a:scrgbClr r="0" g="0" b="0"/>
          </a:lnRef>
          <a:fillRef idx="0">
            <a:scrgbClr r="0" g="0" b="0"/>
          </a:fillRef>
          <a:effectRef idx="0">
            <a:scrgbClr r="0" g="0" b="0"/>
          </a:effectRef>
          <a:fontRef idx="minor">
            <a:schemeClr val="lt1"/>
          </a:fontRef>
        </p:style>
        <p:txBody>
          <a:bodyPr spcFirstLastPara="0" vert="horz" wrap="square" lIns="80010" tIns="26670" rIns="26670" bIns="26670"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n-US" sz="2400" b="1" i="0" u="none" strike="noStrike" kern="1200" cap="none" spc="0" normalizeH="0" baseline="0" noProof="0">
                <a:ln>
                  <a:noFill/>
                </a:ln>
                <a:solidFill>
                  <a:prstClr val="white"/>
                </a:solidFill>
                <a:effectLst/>
                <a:uLnTx/>
                <a:uFillTx/>
                <a:latin typeface="Calibri" panose="020F0502020204030204"/>
                <a:ea typeface="+mn-ea"/>
                <a:cs typeface="+mn-cs"/>
              </a:rPr>
              <a:t>Migration</a:t>
            </a:r>
          </a:p>
        </p:txBody>
      </p:sp>
      <p:sp>
        <p:nvSpPr>
          <p:cNvPr id="33" name="TextBox 32">
            <a:extLst>
              <a:ext uri="{FF2B5EF4-FFF2-40B4-BE49-F238E27FC236}">
                <a16:creationId xmlns:a16="http://schemas.microsoft.com/office/drawing/2014/main" id="{74A79B64-3D75-C053-F591-F820414D3BF0}"/>
              </a:ext>
            </a:extLst>
          </p:cNvPr>
          <p:cNvSpPr txBox="1"/>
          <p:nvPr/>
        </p:nvSpPr>
        <p:spPr>
          <a:xfrm>
            <a:off x="2650115" y="4234653"/>
            <a:ext cx="2360238" cy="369332"/>
          </a:xfrm>
          <a:prstGeom prst="rect">
            <a:avLst/>
          </a:prstGeom>
          <a:noFill/>
        </p:spPr>
        <p:txBody>
          <a:bodyPr wrap="square" lIns="91440" tIns="45720" rIns="91440" bIns="45720" rtlCol="0" anchor="t">
            <a:spAutoFit/>
          </a:bodyPr>
          <a:lstStyle/>
          <a:p>
            <a:pPr marL="171450" indent="-171450">
              <a:spcAft>
                <a:spcPts val="300"/>
              </a:spcAft>
              <a:buClr>
                <a:schemeClr val="accent2"/>
              </a:buClr>
              <a:buFont typeface="Arial" panose="020B0604020202020204" pitchFamily="34" charset="0"/>
              <a:buChar char="•"/>
            </a:pPr>
            <a:r>
              <a:rPr lang="en-US" sz="1800" dirty="0">
                <a:solidFill>
                  <a:schemeClr val="accent2"/>
                </a:solidFill>
                <a:highlight>
                  <a:srgbClr val="FFFF00"/>
                </a:highlight>
              </a:rPr>
              <a:t>Integrations..</a:t>
            </a:r>
          </a:p>
        </p:txBody>
      </p:sp>
      <p:sp>
        <p:nvSpPr>
          <p:cNvPr id="34" name="TextBox 33">
            <a:extLst>
              <a:ext uri="{FF2B5EF4-FFF2-40B4-BE49-F238E27FC236}">
                <a16:creationId xmlns:a16="http://schemas.microsoft.com/office/drawing/2014/main" id="{BAEE6ADE-C162-78B9-5993-D889AFEB3E47}"/>
              </a:ext>
            </a:extLst>
          </p:cNvPr>
          <p:cNvSpPr txBox="1"/>
          <p:nvPr/>
        </p:nvSpPr>
        <p:spPr>
          <a:xfrm>
            <a:off x="5653986" y="4234653"/>
            <a:ext cx="2619812" cy="1354217"/>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b="0" i="0" u="none" strike="noStrike" kern="1200" cap="none" spc="0" normalizeH="0" baseline="0" noProof="0" dirty="0">
                <a:ln>
                  <a:noFill/>
                </a:ln>
                <a:solidFill>
                  <a:srgbClr val="484848"/>
                </a:solidFill>
                <a:effectLst/>
                <a:highlight>
                  <a:srgbClr val="FFFF00"/>
                </a:highlight>
                <a:uLnTx/>
                <a:uFillTx/>
                <a:latin typeface="Calibri" panose="020F0502020204030204"/>
                <a:ea typeface="+mn-ea"/>
                <a:cs typeface="+mn-cs"/>
              </a:rPr>
              <a:t>Operational Reports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b="0" i="0" u="none" strike="noStrike" kern="1200" cap="none" spc="0" normalizeH="0" baseline="0" noProof="0" dirty="0">
                <a:ln>
                  <a:noFill/>
                </a:ln>
                <a:solidFill>
                  <a:srgbClr val="484848"/>
                </a:solidFill>
                <a:effectLst/>
                <a:highlight>
                  <a:srgbClr val="FFFF00"/>
                </a:highlight>
                <a:uLnTx/>
                <a:uFillTx/>
                <a:latin typeface="Calibri" panose="020F0502020204030204"/>
                <a:ea typeface="+mn-ea"/>
                <a:cs typeface="+mn-cs"/>
              </a:rPr>
              <a:t>Operational Dashboards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b="0" i="0" u="none" strike="noStrike" kern="1200" cap="none" spc="0" normalizeH="0" baseline="0" noProof="0" dirty="0">
                <a:ln>
                  <a:noFill/>
                </a:ln>
                <a:solidFill>
                  <a:srgbClr val="484848"/>
                </a:solidFill>
                <a:effectLst/>
                <a:highlight>
                  <a:srgbClr val="FFFF00"/>
                </a:highlight>
                <a:uLnTx/>
                <a:uFillTx/>
                <a:latin typeface="Calibri" panose="020F0502020204030204"/>
                <a:ea typeface="+mn-ea"/>
                <a:cs typeface="+mn-cs"/>
              </a:rPr>
              <a:t>Management KPIs</a:t>
            </a:r>
          </a:p>
        </p:txBody>
      </p:sp>
      <p:sp>
        <p:nvSpPr>
          <p:cNvPr id="35" name="TextBox 34">
            <a:extLst>
              <a:ext uri="{FF2B5EF4-FFF2-40B4-BE49-F238E27FC236}">
                <a16:creationId xmlns:a16="http://schemas.microsoft.com/office/drawing/2014/main" id="{5F91EB8B-EDDF-16E2-3AC2-6B9273B5C652}"/>
              </a:ext>
            </a:extLst>
          </p:cNvPr>
          <p:cNvSpPr txBox="1"/>
          <p:nvPr/>
        </p:nvSpPr>
        <p:spPr>
          <a:xfrm>
            <a:off x="8653230" y="4225245"/>
            <a:ext cx="2810702" cy="369332"/>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800" dirty="0">
                <a:solidFill>
                  <a:schemeClr val="accent2"/>
                </a:solidFill>
                <a:highlight>
                  <a:srgbClr val="FFFF00"/>
                </a:highlight>
              </a:rPr>
              <a:t>Migration</a:t>
            </a:r>
            <a:endParaRPr kumimoji="0" lang="en-US" b="0" i="0" u="none" strike="noStrike" kern="1200" cap="none" spc="0" normalizeH="0" baseline="0" noProof="0" dirty="0">
              <a:ln>
                <a:noFill/>
              </a:ln>
              <a:solidFill>
                <a:srgbClr val="484848"/>
              </a:solidFill>
              <a:effectLst/>
              <a:highlight>
                <a:srgbClr val="FFFF00"/>
              </a:highlight>
              <a:uLnTx/>
              <a:uFillTx/>
              <a:latin typeface="Calibri" panose="020F0502020204030204"/>
              <a:ea typeface="Calibri"/>
              <a:cs typeface="Calibri"/>
            </a:endParaRPr>
          </a:p>
        </p:txBody>
      </p:sp>
      <p:sp>
        <p:nvSpPr>
          <p:cNvPr id="5" name="Chevron 21">
            <a:extLst>
              <a:ext uri="{FF2B5EF4-FFF2-40B4-BE49-F238E27FC236}">
                <a16:creationId xmlns:a16="http://schemas.microsoft.com/office/drawing/2014/main" id="{200DBA97-B110-0345-C935-E93B76AB255D}"/>
              </a:ext>
            </a:extLst>
          </p:cNvPr>
          <p:cNvSpPr/>
          <p:nvPr/>
        </p:nvSpPr>
        <p:spPr>
          <a:xfrm>
            <a:off x="2522086" y="5774152"/>
            <a:ext cx="9000479" cy="365370"/>
          </a:xfrm>
          <a:prstGeom prst="chevron">
            <a:avLst/>
          </a:prstGeom>
          <a:solidFill>
            <a:srgbClr val="3FC7F2"/>
          </a:solidFill>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highlight>
                  <a:srgbClr val="FFFF00"/>
                </a:highlight>
                <a:uLnTx/>
                <a:uFillTx/>
                <a:latin typeface="Calibri" panose="020F0502020204030204"/>
                <a:ea typeface="+mn-ea"/>
                <a:cs typeface="+mn-cs"/>
              </a:rPr>
              <a:t>Language Translations to French</a:t>
            </a:r>
          </a:p>
        </p:txBody>
      </p:sp>
    </p:spTree>
    <p:extLst>
      <p:ext uri="{BB962C8B-B14F-4D97-AF65-F5344CB8AC3E}">
        <p14:creationId xmlns:p14="http://schemas.microsoft.com/office/powerpoint/2010/main" val="1601297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Title 1">
            <a:extLst>
              <a:ext uri="{FF2B5EF4-FFF2-40B4-BE49-F238E27FC236}">
                <a16:creationId xmlns:a16="http://schemas.microsoft.com/office/drawing/2014/main" id="{5F3C491A-053C-EFE7-9764-9A76E3F96311}"/>
              </a:ext>
            </a:extLst>
          </p:cNvPr>
          <p:cNvSpPr>
            <a:spLocks noGrp="1"/>
          </p:cNvSpPr>
          <p:nvPr>
            <p:ph type="title"/>
          </p:nvPr>
        </p:nvSpPr>
        <p:spPr>
          <a:xfrm>
            <a:off x="253388" y="163877"/>
            <a:ext cx="10515600" cy="615950"/>
          </a:xfrm>
        </p:spPr>
        <p:txBody>
          <a:bodyPr/>
          <a:lstStyle/>
          <a:p>
            <a:r>
              <a:rPr lang="en-US" dirty="0">
                <a:highlight>
                  <a:srgbClr val="FFFF00"/>
                </a:highlight>
              </a:rPr>
              <a:t>Proposed Program Timeline</a:t>
            </a:r>
          </a:p>
        </p:txBody>
      </p:sp>
      <p:graphicFrame>
        <p:nvGraphicFramePr>
          <p:cNvPr id="2" name="Table 1">
            <a:extLst>
              <a:ext uri="{FF2B5EF4-FFF2-40B4-BE49-F238E27FC236}">
                <a16:creationId xmlns:a16="http://schemas.microsoft.com/office/drawing/2014/main" id="{499C9CB3-F504-0D5A-9690-9F6FB14D45A7}"/>
              </a:ext>
            </a:extLst>
          </p:cNvPr>
          <p:cNvGraphicFramePr>
            <a:graphicFrameLocks noGrp="1"/>
          </p:cNvGraphicFramePr>
          <p:nvPr>
            <p:extLst>
              <p:ext uri="{D42A27DB-BD31-4B8C-83A1-F6EECF244321}">
                <p14:modId xmlns:p14="http://schemas.microsoft.com/office/powerpoint/2010/main" val="1657327412"/>
              </p:ext>
            </p:extLst>
          </p:nvPr>
        </p:nvGraphicFramePr>
        <p:xfrm>
          <a:off x="282574" y="779826"/>
          <a:ext cx="11656033" cy="4429800"/>
        </p:xfrm>
        <a:graphic>
          <a:graphicData uri="http://schemas.openxmlformats.org/drawingml/2006/table">
            <a:tbl>
              <a:tblPr firstRow="1" bandRow="1">
                <a:tableStyleId>{5C22544A-7EE6-4342-B048-85BDC9FD1C3A}</a:tableStyleId>
              </a:tblPr>
              <a:tblGrid>
                <a:gridCol w="1310721">
                  <a:extLst>
                    <a:ext uri="{9D8B030D-6E8A-4147-A177-3AD203B41FA5}">
                      <a16:colId xmlns:a16="http://schemas.microsoft.com/office/drawing/2014/main" val="810678166"/>
                    </a:ext>
                  </a:extLst>
                </a:gridCol>
                <a:gridCol w="646582">
                  <a:extLst>
                    <a:ext uri="{9D8B030D-6E8A-4147-A177-3AD203B41FA5}">
                      <a16:colId xmlns:a16="http://schemas.microsoft.com/office/drawing/2014/main" val="1169413561"/>
                    </a:ext>
                  </a:extLst>
                </a:gridCol>
                <a:gridCol w="646582">
                  <a:extLst>
                    <a:ext uri="{9D8B030D-6E8A-4147-A177-3AD203B41FA5}">
                      <a16:colId xmlns:a16="http://schemas.microsoft.com/office/drawing/2014/main" val="2105508676"/>
                    </a:ext>
                  </a:extLst>
                </a:gridCol>
                <a:gridCol w="646582">
                  <a:extLst>
                    <a:ext uri="{9D8B030D-6E8A-4147-A177-3AD203B41FA5}">
                      <a16:colId xmlns:a16="http://schemas.microsoft.com/office/drawing/2014/main" val="55110100"/>
                    </a:ext>
                  </a:extLst>
                </a:gridCol>
                <a:gridCol w="646582">
                  <a:extLst>
                    <a:ext uri="{9D8B030D-6E8A-4147-A177-3AD203B41FA5}">
                      <a16:colId xmlns:a16="http://schemas.microsoft.com/office/drawing/2014/main" val="3394179344"/>
                    </a:ext>
                  </a:extLst>
                </a:gridCol>
                <a:gridCol w="646582">
                  <a:extLst>
                    <a:ext uri="{9D8B030D-6E8A-4147-A177-3AD203B41FA5}">
                      <a16:colId xmlns:a16="http://schemas.microsoft.com/office/drawing/2014/main" val="3115423450"/>
                    </a:ext>
                  </a:extLst>
                </a:gridCol>
                <a:gridCol w="646582">
                  <a:extLst>
                    <a:ext uri="{9D8B030D-6E8A-4147-A177-3AD203B41FA5}">
                      <a16:colId xmlns:a16="http://schemas.microsoft.com/office/drawing/2014/main" val="1814343224"/>
                    </a:ext>
                  </a:extLst>
                </a:gridCol>
                <a:gridCol w="646582">
                  <a:extLst>
                    <a:ext uri="{9D8B030D-6E8A-4147-A177-3AD203B41FA5}">
                      <a16:colId xmlns:a16="http://schemas.microsoft.com/office/drawing/2014/main" val="186481047"/>
                    </a:ext>
                  </a:extLst>
                </a:gridCol>
                <a:gridCol w="646582">
                  <a:extLst>
                    <a:ext uri="{9D8B030D-6E8A-4147-A177-3AD203B41FA5}">
                      <a16:colId xmlns:a16="http://schemas.microsoft.com/office/drawing/2014/main" val="2350342182"/>
                    </a:ext>
                  </a:extLst>
                </a:gridCol>
                <a:gridCol w="646582">
                  <a:extLst>
                    <a:ext uri="{9D8B030D-6E8A-4147-A177-3AD203B41FA5}">
                      <a16:colId xmlns:a16="http://schemas.microsoft.com/office/drawing/2014/main" val="917903329"/>
                    </a:ext>
                  </a:extLst>
                </a:gridCol>
                <a:gridCol w="646582">
                  <a:extLst>
                    <a:ext uri="{9D8B030D-6E8A-4147-A177-3AD203B41FA5}">
                      <a16:colId xmlns:a16="http://schemas.microsoft.com/office/drawing/2014/main" val="2153251832"/>
                    </a:ext>
                  </a:extLst>
                </a:gridCol>
                <a:gridCol w="646582">
                  <a:extLst>
                    <a:ext uri="{9D8B030D-6E8A-4147-A177-3AD203B41FA5}">
                      <a16:colId xmlns:a16="http://schemas.microsoft.com/office/drawing/2014/main" val="2875979621"/>
                    </a:ext>
                  </a:extLst>
                </a:gridCol>
                <a:gridCol w="646582">
                  <a:extLst>
                    <a:ext uri="{9D8B030D-6E8A-4147-A177-3AD203B41FA5}">
                      <a16:colId xmlns:a16="http://schemas.microsoft.com/office/drawing/2014/main" val="1943587575"/>
                    </a:ext>
                  </a:extLst>
                </a:gridCol>
                <a:gridCol w="646582">
                  <a:extLst>
                    <a:ext uri="{9D8B030D-6E8A-4147-A177-3AD203B41FA5}">
                      <a16:colId xmlns:a16="http://schemas.microsoft.com/office/drawing/2014/main" val="1129619377"/>
                    </a:ext>
                  </a:extLst>
                </a:gridCol>
                <a:gridCol w="646582">
                  <a:extLst>
                    <a:ext uri="{9D8B030D-6E8A-4147-A177-3AD203B41FA5}">
                      <a16:colId xmlns:a16="http://schemas.microsoft.com/office/drawing/2014/main" val="1196016310"/>
                    </a:ext>
                  </a:extLst>
                </a:gridCol>
                <a:gridCol w="646582">
                  <a:extLst>
                    <a:ext uri="{9D8B030D-6E8A-4147-A177-3AD203B41FA5}">
                      <a16:colId xmlns:a16="http://schemas.microsoft.com/office/drawing/2014/main" val="3419581663"/>
                    </a:ext>
                  </a:extLst>
                </a:gridCol>
                <a:gridCol w="646582">
                  <a:extLst>
                    <a:ext uri="{9D8B030D-6E8A-4147-A177-3AD203B41FA5}">
                      <a16:colId xmlns:a16="http://schemas.microsoft.com/office/drawing/2014/main" val="2306013065"/>
                    </a:ext>
                  </a:extLst>
                </a:gridCol>
              </a:tblGrid>
              <a:tr h="360000">
                <a:tc>
                  <a:txBody>
                    <a:bodyPr/>
                    <a:lstStyle/>
                    <a:p>
                      <a:pPr algn="l"/>
                      <a:r>
                        <a:rPr lang="en-IN" sz="1200" b="1">
                          <a:latin typeface="+mn-lt"/>
                        </a:rPr>
                        <a:t>Activity</a:t>
                      </a:r>
                    </a:p>
                  </a:txBody>
                  <a:tcPr anchor="ctr">
                    <a:lnL w="3175" cap="flat" cmpd="sng" algn="ctr">
                      <a:solidFill>
                        <a:schemeClr val="accent2"/>
                      </a:solidFill>
                      <a:prstDash val="solid"/>
                      <a:round/>
                      <a:headEnd type="none" w="med" len="med"/>
                      <a:tailEnd type="none" w="med" len="med"/>
                    </a:lnL>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tc>
                  <a:txBody>
                    <a:bodyPr/>
                    <a:lstStyle/>
                    <a:p>
                      <a:pPr algn="ctr"/>
                      <a:r>
                        <a:rPr lang="en-US" sz="1200" b="1">
                          <a:latin typeface="+mn-lt"/>
                        </a:rPr>
                        <a:t>M1</a:t>
                      </a:r>
                      <a:endParaRPr lang="en-IN" sz="1200" b="1">
                        <a:latin typeface="+mn-lt"/>
                      </a:endParaRPr>
                    </a:p>
                  </a:txBody>
                  <a:tcPr anchor="ct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M2</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M3</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M4</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M5</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M6</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M7</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M8</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M9</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M10</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M11</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M12</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M13</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M14</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R w="3175" cap="flat" cmpd="sng" algn="ctr">
                      <a:solidFill>
                        <a:schemeClr val="accent1"/>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M15</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L w="3175" cap="flat" cmpd="sng" algn="ctr">
                      <a:solidFill>
                        <a:schemeClr val="accent1"/>
                      </a:solidFill>
                      <a:prstDash val="solid"/>
                      <a:round/>
                      <a:headEnd type="none" w="med" len="med"/>
                      <a:tailEnd type="none" w="med" len="med"/>
                    </a:lnL>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M16</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extLst>
                  <a:ext uri="{0D108BD9-81ED-4DB2-BD59-A6C34878D82A}">
                    <a16:rowId xmlns:a16="http://schemas.microsoft.com/office/drawing/2014/main" val="3708394918"/>
                  </a:ext>
                </a:extLst>
              </a:tr>
              <a:tr h="64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1">
                          <a:solidFill>
                            <a:schemeClr val="accent2"/>
                          </a:solidFill>
                        </a:rPr>
                        <a:t>Planning / Provisioning / Resourcing</a:t>
                      </a: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14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14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14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14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14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14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14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14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14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14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14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14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14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14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14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14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2926437374"/>
                  </a:ext>
                </a:extLst>
              </a:tr>
              <a:tr h="504000">
                <a:tc>
                  <a:txBody>
                    <a:bodyPr/>
                    <a:lstStyle/>
                    <a:p>
                      <a:pPr algn="l"/>
                      <a:r>
                        <a:rPr lang="en-IN" sz="1300" b="1">
                          <a:solidFill>
                            <a:schemeClr val="accent2"/>
                          </a:solidFill>
                          <a:latin typeface="+mn-lt"/>
                        </a:rPr>
                        <a:t>Phase 1  Imp.</a:t>
                      </a: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1392836136"/>
                  </a:ext>
                </a:extLst>
              </a:tr>
              <a:tr h="504000">
                <a:tc>
                  <a:txBody>
                    <a:bodyPr/>
                    <a:lstStyle/>
                    <a:p>
                      <a:pPr algn="l"/>
                      <a:r>
                        <a:rPr lang="en-IN" sz="1300" b="1">
                          <a:solidFill>
                            <a:schemeClr val="accent2"/>
                          </a:solidFill>
                          <a:latin typeface="+mn-lt"/>
                        </a:rPr>
                        <a:t>Rollout Phase 1</a:t>
                      </a: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2743718535"/>
                  </a:ext>
                </a:extLst>
              </a:tr>
              <a:tr h="504000">
                <a:tc>
                  <a:txBody>
                    <a:bodyPr/>
                    <a:lstStyle/>
                    <a:p>
                      <a:pPr algn="l"/>
                      <a:r>
                        <a:rPr lang="en-IN" sz="1300" b="1">
                          <a:solidFill>
                            <a:schemeClr val="accent2"/>
                          </a:solidFill>
                          <a:latin typeface="+mn-lt"/>
                        </a:rPr>
                        <a:t>Phase 2  Imp.</a:t>
                      </a: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1961409235"/>
                  </a:ext>
                </a:extLst>
              </a:tr>
              <a:tr h="504000">
                <a:tc>
                  <a:txBody>
                    <a:bodyPr/>
                    <a:lstStyle/>
                    <a:p>
                      <a:pPr algn="l"/>
                      <a:r>
                        <a:rPr lang="en-IN" sz="1300" b="1">
                          <a:solidFill>
                            <a:schemeClr val="accent2"/>
                          </a:solidFill>
                          <a:latin typeface="+mn-lt"/>
                        </a:rPr>
                        <a:t>Rollout Phase 2</a:t>
                      </a: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1647914302"/>
                  </a:ext>
                </a:extLst>
              </a:tr>
              <a:tr h="504000">
                <a:tc>
                  <a:txBody>
                    <a:bodyPr/>
                    <a:lstStyle/>
                    <a:p>
                      <a:pPr algn="l"/>
                      <a:r>
                        <a:rPr lang="en-IN" sz="1300" b="1">
                          <a:solidFill>
                            <a:schemeClr val="accent2"/>
                          </a:solidFill>
                          <a:latin typeface="+mn-lt"/>
                        </a:rPr>
                        <a:t>Phase 3  Imp.</a:t>
                      </a: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212820550"/>
                  </a:ext>
                </a:extLst>
              </a:tr>
              <a:tr h="504000">
                <a:tc>
                  <a:txBody>
                    <a:bodyPr/>
                    <a:lstStyle/>
                    <a:p>
                      <a:pPr algn="l"/>
                      <a:r>
                        <a:rPr lang="en-IN" sz="1300" b="1">
                          <a:solidFill>
                            <a:schemeClr val="accent2"/>
                          </a:solidFill>
                          <a:latin typeface="+mn-lt"/>
                        </a:rPr>
                        <a:t>Rollout Phase 3</a:t>
                      </a: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799522718"/>
                  </a:ext>
                </a:extLst>
              </a:tr>
              <a:tr h="360000">
                <a:tc>
                  <a:txBody>
                    <a:bodyPr/>
                    <a:lstStyle/>
                    <a:p>
                      <a:pPr algn="ctr"/>
                      <a:endParaRPr lang="en-IN" sz="1200" b="1">
                        <a:solidFill>
                          <a:schemeClr val="bg1"/>
                        </a:solidFill>
                        <a:latin typeface="+mn-lt"/>
                      </a:endParaRPr>
                    </a:p>
                  </a:txBody>
                  <a:tcPr anchor="ctr">
                    <a:lnT w="3175" cap="flat" cmpd="sng" algn="ctr">
                      <a:solidFill>
                        <a:schemeClr val="accent2"/>
                      </a:solidFill>
                      <a:prstDash val="solid"/>
                      <a:round/>
                      <a:headEnd type="none" w="med" len="med"/>
                      <a:tailEnd type="none" w="med" len="med"/>
                    </a:lnT>
                    <a:solidFill>
                      <a:schemeClr val="accent2"/>
                    </a:solidFill>
                  </a:tcPr>
                </a:tc>
                <a:tc>
                  <a:txBody>
                    <a:bodyPr/>
                    <a:lstStyle/>
                    <a:p>
                      <a:pPr algn="ctr"/>
                      <a:r>
                        <a:rPr lang="en-US" sz="1200" b="1">
                          <a:solidFill>
                            <a:schemeClr val="bg1"/>
                          </a:solidFill>
                          <a:latin typeface="+mn-lt"/>
                        </a:rPr>
                        <a:t>M1</a:t>
                      </a:r>
                      <a:endParaRPr lang="en-IN" sz="1200" b="1">
                        <a:solidFill>
                          <a:schemeClr val="bg1"/>
                        </a:solidFill>
                        <a:latin typeface="+mn-lt"/>
                      </a:endParaRPr>
                    </a:p>
                  </a:txBody>
                  <a:tcPr anchor="ctr">
                    <a:lnT w="3175" cap="flat" cmpd="sng" algn="ctr">
                      <a:solidFill>
                        <a:schemeClr val="accent2"/>
                      </a:solidFill>
                      <a:prstDash val="solid"/>
                      <a:round/>
                      <a:headEnd type="none" w="med" len="med"/>
                      <a:tailEnd type="none" w="med" len="med"/>
                    </a:lnT>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mn-lt"/>
                          <a:ea typeface="+mn-ea"/>
                          <a:cs typeface="+mn-cs"/>
                        </a:rPr>
                        <a:t>M2</a:t>
                      </a:r>
                      <a:endParaRPr kumimoji="0" lang="en-IN" sz="1200" b="1" i="0" u="none" strike="noStrike" kern="1200" cap="none" spc="0" normalizeH="0" baseline="0" noProof="0">
                        <a:ln>
                          <a:noFill/>
                        </a:ln>
                        <a:solidFill>
                          <a:schemeClr val="bg1"/>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M3</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M4</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M5</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M6</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M7</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M8</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M9</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M10</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M11</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M12</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M13</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M14</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M15</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M16</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solidFill>
                      <a:schemeClr val="accent2"/>
                    </a:solidFill>
                  </a:tcPr>
                </a:tc>
                <a:extLst>
                  <a:ext uri="{0D108BD9-81ED-4DB2-BD59-A6C34878D82A}">
                    <a16:rowId xmlns:a16="http://schemas.microsoft.com/office/drawing/2014/main" val="880329681"/>
                  </a:ext>
                </a:extLst>
              </a:tr>
            </a:tbl>
          </a:graphicData>
        </a:graphic>
      </p:graphicFrame>
      <p:graphicFrame>
        <p:nvGraphicFramePr>
          <p:cNvPr id="3" name="Table 2">
            <a:extLst>
              <a:ext uri="{FF2B5EF4-FFF2-40B4-BE49-F238E27FC236}">
                <a16:creationId xmlns:a16="http://schemas.microsoft.com/office/drawing/2014/main" id="{731EBB12-8269-8B48-1D33-1A5EF14550CD}"/>
              </a:ext>
            </a:extLst>
          </p:cNvPr>
          <p:cNvGraphicFramePr>
            <a:graphicFrameLocks noGrp="1"/>
          </p:cNvGraphicFramePr>
          <p:nvPr>
            <p:extLst>
              <p:ext uri="{D42A27DB-BD31-4B8C-83A1-F6EECF244321}">
                <p14:modId xmlns:p14="http://schemas.microsoft.com/office/powerpoint/2010/main" val="2685266522"/>
              </p:ext>
            </p:extLst>
          </p:nvPr>
        </p:nvGraphicFramePr>
        <p:xfrm>
          <a:off x="3163580" y="5417985"/>
          <a:ext cx="3415020" cy="1005840"/>
        </p:xfrm>
        <a:graphic>
          <a:graphicData uri="http://schemas.openxmlformats.org/drawingml/2006/table">
            <a:tbl>
              <a:tblPr firstRow="1" bandRow="1">
                <a:tableStyleId>{72833802-FEF1-4C79-8D5D-14CF1EAF98D9}</a:tableStyleId>
              </a:tblPr>
              <a:tblGrid>
                <a:gridCol w="1707510">
                  <a:extLst>
                    <a:ext uri="{9D8B030D-6E8A-4147-A177-3AD203B41FA5}">
                      <a16:colId xmlns:a16="http://schemas.microsoft.com/office/drawing/2014/main" val="3282161847"/>
                    </a:ext>
                  </a:extLst>
                </a:gridCol>
                <a:gridCol w="1707510">
                  <a:extLst>
                    <a:ext uri="{9D8B030D-6E8A-4147-A177-3AD203B41FA5}">
                      <a16:colId xmlns:a16="http://schemas.microsoft.com/office/drawing/2014/main" val="3799662131"/>
                    </a:ext>
                  </a:extLst>
                </a:gridCol>
              </a:tblGrid>
              <a:tr h="324000">
                <a:tc>
                  <a:txBody>
                    <a:bodyPr/>
                    <a:lstStyle/>
                    <a:p>
                      <a:pPr algn="ctr"/>
                      <a:r>
                        <a:rPr lang="en-US" sz="1600"/>
                        <a:t>Project Phase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solidFill>
                  </a:tcPr>
                </a:tc>
                <a:tc>
                  <a:txBody>
                    <a:bodyPr/>
                    <a:lstStyle/>
                    <a:p>
                      <a:pPr algn="ctr"/>
                      <a:r>
                        <a:rPr lang="en-US" sz="1600"/>
                        <a:t>Site Count</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236908043"/>
                  </a:ext>
                </a:extLst>
              </a:tr>
              <a:tr h="324000">
                <a:tc>
                  <a:txBody>
                    <a:bodyPr/>
                    <a:lstStyle/>
                    <a:p>
                      <a:pPr algn="ctr"/>
                      <a:r>
                        <a:rPr lang="en-US" sz="1600">
                          <a:solidFill>
                            <a:srgbClr val="484848"/>
                          </a:solidFill>
                        </a:rPr>
                        <a:t>Pilot Phase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endParaRPr lang="en-US" sz="1600" dirty="0">
                        <a:solidFill>
                          <a:srgbClr val="484848"/>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724653982"/>
                  </a:ext>
                </a:extLst>
              </a:tr>
              <a:tr h="324000">
                <a:tc>
                  <a:txBody>
                    <a:bodyPr/>
                    <a:lstStyle/>
                    <a:p>
                      <a:pPr algn="ctr"/>
                      <a:r>
                        <a:rPr lang="en-US" sz="1600">
                          <a:solidFill>
                            <a:srgbClr val="484848"/>
                          </a:solidFill>
                        </a:rPr>
                        <a:t>Rollout Phase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endParaRPr lang="en-US" sz="1600" dirty="0">
                        <a:solidFill>
                          <a:srgbClr val="484848"/>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898728219"/>
                  </a:ext>
                </a:extLst>
              </a:tr>
            </a:tbl>
          </a:graphicData>
        </a:graphic>
      </p:graphicFrame>
      <p:sp>
        <p:nvSpPr>
          <p:cNvPr id="4" name="Rectangle: Rounded Corners 3">
            <a:extLst>
              <a:ext uri="{FF2B5EF4-FFF2-40B4-BE49-F238E27FC236}">
                <a16:creationId xmlns:a16="http://schemas.microsoft.com/office/drawing/2014/main" id="{DED19B49-F337-6BF8-274B-27867F38A3B2}"/>
              </a:ext>
            </a:extLst>
          </p:cNvPr>
          <p:cNvSpPr/>
          <p:nvPr/>
        </p:nvSpPr>
        <p:spPr>
          <a:xfrm>
            <a:off x="1582531" y="1126879"/>
            <a:ext cx="643101" cy="696842"/>
          </a:xfrm>
          <a:prstGeom prst="roundRect">
            <a:avLst>
              <a:gd name="adj" fmla="val 0"/>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3F8FBC61-3C0F-A182-999D-4762D39215C2}"/>
              </a:ext>
            </a:extLst>
          </p:cNvPr>
          <p:cNvSpPr/>
          <p:nvPr/>
        </p:nvSpPr>
        <p:spPr>
          <a:xfrm>
            <a:off x="2225632" y="1823721"/>
            <a:ext cx="2590207" cy="502919"/>
          </a:xfrm>
          <a:prstGeom prst="roundRect">
            <a:avLst>
              <a:gd name="adj" fmla="val 0"/>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9AC2F89C-68B9-BD57-DB69-AFDD7F77E056}"/>
              </a:ext>
            </a:extLst>
          </p:cNvPr>
          <p:cNvSpPr/>
          <p:nvPr/>
        </p:nvSpPr>
        <p:spPr>
          <a:xfrm>
            <a:off x="4172146" y="2342188"/>
            <a:ext cx="1944174" cy="502919"/>
          </a:xfrm>
          <a:prstGeom prst="roundRect">
            <a:avLst>
              <a:gd name="adj" fmla="val 0"/>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FC95AAC5-E768-718E-42F0-93C41B28719C}"/>
              </a:ext>
            </a:extLst>
          </p:cNvPr>
          <p:cNvSpPr/>
          <p:nvPr/>
        </p:nvSpPr>
        <p:spPr>
          <a:xfrm>
            <a:off x="4815839" y="2837719"/>
            <a:ext cx="2588261" cy="502919"/>
          </a:xfrm>
          <a:prstGeom prst="roundRect">
            <a:avLst>
              <a:gd name="adj" fmla="val 0"/>
            </a:avLst>
          </a:prstGeom>
          <a:solidFill>
            <a:srgbClr val="EE7D09"/>
          </a:solidFill>
          <a:ln>
            <a:solidFill>
              <a:srgbClr val="EE7D0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7952643F-454C-6B50-73CE-8DA6827490B9}"/>
              </a:ext>
            </a:extLst>
          </p:cNvPr>
          <p:cNvPicPr>
            <a:picLocks noChangeAspect="1"/>
          </p:cNvPicPr>
          <p:nvPr/>
        </p:nvPicPr>
        <p:blipFill>
          <a:blip r:embed="rId2"/>
          <a:stretch>
            <a:fillRect/>
          </a:stretch>
        </p:blipFill>
        <p:spPr>
          <a:xfrm>
            <a:off x="6751160" y="3340638"/>
            <a:ext cx="1313340" cy="495531"/>
          </a:xfrm>
          <a:prstGeom prst="rect">
            <a:avLst/>
          </a:prstGeom>
        </p:spPr>
      </p:pic>
      <p:sp>
        <p:nvSpPr>
          <p:cNvPr id="29" name="Rectangle: Rounded Corners 28">
            <a:extLst>
              <a:ext uri="{FF2B5EF4-FFF2-40B4-BE49-F238E27FC236}">
                <a16:creationId xmlns:a16="http://schemas.microsoft.com/office/drawing/2014/main" id="{12857593-397D-C490-5D50-A45E5099A028}"/>
              </a:ext>
            </a:extLst>
          </p:cNvPr>
          <p:cNvSpPr/>
          <p:nvPr/>
        </p:nvSpPr>
        <p:spPr>
          <a:xfrm>
            <a:off x="7404100" y="3852334"/>
            <a:ext cx="3238500" cy="509222"/>
          </a:xfrm>
          <a:prstGeom prst="roundRect">
            <a:avLst>
              <a:gd name="adj" fmla="val 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C87583ED-21ED-BF44-F28A-85FAEC7CF5C5}"/>
              </a:ext>
            </a:extLst>
          </p:cNvPr>
          <p:cNvSpPr/>
          <p:nvPr/>
        </p:nvSpPr>
        <p:spPr>
          <a:xfrm>
            <a:off x="9997440" y="4361557"/>
            <a:ext cx="1295399" cy="459364"/>
          </a:xfrm>
          <a:prstGeom prst="roundRect">
            <a:avLst>
              <a:gd name="adj" fmla="val 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DD07328-26DA-2240-1E9C-29C2FF76ACF1}"/>
              </a:ext>
            </a:extLst>
          </p:cNvPr>
          <p:cNvSpPr/>
          <p:nvPr/>
        </p:nvSpPr>
        <p:spPr>
          <a:xfrm>
            <a:off x="8128000" y="5417985"/>
            <a:ext cx="2336800" cy="9150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Only Applicable to Multi Phase Implementation</a:t>
            </a:r>
          </a:p>
        </p:txBody>
      </p:sp>
    </p:spTree>
    <p:extLst>
      <p:ext uri="{BB962C8B-B14F-4D97-AF65-F5344CB8AC3E}">
        <p14:creationId xmlns:p14="http://schemas.microsoft.com/office/powerpoint/2010/main" val="3265257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3E43D-A7CF-6D03-A44E-B86124910C24}"/>
              </a:ext>
            </a:extLst>
          </p:cNvPr>
          <p:cNvSpPr>
            <a:spLocks noGrp="1"/>
          </p:cNvSpPr>
          <p:nvPr>
            <p:ph type="title"/>
          </p:nvPr>
        </p:nvSpPr>
        <p:spPr>
          <a:xfrm>
            <a:off x="179221" y="82294"/>
            <a:ext cx="10515600" cy="615950"/>
          </a:xfrm>
        </p:spPr>
        <p:txBody>
          <a:bodyPr/>
          <a:lstStyle/>
          <a:p>
            <a:r>
              <a:rPr lang="en-US" dirty="0">
                <a:highlight>
                  <a:srgbClr val="FFFF00"/>
                </a:highlight>
              </a:rPr>
              <a:t>Sample Phase 1 Timeline</a:t>
            </a:r>
          </a:p>
        </p:txBody>
      </p:sp>
      <p:graphicFrame>
        <p:nvGraphicFramePr>
          <p:cNvPr id="4" name="Table 3">
            <a:extLst>
              <a:ext uri="{FF2B5EF4-FFF2-40B4-BE49-F238E27FC236}">
                <a16:creationId xmlns:a16="http://schemas.microsoft.com/office/drawing/2014/main" id="{44C6B738-5979-0F55-45EF-75C8655F405D}"/>
              </a:ext>
            </a:extLst>
          </p:cNvPr>
          <p:cNvGraphicFramePr>
            <a:graphicFrameLocks noGrp="1"/>
          </p:cNvGraphicFramePr>
          <p:nvPr>
            <p:extLst>
              <p:ext uri="{D42A27DB-BD31-4B8C-83A1-F6EECF244321}">
                <p14:modId xmlns:p14="http://schemas.microsoft.com/office/powerpoint/2010/main" val="171910585"/>
              </p:ext>
            </p:extLst>
          </p:nvPr>
        </p:nvGraphicFramePr>
        <p:xfrm>
          <a:off x="282575" y="777240"/>
          <a:ext cx="11642400" cy="4806360"/>
        </p:xfrm>
        <a:graphic>
          <a:graphicData uri="http://schemas.openxmlformats.org/drawingml/2006/table">
            <a:tbl>
              <a:tblPr/>
              <a:tblGrid>
                <a:gridCol w="2772000">
                  <a:extLst>
                    <a:ext uri="{9D8B030D-6E8A-4147-A177-3AD203B41FA5}">
                      <a16:colId xmlns:a16="http://schemas.microsoft.com/office/drawing/2014/main" val="1049492676"/>
                    </a:ext>
                  </a:extLst>
                </a:gridCol>
                <a:gridCol w="554400">
                  <a:extLst>
                    <a:ext uri="{9D8B030D-6E8A-4147-A177-3AD203B41FA5}">
                      <a16:colId xmlns:a16="http://schemas.microsoft.com/office/drawing/2014/main" val="3722775943"/>
                    </a:ext>
                  </a:extLst>
                </a:gridCol>
                <a:gridCol w="554400">
                  <a:extLst>
                    <a:ext uri="{9D8B030D-6E8A-4147-A177-3AD203B41FA5}">
                      <a16:colId xmlns:a16="http://schemas.microsoft.com/office/drawing/2014/main" val="2679734312"/>
                    </a:ext>
                  </a:extLst>
                </a:gridCol>
                <a:gridCol w="554400">
                  <a:extLst>
                    <a:ext uri="{9D8B030D-6E8A-4147-A177-3AD203B41FA5}">
                      <a16:colId xmlns:a16="http://schemas.microsoft.com/office/drawing/2014/main" val="3265826505"/>
                    </a:ext>
                  </a:extLst>
                </a:gridCol>
                <a:gridCol w="554400">
                  <a:extLst>
                    <a:ext uri="{9D8B030D-6E8A-4147-A177-3AD203B41FA5}">
                      <a16:colId xmlns:a16="http://schemas.microsoft.com/office/drawing/2014/main" val="1919834258"/>
                    </a:ext>
                  </a:extLst>
                </a:gridCol>
                <a:gridCol w="554400">
                  <a:extLst>
                    <a:ext uri="{9D8B030D-6E8A-4147-A177-3AD203B41FA5}">
                      <a16:colId xmlns:a16="http://schemas.microsoft.com/office/drawing/2014/main" val="2359890890"/>
                    </a:ext>
                  </a:extLst>
                </a:gridCol>
                <a:gridCol w="554400">
                  <a:extLst>
                    <a:ext uri="{9D8B030D-6E8A-4147-A177-3AD203B41FA5}">
                      <a16:colId xmlns:a16="http://schemas.microsoft.com/office/drawing/2014/main" val="3057628072"/>
                    </a:ext>
                  </a:extLst>
                </a:gridCol>
                <a:gridCol w="554400">
                  <a:extLst>
                    <a:ext uri="{9D8B030D-6E8A-4147-A177-3AD203B41FA5}">
                      <a16:colId xmlns:a16="http://schemas.microsoft.com/office/drawing/2014/main" val="1001115676"/>
                    </a:ext>
                  </a:extLst>
                </a:gridCol>
                <a:gridCol w="554400">
                  <a:extLst>
                    <a:ext uri="{9D8B030D-6E8A-4147-A177-3AD203B41FA5}">
                      <a16:colId xmlns:a16="http://schemas.microsoft.com/office/drawing/2014/main" val="642043187"/>
                    </a:ext>
                  </a:extLst>
                </a:gridCol>
                <a:gridCol w="554400">
                  <a:extLst>
                    <a:ext uri="{9D8B030D-6E8A-4147-A177-3AD203B41FA5}">
                      <a16:colId xmlns:a16="http://schemas.microsoft.com/office/drawing/2014/main" val="1444198597"/>
                    </a:ext>
                  </a:extLst>
                </a:gridCol>
                <a:gridCol w="554400">
                  <a:extLst>
                    <a:ext uri="{9D8B030D-6E8A-4147-A177-3AD203B41FA5}">
                      <a16:colId xmlns:a16="http://schemas.microsoft.com/office/drawing/2014/main" val="2713090718"/>
                    </a:ext>
                  </a:extLst>
                </a:gridCol>
                <a:gridCol w="554400">
                  <a:extLst>
                    <a:ext uri="{9D8B030D-6E8A-4147-A177-3AD203B41FA5}">
                      <a16:colId xmlns:a16="http://schemas.microsoft.com/office/drawing/2014/main" val="612436641"/>
                    </a:ext>
                  </a:extLst>
                </a:gridCol>
                <a:gridCol w="554400">
                  <a:extLst>
                    <a:ext uri="{9D8B030D-6E8A-4147-A177-3AD203B41FA5}">
                      <a16:colId xmlns:a16="http://schemas.microsoft.com/office/drawing/2014/main" val="403743845"/>
                    </a:ext>
                  </a:extLst>
                </a:gridCol>
                <a:gridCol w="554400">
                  <a:extLst>
                    <a:ext uri="{9D8B030D-6E8A-4147-A177-3AD203B41FA5}">
                      <a16:colId xmlns:a16="http://schemas.microsoft.com/office/drawing/2014/main" val="4214291273"/>
                    </a:ext>
                  </a:extLst>
                </a:gridCol>
                <a:gridCol w="554400">
                  <a:extLst>
                    <a:ext uri="{9D8B030D-6E8A-4147-A177-3AD203B41FA5}">
                      <a16:colId xmlns:a16="http://schemas.microsoft.com/office/drawing/2014/main" val="1897211476"/>
                    </a:ext>
                  </a:extLst>
                </a:gridCol>
                <a:gridCol w="554400">
                  <a:extLst>
                    <a:ext uri="{9D8B030D-6E8A-4147-A177-3AD203B41FA5}">
                      <a16:colId xmlns:a16="http://schemas.microsoft.com/office/drawing/2014/main" val="2981062911"/>
                    </a:ext>
                  </a:extLst>
                </a:gridCol>
                <a:gridCol w="554400">
                  <a:extLst>
                    <a:ext uri="{9D8B030D-6E8A-4147-A177-3AD203B41FA5}">
                      <a16:colId xmlns:a16="http://schemas.microsoft.com/office/drawing/2014/main" val="335775511"/>
                    </a:ext>
                  </a:extLst>
                </a:gridCol>
              </a:tblGrid>
              <a:tr h="594360">
                <a:tc>
                  <a:txBody>
                    <a:bodyPr/>
                    <a:lstStyle/>
                    <a:p>
                      <a:pPr algn="ctr" fontAlgn="ctr"/>
                      <a:r>
                        <a:rPr lang="en-US" sz="2000" b="1" i="0" u="none" strike="noStrike" dirty="0">
                          <a:solidFill>
                            <a:schemeClr val="bg1"/>
                          </a:solidFill>
                          <a:effectLst/>
                          <a:latin typeface="+mn-lt"/>
                        </a:rPr>
                        <a:t>Weeks</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1"/>
                    </a:solidFill>
                  </a:tcPr>
                </a:tc>
                <a:tc>
                  <a:txBody>
                    <a:bodyPr/>
                    <a:lstStyle/>
                    <a:p>
                      <a:pPr algn="ctr" fontAlgn="ctr"/>
                      <a:r>
                        <a:rPr lang="en-US" sz="1600" b="1" i="0" u="none" strike="noStrike">
                          <a:solidFill>
                            <a:schemeClr val="accent2"/>
                          </a:solidFill>
                          <a:effectLst/>
                          <a:latin typeface="+mn-lt"/>
                        </a:rPr>
                        <a:t>1</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ctr" fontAlgn="ctr"/>
                      <a:r>
                        <a:rPr lang="en-US" sz="1600" b="1" i="0" u="none" strike="noStrike">
                          <a:solidFill>
                            <a:schemeClr val="accent2"/>
                          </a:solidFill>
                          <a:effectLst/>
                          <a:latin typeface="+mn-lt"/>
                        </a:rPr>
                        <a:t>2</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ctr" fontAlgn="ctr"/>
                      <a:r>
                        <a:rPr lang="en-US" sz="1600" b="1" i="0" u="none" strike="noStrike">
                          <a:solidFill>
                            <a:schemeClr val="accent2"/>
                          </a:solidFill>
                          <a:effectLst/>
                          <a:latin typeface="+mn-lt"/>
                        </a:rPr>
                        <a:t>3</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ctr" fontAlgn="ctr"/>
                      <a:r>
                        <a:rPr lang="en-US" sz="1600" b="1" i="0" u="none" strike="noStrike">
                          <a:solidFill>
                            <a:schemeClr val="accent2"/>
                          </a:solidFill>
                          <a:effectLst/>
                          <a:latin typeface="+mn-lt"/>
                        </a:rPr>
                        <a:t>4</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ctr" fontAlgn="ctr"/>
                      <a:r>
                        <a:rPr lang="en-US" sz="1600" b="1" i="0" u="none" strike="noStrike">
                          <a:solidFill>
                            <a:schemeClr val="accent2"/>
                          </a:solidFill>
                          <a:effectLst/>
                          <a:latin typeface="+mn-lt"/>
                        </a:rPr>
                        <a:t>5</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ctr" fontAlgn="ctr"/>
                      <a:r>
                        <a:rPr lang="en-US" sz="1600" b="1" i="0" u="none" strike="noStrike">
                          <a:solidFill>
                            <a:schemeClr val="accent2"/>
                          </a:solidFill>
                          <a:effectLst/>
                          <a:latin typeface="+mn-lt"/>
                        </a:rPr>
                        <a:t>6</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ctr" fontAlgn="ctr"/>
                      <a:r>
                        <a:rPr lang="en-US" sz="1600" b="1" i="0" u="none" strike="noStrike">
                          <a:solidFill>
                            <a:schemeClr val="accent2"/>
                          </a:solidFill>
                          <a:effectLst/>
                          <a:latin typeface="+mn-lt"/>
                        </a:rPr>
                        <a:t>7</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ctr" fontAlgn="ctr"/>
                      <a:r>
                        <a:rPr lang="en-US" sz="1600" b="1" i="0" u="none" strike="noStrike">
                          <a:solidFill>
                            <a:schemeClr val="accent2"/>
                          </a:solidFill>
                          <a:effectLst/>
                          <a:latin typeface="+mn-lt"/>
                        </a:rPr>
                        <a:t>8</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ctr" fontAlgn="ctr"/>
                      <a:r>
                        <a:rPr lang="en-US" sz="1600" b="1" i="0" u="none" strike="noStrike">
                          <a:solidFill>
                            <a:schemeClr val="accent2"/>
                          </a:solidFill>
                          <a:effectLst/>
                          <a:latin typeface="+mn-lt"/>
                        </a:rPr>
                        <a:t>9</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ctr" fontAlgn="ctr"/>
                      <a:r>
                        <a:rPr lang="en-US" sz="1600" b="1" i="0" u="none" strike="noStrike">
                          <a:solidFill>
                            <a:schemeClr val="accent2"/>
                          </a:solidFill>
                          <a:effectLst/>
                          <a:latin typeface="+mn-lt"/>
                        </a:rPr>
                        <a:t>10</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ctr" fontAlgn="ctr"/>
                      <a:r>
                        <a:rPr lang="en-US" sz="1600" b="1" i="0" u="none" strike="noStrike">
                          <a:solidFill>
                            <a:schemeClr val="accent2"/>
                          </a:solidFill>
                          <a:effectLst/>
                          <a:latin typeface="+mn-lt"/>
                        </a:rPr>
                        <a:t>11</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ctr" fontAlgn="ctr"/>
                      <a:r>
                        <a:rPr lang="en-US" sz="1600" b="1" i="0" u="none" strike="noStrike">
                          <a:solidFill>
                            <a:schemeClr val="accent2"/>
                          </a:solidFill>
                          <a:effectLst/>
                          <a:latin typeface="+mn-lt"/>
                        </a:rPr>
                        <a:t>12</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ctr" fontAlgn="ctr"/>
                      <a:r>
                        <a:rPr lang="en-US" sz="1600" b="1" i="0" u="none" strike="noStrike">
                          <a:solidFill>
                            <a:schemeClr val="accent2"/>
                          </a:solidFill>
                          <a:effectLst/>
                          <a:latin typeface="+mn-lt"/>
                        </a:rPr>
                        <a:t>13</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ctr" fontAlgn="ctr"/>
                      <a:r>
                        <a:rPr lang="en-US" sz="1600" b="1" i="0" u="none" strike="noStrike">
                          <a:solidFill>
                            <a:schemeClr val="accent2"/>
                          </a:solidFill>
                          <a:effectLst/>
                          <a:latin typeface="+mn-lt"/>
                        </a:rPr>
                        <a:t>14</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ctr" fontAlgn="ctr"/>
                      <a:r>
                        <a:rPr lang="en-US" sz="1600" b="1" i="0" u="none" strike="noStrike">
                          <a:solidFill>
                            <a:schemeClr val="accent2"/>
                          </a:solidFill>
                          <a:effectLst/>
                          <a:latin typeface="+mn-lt"/>
                        </a:rPr>
                        <a:t>15</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ctr" fontAlgn="ctr"/>
                      <a:r>
                        <a:rPr lang="en-US" sz="1600" b="1" i="0" u="none" strike="noStrike">
                          <a:solidFill>
                            <a:schemeClr val="accent2"/>
                          </a:solidFill>
                          <a:effectLst/>
                          <a:latin typeface="+mn-lt"/>
                        </a:rPr>
                        <a:t>16</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3367064895"/>
                  </a:ext>
                </a:extLst>
              </a:tr>
              <a:tr h="468000">
                <a:tc>
                  <a:txBody>
                    <a:bodyPr/>
                    <a:lstStyle/>
                    <a:p>
                      <a:pPr algn="l" fontAlgn="ctr"/>
                      <a:r>
                        <a:rPr lang="en-US" sz="1600" b="1" i="0" u="none" strike="noStrike">
                          <a:solidFill>
                            <a:schemeClr val="bg1"/>
                          </a:solidFill>
                          <a:effectLst/>
                          <a:latin typeface="+mn-lt"/>
                        </a:rPr>
                        <a:t>Implementation Category</a:t>
                      </a:r>
                    </a:p>
                  </a:txBody>
                  <a:tcPr marL="7200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rgbClr val="EE7D09"/>
                    </a:solidFill>
                  </a:tcPr>
                </a:tc>
                <a:tc gridSpan="4">
                  <a:txBody>
                    <a:bodyPr/>
                    <a:lstStyle/>
                    <a:p>
                      <a:pPr algn="ctr" fontAlgn="ctr"/>
                      <a:r>
                        <a:rPr lang="en-US" sz="1600" b="1" i="0" u="none" strike="noStrike">
                          <a:solidFill>
                            <a:schemeClr val="bg1"/>
                          </a:solidFill>
                          <a:effectLst/>
                          <a:latin typeface="+mn-lt"/>
                        </a:rPr>
                        <a:t>Month 1</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rgbClr val="EE7D09"/>
                    </a:solidFill>
                  </a:tcPr>
                </a:tc>
                <a:tc hMerge="1">
                  <a:txBody>
                    <a:bodyPr/>
                    <a:lstStyle/>
                    <a:p>
                      <a:endParaRPr lang="en-US"/>
                    </a:p>
                  </a:txBody>
                  <a:tcPr>
                    <a:lnT w="19050" cap="flat" cmpd="sng" algn="ctr">
                      <a:solidFill>
                        <a:srgbClr val="000000"/>
                      </a:solidFill>
                      <a:prstDash val="solid"/>
                      <a:round/>
                      <a:headEnd type="none" w="med" len="med"/>
                      <a:tailEnd type="none" w="med" len="med"/>
                    </a:lnT>
                  </a:tcPr>
                </a:tc>
                <a:tc hMerge="1">
                  <a:txBody>
                    <a:bodyPr/>
                    <a:lstStyle/>
                    <a:p>
                      <a:endParaRPr lang="en-US"/>
                    </a:p>
                  </a:txBody>
                  <a:tcPr>
                    <a:lnT w="19050" cap="flat" cmpd="sng" algn="ctr">
                      <a:solidFill>
                        <a:srgbClr val="000000"/>
                      </a:solidFill>
                      <a:prstDash val="solid"/>
                      <a:round/>
                      <a:headEnd type="none" w="med" len="med"/>
                      <a:tailEnd type="none" w="med" len="med"/>
                    </a:lnT>
                  </a:tcPr>
                </a:tc>
                <a:tc hMerge="1">
                  <a:txBody>
                    <a:bodyPr/>
                    <a:lstStyle/>
                    <a:p>
                      <a:endParaRPr lang="en-US"/>
                    </a:p>
                  </a:txBody>
                  <a:tcPr/>
                </a:tc>
                <a:tc gridSpan="4">
                  <a:txBody>
                    <a:bodyPr/>
                    <a:lstStyle/>
                    <a:p>
                      <a:pPr algn="ctr" fontAlgn="ctr"/>
                      <a:r>
                        <a:rPr lang="en-US" sz="1600" b="1" i="0" u="none" strike="noStrike">
                          <a:solidFill>
                            <a:schemeClr val="bg1"/>
                          </a:solidFill>
                          <a:effectLst/>
                          <a:latin typeface="+mn-lt"/>
                        </a:rPr>
                        <a:t>Month 2</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rgbClr val="EE7D09"/>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fontAlgn="ctr"/>
                      <a:r>
                        <a:rPr lang="en-US" sz="1600" b="1" i="0" u="none" strike="noStrike">
                          <a:solidFill>
                            <a:schemeClr val="bg1"/>
                          </a:solidFill>
                          <a:effectLst/>
                          <a:latin typeface="+mn-lt"/>
                        </a:rPr>
                        <a:t>Month 3</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rgbClr val="EE7D09"/>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fontAlgn="ctr"/>
                      <a:r>
                        <a:rPr lang="en-US" sz="1600" b="1" i="0" u="none" strike="noStrike">
                          <a:solidFill>
                            <a:schemeClr val="bg1"/>
                          </a:solidFill>
                          <a:effectLst/>
                          <a:latin typeface="+mn-lt"/>
                        </a:rPr>
                        <a:t>Month 4</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rgbClr val="EE7D09"/>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26227188"/>
                  </a:ext>
                </a:extLst>
              </a:tr>
              <a:tr h="468000">
                <a:tc>
                  <a:txBody>
                    <a:bodyPr/>
                    <a:lstStyle/>
                    <a:p>
                      <a:pPr algn="l" fontAlgn="b"/>
                      <a:r>
                        <a:rPr lang="en-US" sz="1400" b="1" i="0" u="none" strike="noStrike">
                          <a:solidFill>
                            <a:schemeClr val="accent2"/>
                          </a:solidFill>
                          <a:effectLst/>
                          <a:latin typeface="+mn-lt"/>
                        </a:rPr>
                        <a:t>Initiation / Discovery /Hands-on</a:t>
                      </a:r>
                    </a:p>
                  </a:txBody>
                  <a:tcPr marL="7200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noFill/>
                  </a:tcPr>
                </a:tc>
                <a:tc>
                  <a:txBody>
                    <a:bodyPr/>
                    <a:lstStyle/>
                    <a:p>
                      <a:pPr algn="ctr" fontAlgn="ctr"/>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3362677189"/>
                  </a:ext>
                </a:extLst>
              </a:tr>
              <a:tr h="468000">
                <a:tc>
                  <a:txBody>
                    <a:bodyPr/>
                    <a:lstStyle/>
                    <a:p>
                      <a:pPr algn="l" fontAlgn="b"/>
                      <a:r>
                        <a:rPr lang="en-US" sz="1400" b="1" i="0" u="none" strike="noStrike">
                          <a:solidFill>
                            <a:schemeClr val="accent2"/>
                          </a:solidFill>
                          <a:effectLst/>
                          <a:latin typeface="+mn-lt"/>
                        </a:rPr>
                        <a:t>Design / Requirements</a:t>
                      </a:r>
                    </a:p>
                  </a:txBody>
                  <a:tcPr marL="7200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no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1111074060"/>
                  </a:ext>
                </a:extLst>
              </a:tr>
              <a:tr h="468000">
                <a:tc>
                  <a:txBody>
                    <a:bodyPr/>
                    <a:lstStyle/>
                    <a:p>
                      <a:pPr algn="l" fontAlgn="b"/>
                      <a:r>
                        <a:rPr lang="en-US" sz="1400" b="1" i="0" u="none" strike="noStrike" dirty="0">
                          <a:solidFill>
                            <a:schemeClr val="accent2"/>
                          </a:solidFill>
                          <a:effectLst/>
                          <a:latin typeface="+mn-lt"/>
                        </a:rPr>
                        <a:t>Iteration 1 Configurations &amp; Testing</a:t>
                      </a:r>
                    </a:p>
                  </a:txBody>
                  <a:tcPr marL="7200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no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435354721"/>
                  </a:ext>
                </a:extLst>
              </a:tr>
              <a:tr h="468000">
                <a:tc>
                  <a:txBody>
                    <a:bodyPr/>
                    <a:lstStyle/>
                    <a:p>
                      <a:pPr algn="l" fontAlgn="b"/>
                      <a:r>
                        <a:rPr lang="en-US" sz="1400" b="1" i="0" u="none" strike="noStrike" dirty="0">
                          <a:solidFill>
                            <a:schemeClr val="accent2"/>
                          </a:solidFill>
                          <a:effectLst/>
                          <a:latin typeface="+mn-lt"/>
                        </a:rPr>
                        <a:t>Iteration 2 Configurations &amp; Testing</a:t>
                      </a:r>
                    </a:p>
                  </a:txBody>
                  <a:tcPr marL="7200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no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3522290342"/>
                  </a:ext>
                </a:extLst>
              </a:tr>
              <a:tr h="468000">
                <a:tc>
                  <a:txBody>
                    <a:bodyPr/>
                    <a:lstStyle/>
                    <a:p>
                      <a:pPr algn="l" fontAlgn="b"/>
                      <a:r>
                        <a:rPr lang="en-US" sz="1400" b="1" i="0" u="none" strike="noStrike">
                          <a:solidFill>
                            <a:schemeClr val="accent2"/>
                          </a:solidFill>
                          <a:effectLst/>
                          <a:latin typeface="+mn-lt"/>
                        </a:rPr>
                        <a:t>Final Configurations</a:t>
                      </a:r>
                    </a:p>
                  </a:txBody>
                  <a:tcPr marL="7200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no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712741499"/>
                  </a:ext>
                </a:extLst>
              </a:tr>
              <a:tr h="468000">
                <a:tc>
                  <a:txBody>
                    <a:bodyPr/>
                    <a:lstStyle/>
                    <a:p>
                      <a:pPr algn="l" fontAlgn="b"/>
                      <a:r>
                        <a:rPr lang="en-US" sz="1400" b="1" i="0" u="none" strike="noStrike">
                          <a:solidFill>
                            <a:schemeClr val="accent2"/>
                          </a:solidFill>
                          <a:effectLst/>
                          <a:latin typeface="+mn-lt"/>
                        </a:rPr>
                        <a:t>Final Testing and Configuration Lock</a:t>
                      </a:r>
                    </a:p>
                  </a:txBody>
                  <a:tcPr marL="7200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noFill/>
                  </a:tcPr>
                </a:tc>
                <a:tc>
                  <a:txBody>
                    <a:bodyPr/>
                    <a:lstStyle/>
                    <a:p>
                      <a:pPr algn="l" fontAlgn="b"/>
                      <a:endParaRPr lang="en-US" sz="1400" b="0" i="0" u="none" strike="noStrike">
                        <a:solidFill>
                          <a:schemeClr val="accent2"/>
                        </a:solidFill>
                        <a:effectLst/>
                        <a:latin typeface="+mn-lt"/>
                      </a:endParaRP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endParaRPr lang="en-US" sz="1400" b="0" i="0" u="none" strike="noStrike">
                        <a:solidFill>
                          <a:schemeClr val="accent2"/>
                        </a:solidFill>
                        <a:effectLst/>
                        <a:latin typeface="+mn-lt"/>
                      </a:endParaRP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endParaRPr lang="en-US" sz="1400" b="0" i="0" u="none" strike="noStrike">
                        <a:solidFill>
                          <a:schemeClr val="accent2"/>
                        </a:solidFill>
                        <a:effectLst/>
                        <a:latin typeface="+mn-lt"/>
                      </a:endParaRP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endParaRPr lang="en-US" sz="1400" b="0" i="0" u="none" strike="noStrike">
                        <a:solidFill>
                          <a:schemeClr val="accent2"/>
                        </a:solidFill>
                        <a:effectLst/>
                        <a:latin typeface="+mn-lt"/>
                      </a:endParaRP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endParaRPr lang="en-US" sz="1400" b="0" i="0" u="none" strike="noStrike">
                        <a:solidFill>
                          <a:schemeClr val="accent2"/>
                        </a:solidFill>
                        <a:effectLst/>
                        <a:latin typeface="+mn-lt"/>
                      </a:endParaRP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endParaRPr lang="en-US" sz="1400" b="0" i="0" u="none" strike="noStrike">
                        <a:solidFill>
                          <a:schemeClr val="accent2"/>
                        </a:solidFill>
                        <a:effectLst/>
                        <a:latin typeface="+mn-lt"/>
                      </a:endParaRP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endParaRPr lang="en-US" sz="1400" b="0" i="0" u="none" strike="noStrike">
                        <a:solidFill>
                          <a:schemeClr val="accent2"/>
                        </a:solidFill>
                        <a:effectLst/>
                        <a:latin typeface="+mn-lt"/>
                      </a:endParaRP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endParaRPr lang="en-US" sz="1400" b="0" i="0" u="none" strike="noStrike">
                        <a:solidFill>
                          <a:schemeClr val="accent2"/>
                        </a:solidFill>
                        <a:effectLst/>
                        <a:latin typeface="+mn-lt"/>
                      </a:endParaRP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endParaRPr lang="en-US" sz="1400" b="0" i="0" u="none" strike="noStrike">
                        <a:solidFill>
                          <a:schemeClr val="accent2"/>
                        </a:solidFill>
                        <a:effectLst/>
                        <a:latin typeface="+mn-lt"/>
                      </a:endParaRP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endParaRPr lang="en-US" sz="1400" b="0" i="0" u="none" strike="noStrike">
                        <a:solidFill>
                          <a:schemeClr val="accent2"/>
                        </a:solidFill>
                        <a:effectLst/>
                        <a:latin typeface="+mn-lt"/>
                      </a:endParaRP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endParaRPr lang="en-US" sz="1400" b="0" i="0" u="none" strike="noStrike">
                        <a:solidFill>
                          <a:schemeClr val="accent2"/>
                        </a:solidFill>
                        <a:effectLst/>
                        <a:latin typeface="+mn-lt"/>
                      </a:endParaRP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endParaRPr lang="en-US" sz="1400" b="0" i="0" u="none" strike="noStrike">
                        <a:solidFill>
                          <a:schemeClr val="accent2"/>
                        </a:solidFill>
                        <a:effectLst/>
                        <a:latin typeface="+mn-lt"/>
                      </a:endParaRP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endParaRPr lang="en-US" sz="1400" b="0" i="0" u="none" strike="noStrike">
                        <a:solidFill>
                          <a:schemeClr val="accent2"/>
                        </a:solidFill>
                        <a:effectLst/>
                        <a:latin typeface="+mn-lt"/>
                      </a:endParaRP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endParaRPr lang="en-US" sz="1400" b="0" i="0" u="none" strike="noStrike">
                        <a:solidFill>
                          <a:schemeClr val="accent2"/>
                        </a:solidFill>
                        <a:effectLst/>
                        <a:latin typeface="+mn-lt"/>
                      </a:endParaRP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endParaRPr lang="en-US" sz="1400" b="0" i="0" u="none" strike="noStrike">
                        <a:solidFill>
                          <a:schemeClr val="accent2"/>
                        </a:solidFill>
                        <a:effectLst/>
                        <a:latin typeface="+mn-lt"/>
                      </a:endParaRP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endParaRPr lang="en-US" sz="1400" b="0" i="0" u="none" strike="noStrike">
                        <a:solidFill>
                          <a:schemeClr val="accent2"/>
                        </a:solidFill>
                        <a:effectLst/>
                        <a:latin typeface="+mn-lt"/>
                      </a:endParaRP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1696333445"/>
                  </a:ext>
                </a:extLst>
              </a:tr>
              <a:tr h="468000">
                <a:tc>
                  <a:txBody>
                    <a:bodyPr/>
                    <a:lstStyle/>
                    <a:p>
                      <a:pPr algn="l" fontAlgn="b"/>
                      <a:r>
                        <a:rPr lang="en-US" sz="1400" b="1" i="0" u="none" strike="noStrike">
                          <a:solidFill>
                            <a:schemeClr val="accent2"/>
                          </a:solidFill>
                          <a:effectLst/>
                          <a:latin typeface="+mn-lt"/>
                        </a:rPr>
                        <a:t>Training (On the Configured System)</a:t>
                      </a:r>
                    </a:p>
                  </a:txBody>
                  <a:tcPr marL="7200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no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dirty="0">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2774308707"/>
                  </a:ext>
                </a:extLst>
              </a:tr>
              <a:tr h="468000">
                <a:tc>
                  <a:txBody>
                    <a:bodyPr/>
                    <a:lstStyle/>
                    <a:p>
                      <a:pPr algn="l" fontAlgn="b"/>
                      <a:r>
                        <a:rPr lang="en-US" sz="1400" b="1" i="0" u="none" strike="noStrike">
                          <a:solidFill>
                            <a:schemeClr val="accent2"/>
                          </a:solidFill>
                          <a:effectLst/>
                          <a:latin typeface="+mn-lt"/>
                        </a:rPr>
                        <a:t>Production Deployment / Go-Live</a:t>
                      </a:r>
                    </a:p>
                  </a:txBody>
                  <a:tcPr marL="7200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no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dirty="0">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2511073256"/>
                  </a:ext>
                </a:extLst>
              </a:tr>
            </a:tbl>
          </a:graphicData>
        </a:graphic>
      </p:graphicFrame>
      <p:sp>
        <p:nvSpPr>
          <p:cNvPr id="3" name="Rectangle 2">
            <a:extLst>
              <a:ext uri="{FF2B5EF4-FFF2-40B4-BE49-F238E27FC236}">
                <a16:creationId xmlns:a16="http://schemas.microsoft.com/office/drawing/2014/main" id="{51FB0CB0-DAA0-1B81-0467-4654628156A2}"/>
              </a:ext>
            </a:extLst>
          </p:cNvPr>
          <p:cNvSpPr/>
          <p:nvPr/>
        </p:nvSpPr>
        <p:spPr>
          <a:xfrm>
            <a:off x="3060700" y="1847775"/>
            <a:ext cx="541337" cy="449338"/>
          </a:xfrm>
          <a:prstGeom prst="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1639C58D-FAE9-0118-0078-14686CD38674}"/>
              </a:ext>
            </a:extLst>
          </p:cNvPr>
          <p:cNvSpPr/>
          <p:nvPr/>
        </p:nvSpPr>
        <p:spPr>
          <a:xfrm>
            <a:off x="3612197" y="2317433"/>
            <a:ext cx="1104182" cy="449338"/>
          </a:xfrm>
          <a:prstGeom prst="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320E6A24-B7A5-1E18-FB5A-5AB12BF0B656}"/>
              </a:ext>
            </a:extLst>
          </p:cNvPr>
          <p:cNvSpPr/>
          <p:nvPr/>
        </p:nvSpPr>
        <p:spPr>
          <a:xfrm>
            <a:off x="4153534" y="2785383"/>
            <a:ext cx="1668146" cy="449338"/>
          </a:xfrm>
          <a:prstGeom prst="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B6E2462B-AE2B-5BAC-88B9-A3B223C4F389}"/>
              </a:ext>
            </a:extLst>
          </p:cNvPr>
          <p:cNvSpPr/>
          <p:nvPr/>
        </p:nvSpPr>
        <p:spPr>
          <a:xfrm>
            <a:off x="5822952" y="3253485"/>
            <a:ext cx="1668146" cy="449338"/>
          </a:xfrm>
          <a:prstGeom prst="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83E3AF70-4830-E93A-82FB-989C6B3D1DCC}"/>
              </a:ext>
            </a:extLst>
          </p:cNvPr>
          <p:cNvSpPr/>
          <p:nvPr/>
        </p:nvSpPr>
        <p:spPr>
          <a:xfrm>
            <a:off x="7497448" y="3721587"/>
            <a:ext cx="541337" cy="449338"/>
          </a:xfrm>
          <a:prstGeom prst="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FD64C7B0-B823-A4B8-FFD6-CB48B426DAAD}"/>
              </a:ext>
            </a:extLst>
          </p:cNvPr>
          <p:cNvSpPr/>
          <p:nvPr/>
        </p:nvSpPr>
        <p:spPr>
          <a:xfrm>
            <a:off x="8574302" y="4663805"/>
            <a:ext cx="1696607" cy="449338"/>
          </a:xfrm>
          <a:prstGeom prst="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Rectangle 10">
            <a:extLst>
              <a:ext uri="{FF2B5EF4-FFF2-40B4-BE49-F238E27FC236}">
                <a16:creationId xmlns:a16="http://schemas.microsoft.com/office/drawing/2014/main" id="{9DB52CD1-EBB5-E1A6-508E-60940498B444}"/>
              </a:ext>
            </a:extLst>
          </p:cNvPr>
          <p:cNvSpPr/>
          <p:nvPr/>
        </p:nvSpPr>
        <p:spPr>
          <a:xfrm>
            <a:off x="10270909" y="5123702"/>
            <a:ext cx="1088495" cy="449338"/>
          </a:xfrm>
          <a:prstGeom prst="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963D5B6B-6CBE-4224-BCE1-BED9B561F932}"/>
              </a:ext>
            </a:extLst>
          </p:cNvPr>
          <p:cNvSpPr/>
          <p:nvPr/>
        </p:nvSpPr>
        <p:spPr>
          <a:xfrm>
            <a:off x="8032965" y="4192696"/>
            <a:ext cx="541337" cy="449338"/>
          </a:xfrm>
          <a:prstGeom prst="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9EEC1D9D-9C86-CF34-0C54-54420BCF90C8}"/>
              </a:ext>
            </a:extLst>
          </p:cNvPr>
          <p:cNvSpPr/>
          <p:nvPr/>
        </p:nvSpPr>
        <p:spPr>
          <a:xfrm>
            <a:off x="4224867" y="4080933"/>
            <a:ext cx="2548466" cy="14054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This timeline will vary based on the staffing plan. Adjust the timeline graphic accordingly.</a:t>
            </a:r>
          </a:p>
        </p:txBody>
      </p:sp>
    </p:spTree>
    <p:extLst>
      <p:ext uri="{BB962C8B-B14F-4D97-AF65-F5344CB8AC3E}">
        <p14:creationId xmlns:p14="http://schemas.microsoft.com/office/powerpoint/2010/main" val="2683358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546E3-5CB4-134B-B951-C2C2843AF1BC}"/>
              </a:ext>
            </a:extLst>
          </p:cNvPr>
          <p:cNvSpPr>
            <a:spLocks noGrp="1"/>
          </p:cNvSpPr>
          <p:nvPr>
            <p:ph type="title"/>
          </p:nvPr>
        </p:nvSpPr>
        <p:spPr>
          <a:xfrm>
            <a:off x="179388" y="111425"/>
            <a:ext cx="10515600" cy="615950"/>
          </a:xfrm>
        </p:spPr>
        <p:txBody>
          <a:bodyPr>
            <a:normAutofit fontScale="90000"/>
          </a:bodyPr>
          <a:lstStyle/>
          <a:p>
            <a:r>
              <a:rPr lang="en-US">
                <a:solidFill>
                  <a:srgbClr val="484848"/>
                </a:solidFill>
                <a:latin typeface="Calibri"/>
                <a:ea typeface="Calibri"/>
                <a:cs typeface="Calibri"/>
              </a:rPr>
              <a:t>Project Activities</a:t>
            </a:r>
            <a:br>
              <a:rPr lang="en-US">
                <a:solidFill>
                  <a:srgbClr val="484848"/>
                </a:solidFill>
              </a:rPr>
            </a:br>
            <a:endParaRPr lang="en-US">
              <a:solidFill>
                <a:srgbClr val="484848"/>
              </a:solidFill>
            </a:endParaRPr>
          </a:p>
        </p:txBody>
      </p:sp>
      <p:graphicFrame>
        <p:nvGraphicFramePr>
          <p:cNvPr id="5" name="Table 4">
            <a:extLst>
              <a:ext uri="{FF2B5EF4-FFF2-40B4-BE49-F238E27FC236}">
                <a16:creationId xmlns:a16="http://schemas.microsoft.com/office/drawing/2014/main" id="{825096A5-FA4D-B34C-822C-DAF6DC20FCD4}"/>
              </a:ext>
            </a:extLst>
          </p:cNvPr>
          <p:cNvGraphicFramePr>
            <a:graphicFrameLocks noGrp="1"/>
          </p:cNvGraphicFramePr>
          <p:nvPr>
            <p:extLst>
              <p:ext uri="{D42A27DB-BD31-4B8C-83A1-F6EECF244321}">
                <p14:modId xmlns:p14="http://schemas.microsoft.com/office/powerpoint/2010/main" val="1865989322"/>
              </p:ext>
            </p:extLst>
          </p:nvPr>
        </p:nvGraphicFramePr>
        <p:xfrm>
          <a:off x="293688" y="474062"/>
          <a:ext cx="11750814" cy="5767220"/>
        </p:xfrm>
        <a:graphic>
          <a:graphicData uri="http://schemas.openxmlformats.org/drawingml/2006/table">
            <a:tbl>
              <a:tblPr firstRow="1" firstCol="1" bandRow="1">
                <a:effectLst/>
                <a:tableStyleId>{F5AB1C69-6EDB-4FF4-983F-18BD219EF322}</a:tableStyleId>
              </a:tblPr>
              <a:tblGrid>
                <a:gridCol w="1980000">
                  <a:extLst>
                    <a:ext uri="{9D8B030D-6E8A-4147-A177-3AD203B41FA5}">
                      <a16:colId xmlns:a16="http://schemas.microsoft.com/office/drawing/2014/main" val="3768856291"/>
                    </a:ext>
                  </a:extLst>
                </a:gridCol>
                <a:gridCol w="7416000">
                  <a:extLst>
                    <a:ext uri="{9D8B030D-6E8A-4147-A177-3AD203B41FA5}">
                      <a16:colId xmlns:a16="http://schemas.microsoft.com/office/drawing/2014/main" val="1812950085"/>
                    </a:ext>
                  </a:extLst>
                </a:gridCol>
                <a:gridCol w="1418814">
                  <a:extLst>
                    <a:ext uri="{9D8B030D-6E8A-4147-A177-3AD203B41FA5}">
                      <a16:colId xmlns:a16="http://schemas.microsoft.com/office/drawing/2014/main" val="4093600407"/>
                    </a:ext>
                  </a:extLst>
                </a:gridCol>
                <a:gridCol w="936000">
                  <a:extLst>
                    <a:ext uri="{9D8B030D-6E8A-4147-A177-3AD203B41FA5}">
                      <a16:colId xmlns:a16="http://schemas.microsoft.com/office/drawing/2014/main" val="649993652"/>
                    </a:ext>
                  </a:extLst>
                </a:gridCol>
              </a:tblGrid>
              <a:tr h="324000">
                <a:tc>
                  <a:txBody>
                    <a:bodyPr/>
                    <a:lstStyle/>
                    <a:p>
                      <a:pPr algn="l">
                        <a:spcAft>
                          <a:spcPts val="0"/>
                        </a:spcAft>
                      </a:pPr>
                      <a:r>
                        <a:rPr lang="en-US" sz="1400" b="1">
                          <a:solidFill>
                            <a:schemeClr val="bg1"/>
                          </a:solidFill>
                          <a:effectLst/>
                          <a:latin typeface="+mn-lt"/>
                          <a:cs typeface="Poppins" pitchFamily="2" charset="77"/>
                        </a:rPr>
                        <a:t>Activities</a:t>
                      </a:r>
                      <a:endParaRPr lang="en-US" sz="1400" b="1">
                        <a:solidFill>
                          <a:schemeClr val="bg1"/>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70C0"/>
                    </a:solidFill>
                  </a:tcPr>
                </a:tc>
                <a:tc>
                  <a:txBody>
                    <a:bodyPr/>
                    <a:lstStyle/>
                    <a:p>
                      <a:pPr algn="ctr">
                        <a:spcAft>
                          <a:spcPts val="0"/>
                        </a:spcAft>
                      </a:pPr>
                      <a:r>
                        <a:rPr lang="en-US" sz="1400" b="1">
                          <a:solidFill>
                            <a:schemeClr val="bg1"/>
                          </a:solidFill>
                          <a:effectLst/>
                          <a:latin typeface="+mn-lt"/>
                          <a:cs typeface="Poppins" pitchFamily="2" charset="77"/>
                        </a:rPr>
                        <a:t>Description</a:t>
                      </a:r>
                      <a:endParaRPr lang="en-US" sz="1400" b="1">
                        <a:solidFill>
                          <a:schemeClr val="bg1"/>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70C0"/>
                    </a:solidFill>
                  </a:tcPr>
                </a:tc>
                <a:tc>
                  <a:txBody>
                    <a:bodyPr/>
                    <a:lstStyle/>
                    <a:p>
                      <a:pPr algn="ctr">
                        <a:spcAft>
                          <a:spcPts val="0"/>
                        </a:spcAft>
                      </a:pPr>
                      <a:r>
                        <a:rPr lang="en-US" sz="1400" b="1" err="1">
                          <a:solidFill>
                            <a:schemeClr val="bg1"/>
                          </a:solidFill>
                          <a:effectLst/>
                          <a:latin typeface="+mn-lt"/>
                          <a:cs typeface="Poppins" pitchFamily="2" charset="77"/>
                        </a:rPr>
                        <a:t>ComplianceQuest</a:t>
                      </a:r>
                      <a:endParaRPr lang="en-US" sz="1400" b="1">
                        <a:solidFill>
                          <a:schemeClr val="bg1"/>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70C0"/>
                    </a:solidFill>
                  </a:tcPr>
                </a:tc>
                <a:tc>
                  <a:txBody>
                    <a:bodyPr/>
                    <a:lstStyle/>
                    <a:p>
                      <a:pPr algn="ctr">
                        <a:spcAft>
                          <a:spcPts val="0"/>
                        </a:spcAft>
                      </a:pPr>
                      <a:r>
                        <a:rPr lang="en-US" sz="1400" b="1">
                          <a:solidFill>
                            <a:schemeClr val="bg1"/>
                          </a:solidFill>
                          <a:effectLst/>
                          <a:latin typeface="+mn-lt"/>
                          <a:cs typeface="Poppins" pitchFamily="2" charset="77"/>
                        </a:rPr>
                        <a:t>Customer</a:t>
                      </a:r>
                      <a:endParaRPr lang="en-US" sz="1400" b="1">
                        <a:solidFill>
                          <a:schemeClr val="bg1"/>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70C0"/>
                    </a:solidFill>
                  </a:tcPr>
                </a:tc>
                <a:extLst>
                  <a:ext uri="{0D108BD9-81ED-4DB2-BD59-A6C34878D82A}">
                    <a16:rowId xmlns:a16="http://schemas.microsoft.com/office/drawing/2014/main" val="3406284738"/>
                  </a:ext>
                </a:extLst>
              </a:tr>
              <a:tr h="241895">
                <a:tc>
                  <a:txBody>
                    <a:bodyPr/>
                    <a:lstStyle/>
                    <a:p>
                      <a:pPr algn="l">
                        <a:spcAft>
                          <a:spcPts val="100"/>
                        </a:spcAft>
                      </a:pPr>
                      <a:r>
                        <a:rPr lang="en-US" sz="1200" b="0">
                          <a:solidFill>
                            <a:srgbClr val="484848"/>
                          </a:solidFill>
                          <a:effectLst/>
                          <a:latin typeface="+mn-lt"/>
                          <a:ea typeface="Times New Roman" panose="02020603050405020304" pitchFamily="18" charset="0"/>
                          <a:cs typeface="Poppins" pitchFamily="2" charset="77"/>
                        </a:rPr>
                        <a:t>Product Education </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E7D09">
                        <a:alpha val="10196"/>
                      </a:srgbClr>
                    </a:solidFill>
                  </a:tcPr>
                </a:tc>
                <a:tc>
                  <a:txBody>
                    <a:bodyPr/>
                    <a:lstStyle/>
                    <a:p>
                      <a:pPr marL="171450" marR="0" lvl="0" indent="-171450" algn="l" defTabSz="914400" rtl="0" eaLnBrk="1" fontAlgn="auto" latinLnBrk="0" hangingPunct="1">
                        <a:lnSpc>
                          <a:spcPct val="100000"/>
                        </a:lnSpc>
                        <a:spcBef>
                          <a:spcPts val="0"/>
                        </a:spcBef>
                        <a:spcAft>
                          <a:spcPts val="100"/>
                        </a:spcAft>
                        <a:buClr>
                          <a:srgbClr val="484848"/>
                        </a:buClr>
                        <a:buSzTx/>
                        <a:buFont typeface="Arial" panose="020B0604020202020204" pitchFamily="34" charset="0"/>
                        <a:buChar char="•"/>
                        <a:tabLst>
                          <a:tab pos="457200" algn="l"/>
                        </a:tabLst>
                        <a:defRPr/>
                      </a:pPr>
                      <a:r>
                        <a:rPr lang="en-US" sz="1200" kern="1200">
                          <a:solidFill>
                            <a:srgbClr val="484848"/>
                          </a:solidFill>
                          <a:effectLst/>
                          <a:latin typeface="+mn-lt"/>
                          <a:ea typeface="+mn-ea"/>
                          <a:cs typeface="Poppins" pitchFamily="2" charset="77"/>
                        </a:rPr>
                        <a:t>Familiarize customer core team with OOB</a:t>
                      </a:r>
                    </a:p>
                  </a:txBody>
                  <a:tcPr marL="45720" marR="45720" marT="18288" marB="1828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b="1">
                          <a:solidFill>
                            <a:srgbClr val="484848"/>
                          </a:solidFill>
                          <a:effectLst/>
                          <a:latin typeface="+mn-lt"/>
                          <a:ea typeface="Times New Roman" panose="02020603050405020304" pitchFamily="18" charset="0"/>
                          <a:cs typeface="Poppins" pitchFamily="2" charset="77"/>
                        </a:rPr>
                        <a:t>Lead</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b="0" kern="1200">
                          <a:solidFill>
                            <a:srgbClr val="484848"/>
                          </a:solidFill>
                          <a:effectLst/>
                          <a:latin typeface="+mn-lt"/>
                          <a:ea typeface="+mn-ea"/>
                          <a:cs typeface="Poppins" pitchFamily="2" charset="77"/>
                        </a:rPr>
                        <a:t>Support</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850799443"/>
                  </a:ext>
                </a:extLst>
              </a:tr>
              <a:tr h="497914">
                <a:tc rowSpan="2">
                  <a:txBody>
                    <a:bodyPr/>
                    <a:lstStyle/>
                    <a:p>
                      <a:pPr algn="l">
                        <a:spcAft>
                          <a:spcPts val="100"/>
                        </a:spcAft>
                      </a:pPr>
                      <a:r>
                        <a:rPr lang="en-US" sz="1200" b="0">
                          <a:solidFill>
                            <a:srgbClr val="484848"/>
                          </a:solidFill>
                          <a:effectLst/>
                          <a:latin typeface="+mn-lt"/>
                          <a:cs typeface="Poppins" pitchFamily="2" charset="77"/>
                        </a:rPr>
                        <a:t>Onboarding, Governance </a:t>
                      </a:r>
                      <a:br>
                        <a:rPr lang="en-US" sz="1200" b="0">
                          <a:solidFill>
                            <a:srgbClr val="484848"/>
                          </a:solidFill>
                          <a:effectLst/>
                          <a:latin typeface="+mn-lt"/>
                          <a:cs typeface="Poppins" pitchFamily="2" charset="77"/>
                        </a:rPr>
                      </a:br>
                      <a:r>
                        <a:rPr lang="en-US" sz="1200" b="0">
                          <a:solidFill>
                            <a:srgbClr val="484848"/>
                          </a:solidFill>
                          <a:effectLst/>
                          <a:latin typeface="+mn-lt"/>
                          <a:cs typeface="Poppins" pitchFamily="2" charset="77"/>
                        </a:rPr>
                        <a:t>and Project Planning</a:t>
                      </a:r>
                      <a:endParaRPr lang="en-US" sz="1200" b="0">
                        <a:solidFill>
                          <a:srgbClr val="484848"/>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E7D09">
                        <a:alpha val="10196"/>
                      </a:srgbClr>
                    </a:solidFill>
                  </a:tcPr>
                </a:tc>
                <a:tc>
                  <a:txBody>
                    <a:bodyPr/>
                    <a:lstStyle/>
                    <a:p>
                      <a:pPr marL="171450" lvl="0" indent="-171450">
                        <a:spcAft>
                          <a:spcPts val="100"/>
                        </a:spcAft>
                        <a:buClr>
                          <a:srgbClr val="484848"/>
                        </a:buClr>
                        <a:buFont typeface="Arial" panose="020B0604020202020204" pitchFamily="34" charset="0"/>
                        <a:buChar char="•"/>
                        <a:tabLst>
                          <a:tab pos="457200" algn="l"/>
                        </a:tabLst>
                      </a:pPr>
                      <a:r>
                        <a:rPr lang="en-US" sz="1200" kern="1200">
                          <a:solidFill>
                            <a:srgbClr val="484848"/>
                          </a:solidFill>
                          <a:effectLst/>
                          <a:latin typeface="+mn-lt"/>
                          <a:ea typeface="+mn-ea"/>
                          <a:cs typeface="Poppins" pitchFamily="2" charset="77"/>
                        </a:rPr>
                        <a:t>Mobilize and onboard the project team members</a:t>
                      </a:r>
                    </a:p>
                    <a:p>
                      <a:pPr marL="171450" lvl="0" indent="-171450">
                        <a:spcAft>
                          <a:spcPts val="100"/>
                        </a:spcAft>
                        <a:buClr>
                          <a:srgbClr val="484848"/>
                        </a:buClr>
                        <a:buFont typeface="Arial" panose="020B0604020202020204" pitchFamily="34" charset="0"/>
                        <a:buChar char="•"/>
                        <a:tabLst>
                          <a:tab pos="457200" algn="l"/>
                        </a:tabLst>
                      </a:pPr>
                      <a:r>
                        <a:rPr lang="en-US" sz="1200" kern="1200">
                          <a:solidFill>
                            <a:srgbClr val="484848"/>
                          </a:solidFill>
                          <a:effectLst/>
                          <a:latin typeface="+mn-lt"/>
                          <a:ea typeface="+mn-ea"/>
                          <a:cs typeface="Poppins" pitchFamily="2" charset="77"/>
                        </a:rPr>
                        <a:t>Define governance structure, OCM strategy</a:t>
                      </a:r>
                    </a:p>
                    <a:p>
                      <a:pPr marL="171450" lvl="0" indent="-171450">
                        <a:spcAft>
                          <a:spcPts val="100"/>
                        </a:spcAft>
                        <a:buClr>
                          <a:srgbClr val="484848"/>
                        </a:buClr>
                        <a:buFont typeface="Arial" panose="020B0604020202020204" pitchFamily="34" charset="0"/>
                        <a:buChar char="•"/>
                        <a:tabLst>
                          <a:tab pos="457200" algn="l"/>
                        </a:tabLst>
                      </a:pPr>
                      <a:r>
                        <a:rPr lang="en-US" sz="1200" kern="1200">
                          <a:solidFill>
                            <a:srgbClr val="484848"/>
                          </a:solidFill>
                          <a:effectLst/>
                          <a:latin typeface="+mn-lt"/>
                          <a:ea typeface="+mn-ea"/>
                          <a:cs typeface="Poppins" pitchFamily="2" charset="77"/>
                        </a:rPr>
                        <a:t>Draft project plans</a:t>
                      </a:r>
                    </a:p>
                  </a:txBody>
                  <a:tcPr marL="45720" marR="45720" marT="18288" marB="1828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a:solidFill>
                            <a:srgbClr val="484848"/>
                          </a:solidFill>
                          <a:effectLst/>
                          <a:latin typeface="+mn-lt"/>
                          <a:cs typeface="Poppins" pitchFamily="2" charset="77"/>
                        </a:rPr>
                        <a:t>Support</a:t>
                      </a:r>
                      <a:endParaRPr lang="en-US" sz="1200">
                        <a:solidFill>
                          <a:srgbClr val="484848"/>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b="1" kern="1200">
                          <a:solidFill>
                            <a:srgbClr val="484848"/>
                          </a:solidFill>
                          <a:effectLst/>
                          <a:latin typeface="+mn-lt"/>
                          <a:ea typeface="+mn-ea"/>
                          <a:cs typeface="Poppins" pitchFamily="2" charset="77"/>
                        </a:rPr>
                        <a:t>Lead</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682853658"/>
                  </a:ext>
                </a:extLst>
              </a:tr>
              <a:tr h="252000">
                <a:tc vMerge="1">
                  <a:txBody>
                    <a:bodyPr/>
                    <a:lstStyle/>
                    <a:p>
                      <a:endParaRPr lang="en-US"/>
                    </a:p>
                  </a:txBody>
                  <a:tcPr/>
                </a:tc>
                <a:tc>
                  <a:txBody>
                    <a:bodyPr/>
                    <a:lstStyle/>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cs typeface="Poppins" pitchFamily="2" charset="77"/>
                        </a:rPr>
                        <a:t>Draft project plans for implementation</a:t>
                      </a:r>
                    </a:p>
                  </a:txBody>
                  <a:tcPr marL="45720" marR="45720" marT="18288" marB="1828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b="1">
                          <a:solidFill>
                            <a:srgbClr val="484848"/>
                          </a:solidFill>
                          <a:effectLst/>
                          <a:latin typeface="+mn-lt"/>
                          <a:cs typeface="Poppins" pitchFamily="2" charset="77"/>
                        </a:rPr>
                        <a:t>Lead</a:t>
                      </a:r>
                      <a:endParaRPr lang="en-US" sz="1200" b="1">
                        <a:solidFill>
                          <a:srgbClr val="484848"/>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a:solidFill>
                            <a:srgbClr val="484848"/>
                          </a:solidFill>
                          <a:effectLst/>
                          <a:latin typeface="+mn-lt"/>
                          <a:cs typeface="Poppins" pitchFamily="2" charset="77"/>
                        </a:rPr>
                        <a:t>Support</a:t>
                      </a:r>
                      <a:endParaRPr lang="en-US" sz="1200">
                        <a:solidFill>
                          <a:srgbClr val="484848"/>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951784915"/>
                  </a:ext>
                </a:extLst>
              </a:tr>
              <a:tr h="720000">
                <a:tc>
                  <a:txBody>
                    <a:bodyPr/>
                    <a:lstStyle/>
                    <a:p>
                      <a:pPr algn="l">
                        <a:spcAft>
                          <a:spcPts val="100"/>
                        </a:spcAft>
                      </a:pPr>
                      <a:r>
                        <a:rPr lang="en-US" sz="1200" b="0">
                          <a:solidFill>
                            <a:srgbClr val="484848"/>
                          </a:solidFill>
                          <a:effectLst/>
                          <a:latin typeface="+mn-lt"/>
                          <a:ea typeface="Times New Roman" panose="02020603050405020304" pitchFamily="18" charset="0"/>
                          <a:cs typeface="Poppins" pitchFamily="2" charset="77"/>
                        </a:rPr>
                        <a:t>Business Process Harmonization </a:t>
                      </a:r>
                      <a:br>
                        <a:rPr lang="en-US" sz="1200" b="0">
                          <a:solidFill>
                            <a:srgbClr val="484848"/>
                          </a:solidFill>
                          <a:effectLst/>
                          <a:latin typeface="+mn-lt"/>
                          <a:ea typeface="Times New Roman" panose="02020603050405020304" pitchFamily="18" charset="0"/>
                          <a:cs typeface="Poppins" pitchFamily="2" charset="77"/>
                        </a:rPr>
                      </a:br>
                      <a:r>
                        <a:rPr lang="en-US" sz="1200" b="0">
                          <a:solidFill>
                            <a:srgbClr val="484848"/>
                          </a:solidFill>
                          <a:effectLst/>
                          <a:latin typeface="+mn-lt"/>
                          <a:ea typeface="Times New Roman" panose="02020603050405020304" pitchFamily="18" charset="0"/>
                          <a:cs typeface="Poppins" pitchFamily="2" charset="77"/>
                        </a:rPr>
                        <a:t>and Definition of To-Be Process</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E7D09">
                        <a:alpha val="10196"/>
                      </a:srgbClr>
                    </a:solidFill>
                  </a:tcPr>
                </a:tc>
                <a:tc>
                  <a:txBody>
                    <a:bodyPr/>
                    <a:lstStyle/>
                    <a:p>
                      <a:pPr marL="172800" lvl="0" indent="-172800">
                        <a:spcAft>
                          <a:spcPts val="100"/>
                        </a:spcAft>
                        <a:buClr>
                          <a:srgbClr val="484848"/>
                        </a:buClr>
                        <a:buFont typeface="Arial" panose="020B0604020202020204" pitchFamily="34" charset="0"/>
                        <a:buChar char="•"/>
                        <a:tabLst>
                          <a:tab pos="457200" algn="l"/>
                        </a:tabLst>
                      </a:pPr>
                      <a:r>
                        <a:rPr lang="en-US" sz="1200" kern="1200">
                          <a:solidFill>
                            <a:srgbClr val="484848"/>
                          </a:solidFill>
                          <a:effectLst/>
                          <a:latin typeface="+mn-lt"/>
                          <a:ea typeface="+mn-ea"/>
                          <a:cs typeface="Poppins" pitchFamily="2" charset="77"/>
                        </a:rPr>
                        <a:t>Current state process and pain points review</a:t>
                      </a:r>
                    </a:p>
                    <a:p>
                      <a:pPr marL="172800" lvl="0" indent="-172800">
                        <a:spcAft>
                          <a:spcPts val="100"/>
                        </a:spcAft>
                        <a:buClr>
                          <a:srgbClr val="484848"/>
                        </a:buClr>
                        <a:buFont typeface="Arial" panose="020B0604020202020204" pitchFamily="34" charset="0"/>
                        <a:buChar char="•"/>
                        <a:tabLst>
                          <a:tab pos="457200" algn="l"/>
                        </a:tabLst>
                      </a:pPr>
                      <a:r>
                        <a:rPr lang="en-US" sz="1200" kern="1200">
                          <a:solidFill>
                            <a:srgbClr val="484848"/>
                          </a:solidFill>
                          <a:effectLst/>
                          <a:latin typeface="+mn-lt"/>
                          <a:ea typeface="+mn-ea"/>
                          <a:cs typeface="Poppins" pitchFamily="2" charset="77"/>
                        </a:rPr>
                        <a:t>Future vision for each process as well as the Overall QMS Program</a:t>
                      </a:r>
                    </a:p>
                    <a:p>
                      <a:pPr marL="172800" lvl="0" indent="-172800">
                        <a:spcAft>
                          <a:spcPts val="100"/>
                        </a:spcAft>
                        <a:buClr>
                          <a:srgbClr val="484848"/>
                        </a:buClr>
                        <a:buFont typeface="Arial" panose="020B0604020202020204" pitchFamily="34" charset="0"/>
                        <a:buChar char="•"/>
                        <a:tabLst>
                          <a:tab pos="457200" algn="l"/>
                        </a:tabLst>
                      </a:pPr>
                      <a:r>
                        <a:rPr lang="en-US" sz="1200" kern="1200">
                          <a:solidFill>
                            <a:srgbClr val="484848"/>
                          </a:solidFill>
                          <a:effectLst/>
                          <a:latin typeface="+mn-lt"/>
                          <a:ea typeface="+mn-ea"/>
                          <a:cs typeface="Poppins" pitchFamily="2" charset="77"/>
                        </a:rPr>
                        <a:t>Workshops to define harmonized business processes and identify potential integration points with existing systems </a:t>
                      </a:r>
                    </a:p>
                    <a:p>
                      <a:pPr marL="172800" lvl="0" indent="-172800">
                        <a:spcAft>
                          <a:spcPts val="100"/>
                        </a:spcAft>
                        <a:buClr>
                          <a:srgbClr val="484848"/>
                        </a:buClr>
                        <a:buFont typeface="Arial" panose="020B0604020202020204" pitchFamily="34" charset="0"/>
                        <a:buChar char="•"/>
                        <a:tabLst>
                          <a:tab pos="457200" algn="l"/>
                        </a:tabLst>
                      </a:pPr>
                      <a:r>
                        <a:rPr lang="en-US" sz="1200" kern="1200">
                          <a:solidFill>
                            <a:srgbClr val="484848"/>
                          </a:solidFill>
                          <a:effectLst/>
                          <a:latin typeface="+mn-lt"/>
                          <a:ea typeface="+mn-ea"/>
                          <a:cs typeface="Poppins" pitchFamily="2" charset="77"/>
                        </a:rPr>
                        <a:t>Identify and document gaps (process, system, etc.), develop recommendations for closing the gaps</a:t>
                      </a:r>
                    </a:p>
                  </a:txBody>
                  <a:tcPr marL="45720" marR="45720" marT="18288" marB="1828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b="0">
                          <a:solidFill>
                            <a:srgbClr val="484848"/>
                          </a:solidFill>
                          <a:effectLst/>
                          <a:latin typeface="+mn-lt"/>
                          <a:ea typeface="Times New Roman" panose="02020603050405020304" pitchFamily="18" charset="0"/>
                          <a:cs typeface="Poppins" pitchFamily="2" charset="77"/>
                        </a:rPr>
                        <a:t>Support*</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b="1" kern="1200">
                          <a:solidFill>
                            <a:srgbClr val="484848"/>
                          </a:solidFill>
                          <a:effectLst/>
                          <a:latin typeface="+mn-lt"/>
                          <a:ea typeface="+mn-ea"/>
                          <a:cs typeface="Poppins" pitchFamily="2" charset="77"/>
                        </a:rPr>
                        <a:t>Lead</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49977652"/>
                  </a:ext>
                </a:extLst>
              </a:tr>
              <a:tr h="652135">
                <a:tc>
                  <a:txBody>
                    <a:bodyPr/>
                    <a:lstStyle/>
                    <a:p>
                      <a:pPr algn="l">
                        <a:spcAft>
                          <a:spcPts val="100"/>
                        </a:spcAft>
                      </a:pPr>
                      <a:r>
                        <a:rPr lang="en-US" sz="1200" b="0">
                          <a:solidFill>
                            <a:srgbClr val="484848"/>
                          </a:solidFill>
                          <a:effectLst/>
                          <a:latin typeface="+mn-lt"/>
                          <a:ea typeface="Times New Roman" panose="02020603050405020304" pitchFamily="18" charset="0"/>
                          <a:cs typeface="Poppins" pitchFamily="2" charset="77"/>
                        </a:rPr>
                        <a:t>Convert from User to </a:t>
                      </a:r>
                      <a:br>
                        <a:rPr lang="en-US" sz="1200" b="0">
                          <a:solidFill>
                            <a:srgbClr val="484848"/>
                          </a:solidFill>
                          <a:effectLst/>
                          <a:latin typeface="+mn-lt"/>
                          <a:ea typeface="Times New Roman" panose="02020603050405020304" pitchFamily="18" charset="0"/>
                          <a:cs typeface="Poppins" pitchFamily="2" charset="77"/>
                        </a:rPr>
                      </a:br>
                      <a:r>
                        <a:rPr lang="en-US" sz="1200" b="0">
                          <a:solidFill>
                            <a:srgbClr val="484848"/>
                          </a:solidFill>
                          <a:effectLst/>
                          <a:latin typeface="+mn-lt"/>
                          <a:ea typeface="Times New Roman" panose="02020603050405020304" pitchFamily="18" charset="0"/>
                          <a:cs typeface="Poppins" pitchFamily="2" charset="77"/>
                        </a:rPr>
                        <a:t>System Requirements</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E7D09">
                        <a:alpha val="10196"/>
                      </a:srgbClr>
                    </a:solidFill>
                  </a:tcPr>
                </a:tc>
                <a:tc>
                  <a:txBody>
                    <a:bodyPr/>
                    <a:lstStyle/>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ea typeface="Times New Roman" panose="02020603050405020304" pitchFamily="18" charset="0"/>
                          <a:cs typeface="Poppins" pitchFamily="2" charset="77"/>
                        </a:rPr>
                        <a:t>Define system process flows, system data fields, reporting requirements </a:t>
                      </a:r>
                    </a:p>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ea typeface="Times New Roman" panose="02020603050405020304" pitchFamily="18" charset="0"/>
                          <a:cs typeface="Poppins" pitchFamily="2" charset="77"/>
                        </a:rPr>
                        <a:t>Understand security requirements for internal and external users</a:t>
                      </a:r>
                    </a:p>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ea typeface="Times New Roman" panose="02020603050405020304" pitchFamily="18" charset="0"/>
                          <a:cs typeface="Poppins" pitchFamily="2" charset="77"/>
                        </a:rPr>
                        <a:t>Configuration of Requirements</a:t>
                      </a:r>
                    </a:p>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ea typeface="Times New Roman" panose="02020603050405020304" pitchFamily="18" charset="0"/>
                          <a:cs typeface="Poppins" pitchFamily="2" charset="77"/>
                        </a:rPr>
                        <a:t>Unit Testing of configured requirements </a:t>
                      </a:r>
                    </a:p>
                  </a:txBody>
                  <a:tcPr marL="45720" marR="45720" marT="18288" marB="1828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b="1">
                          <a:solidFill>
                            <a:srgbClr val="484848"/>
                          </a:solidFill>
                          <a:effectLst/>
                          <a:latin typeface="+mn-lt"/>
                          <a:ea typeface="Times New Roman" panose="02020603050405020304" pitchFamily="18" charset="0"/>
                          <a:cs typeface="Poppins" pitchFamily="2" charset="77"/>
                        </a:rPr>
                        <a:t>Lead</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b="0" kern="1200">
                          <a:solidFill>
                            <a:srgbClr val="484848"/>
                          </a:solidFill>
                          <a:effectLst/>
                          <a:latin typeface="+mn-lt"/>
                          <a:ea typeface="+mn-ea"/>
                          <a:cs typeface="Poppins" pitchFamily="2" charset="77"/>
                        </a:rPr>
                        <a:t>Support</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475234728"/>
                  </a:ext>
                </a:extLst>
              </a:tr>
              <a:tr h="318032">
                <a:tc>
                  <a:txBody>
                    <a:bodyPr/>
                    <a:lstStyle/>
                    <a:p>
                      <a:pPr algn="l">
                        <a:spcAft>
                          <a:spcPts val="100"/>
                        </a:spcAft>
                      </a:pPr>
                      <a:r>
                        <a:rPr lang="en-US" sz="1200" b="0">
                          <a:solidFill>
                            <a:srgbClr val="484848"/>
                          </a:solidFill>
                          <a:effectLst/>
                          <a:latin typeface="+mn-lt"/>
                          <a:ea typeface="Times New Roman" panose="02020603050405020304" pitchFamily="18" charset="0"/>
                          <a:cs typeface="Poppins" pitchFamily="2" charset="77"/>
                        </a:rPr>
                        <a:t>Testing</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E7D09">
                        <a:alpha val="10196"/>
                      </a:srgbClr>
                    </a:solidFill>
                  </a:tcPr>
                </a:tc>
                <a:tc>
                  <a:txBody>
                    <a:bodyPr/>
                    <a:lstStyle/>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ea typeface="Times New Roman" panose="02020603050405020304" pitchFamily="18" charset="0"/>
                          <a:cs typeface="Poppins" pitchFamily="2" charset="77"/>
                        </a:rPr>
                        <a:t>Verification of Configured Solution</a:t>
                      </a:r>
                    </a:p>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ea typeface="Times New Roman" panose="02020603050405020304" pitchFamily="18" charset="0"/>
                          <a:cs typeface="Poppins" pitchFamily="2" charset="77"/>
                        </a:rPr>
                        <a:t>Provide Configuration Feedback, implement and finalize the configuration</a:t>
                      </a:r>
                    </a:p>
                  </a:txBody>
                  <a:tcPr marL="45720" marR="45720" marT="18288" marB="1828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b="0">
                          <a:solidFill>
                            <a:srgbClr val="484848"/>
                          </a:solidFill>
                          <a:effectLst/>
                          <a:latin typeface="+mn-lt"/>
                          <a:ea typeface="Times New Roman" panose="02020603050405020304" pitchFamily="18" charset="0"/>
                          <a:cs typeface="Poppins" pitchFamily="2" charset="77"/>
                        </a:rPr>
                        <a:t>Support</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b="1" kern="1200">
                          <a:solidFill>
                            <a:srgbClr val="484848"/>
                          </a:solidFill>
                          <a:effectLst/>
                          <a:latin typeface="+mn-lt"/>
                          <a:ea typeface="+mn-ea"/>
                          <a:cs typeface="Poppins" pitchFamily="2" charset="77"/>
                        </a:rPr>
                        <a:t>Lead</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783728923"/>
                  </a:ext>
                </a:extLst>
              </a:tr>
              <a:tr h="652135">
                <a:tc>
                  <a:txBody>
                    <a:bodyPr/>
                    <a:lstStyle/>
                    <a:p>
                      <a:pPr marL="0" algn="l" defTabSz="914400" rtl="0" eaLnBrk="1" latinLnBrk="0" hangingPunct="1">
                        <a:spcAft>
                          <a:spcPts val="100"/>
                        </a:spcAft>
                      </a:pPr>
                      <a:r>
                        <a:rPr lang="en-US" sz="1200" b="0" kern="1200">
                          <a:solidFill>
                            <a:srgbClr val="484848"/>
                          </a:solidFill>
                          <a:effectLst/>
                          <a:latin typeface="+mn-lt"/>
                          <a:ea typeface="+mn-ea"/>
                          <a:cs typeface="Poppins" pitchFamily="2" charset="77"/>
                        </a:rPr>
                        <a:t>Migration </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E7D09">
                        <a:alpha val="10196"/>
                      </a:srgbClr>
                    </a:solidFill>
                  </a:tcPr>
                </a:tc>
                <a:tc>
                  <a:txBody>
                    <a:bodyPr/>
                    <a:lstStyle/>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cs typeface="Poppins" pitchFamily="2" charset="77"/>
                        </a:rPr>
                        <a:t>Determine migration/archival strategy</a:t>
                      </a:r>
                    </a:p>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cs typeface="Poppins" pitchFamily="2" charset="77"/>
                        </a:rPr>
                        <a:t>Draft Migration Project Plan</a:t>
                      </a:r>
                    </a:p>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cs typeface="Poppins" pitchFamily="2" charset="77"/>
                        </a:rPr>
                        <a:t>Educate Customer’s Migration team on approach and resource needs</a:t>
                      </a:r>
                    </a:p>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cs typeface="Poppins" pitchFamily="2" charset="77"/>
                        </a:rPr>
                        <a:t>Review source system functionality and data points</a:t>
                      </a:r>
                    </a:p>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cs typeface="Poppins" pitchFamily="2" charset="77"/>
                        </a:rPr>
                        <a:t>Migration Execution and Migration Summary Reports</a:t>
                      </a:r>
                    </a:p>
                  </a:txBody>
                  <a:tcPr marL="45720" marR="45720" marT="18288" marB="1828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b="1">
                          <a:solidFill>
                            <a:srgbClr val="484848"/>
                          </a:solidFill>
                          <a:effectLst/>
                          <a:latin typeface="+mn-lt"/>
                          <a:cs typeface="Poppins" pitchFamily="2" charset="77"/>
                        </a:rPr>
                        <a:t>Lead*</a:t>
                      </a:r>
                      <a:endParaRPr lang="en-US" sz="1200" b="1">
                        <a:solidFill>
                          <a:srgbClr val="484848"/>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a:solidFill>
                            <a:srgbClr val="484848"/>
                          </a:solidFill>
                          <a:effectLst/>
                          <a:latin typeface="+mn-lt"/>
                          <a:cs typeface="Poppins" pitchFamily="2" charset="77"/>
                        </a:rPr>
                        <a:t>Support</a:t>
                      </a:r>
                      <a:endParaRPr lang="en-US" sz="1200">
                        <a:solidFill>
                          <a:srgbClr val="484848"/>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756713177"/>
                  </a:ext>
                </a:extLst>
              </a:tr>
              <a:tr h="0">
                <a:tc rowSpan="2">
                  <a:txBody>
                    <a:bodyPr/>
                    <a:lstStyle/>
                    <a:p>
                      <a:pPr algn="l">
                        <a:spcAft>
                          <a:spcPts val="100"/>
                        </a:spcAft>
                      </a:pPr>
                      <a:r>
                        <a:rPr lang="en-US" sz="1200" b="0">
                          <a:solidFill>
                            <a:srgbClr val="484848"/>
                          </a:solidFill>
                          <a:effectLst/>
                          <a:latin typeface="+mn-lt"/>
                          <a:cs typeface="Poppins" pitchFamily="2" charset="77"/>
                        </a:rPr>
                        <a:t>Integrations </a:t>
                      </a:r>
                      <a:br>
                        <a:rPr lang="en-US" sz="1200" b="0">
                          <a:solidFill>
                            <a:srgbClr val="484848"/>
                          </a:solidFill>
                          <a:effectLst/>
                          <a:latin typeface="+mn-lt"/>
                          <a:cs typeface="Poppins" pitchFamily="2" charset="77"/>
                        </a:rPr>
                      </a:br>
                      <a:r>
                        <a:rPr lang="en-US" sz="1200" b="0">
                          <a:solidFill>
                            <a:srgbClr val="484848"/>
                          </a:solidFill>
                          <a:effectLst/>
                          <a:latin typeface="+mn-lt"/>
                          <a:cs typeface="Poppins" pitchFamily="2" charset="77"/>
                        </a:rPr>
                        <a:t>(Customer to develop)</a:t>
                      </a:r>
                      <a:endParaRPr lang="en-US" sz="1200" b="0">
                        <a:solidFill>
                          <a:srgbClr val="484848"/>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E7D09">
                        <a:alpha val="10196"/>
                      </a:srgbClr>
                    </a:solidFill>
                  </a:tcPr>
                </a:tc>
                <a:tc>
                  <a:txBody>
                    <a:bodyPr/>
                    <a:lstStyle/>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cs typeface="Poppins" pitchFamily="2" charset="77"/>
                        </a:rPr>
                        <a:t>Educate Customer and their integration team on APIs</a:t>
                      </a:r>
                      <a:endParaRPr lang="en-US" sz="1200">
                        <a:solidFill>
                          <a:srgbClr val="484848"/>
                        </a:solidFill>
                        <a:effectLst/>
                        <a:latin typeface="+mn-lt"/>
                        <a:ea typeface="Times New Roman" panose="02020603050405020304" pitchFamily="18" charset="0"/>
                        <a:cs typeface="Poppins" pitchFamily="2" charset="77"/>
                      </a:endParaRPr>
                    </a:p>
                  </a:txBody>
                  <a:tcPr marL="45720" marR="45720" marT="18288" marB="1828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latinLnBrk="0" hangingPunct="1">
                        <a:spcAft>
                          <a:spcPts val="100"/>
                        </a:spcAft>
                      </a:pPr>
                      <a:r>
                        <a:rPr lang="en-US" sz="1200" b="1" kern="1200">
                          <a:solidFill>
                            <a:srgbClr val="484848"/>
                          </a:solidFill>
                          <a:effectLst/>
                          <a:latin typeface="+mn-lt"/>
                          <a:ea typeface="+mn-ea"/>
                          <a:cs typeface="Poppins" pitchFamily="2" charset="77"/>
                        </a:rPr>
                        <a:t>Lead*</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a:solidFill>
                            <a:srgbClr val="484848"/>
                          </a:solidFill>
                          <a:effectLst/>
                          <a:latin typeface="+mn-lt"/>
                          <a:cs typeface="Poppins" pitchFamily="2" charset="77"/>
                        </a:rPr>
                        <a:t>Support</a:t>
                      </a:r>
                      <a:endParaRPr lang="en-US" sz="1200">
                        <a:solidFill>
                          <a:srgbClr val="484848"/>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42660312"/>
                  </a:ext>
                </a:extLst>
              </a:tr>
              <a:tr h="0">
                <a:tc vMerge="1">
                  <a:txBody>
                    <a:bodyPr/>
                    <a:lstStyle/>
                    <a:p>
                      <a:endParaRPr lang="en-US"/>
                    </a:p>
                  </a:txBody>
                  <a:tcPr/>
                </a:tc>
                <a:tc>
                  <a:txBody>
                    <a:bodyPr/>
                    <a:lstStyle/>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cs typeface="Poppins" pitchFamily="2" charset="77"/>
                        </a:rPr>
                        <a:t>Understand current system integration. </a:t>
                      </a:r>
                    </a:p>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cs typeface="Poppins" pitchFamily="2" charset="77"/>
                        </a:rPr>
                        <a:t>Define future-state integration architecture, data and data triggers </a:t>
                      </a:r>
                    </a:p>
                  </a:txBody>
                  <a:tcPr marL="45720" marR="45720" marT="18288" marB="1828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b="0">
                          <a:solidFill>
                            <a:srgbClr val="484848"/>
                          </a:solidFill>
                          <a:effectLst/>
                          <a:latin typeface="+mn-lt"/>
                          <a:ea typeface="Times New Roman" panose="02020603050405020304" pitchFamily="18" charset="0"/>
                          <a:cs typeface="Poppins" pitchFamily="2" charset="77"/>
                        </a:rPr>
                        <a:t>Support</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b="1">
                          <a:solidFill>
                            <a:srgbClr val="484848"/>
                          </a:solidFill>
                          <a:effectLst/>
                          <a:latin typeface="+mn-lt"/>
                          <a:cs typeface="Poppins" pitchFamily="2" charset="77"/>
                        </a:rPr>
                        <a:t>Lead</a:t>
                      </a:r>
                      <a:endParaRPr lang="en-US" sz="1200" b="1">
                        <a:solidFill>
                          <a:srgbClr val="484848"/>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56676788"/>
                  </a:ext>
                </a:extLst>
              </a:tr>
              <a:tr h="242347">
                <a:tc>
                  <a:txBody>
                    <a:bodyPr/>
                    <a:lstStyle/>
                    <a:p>
                      <a:pPr algn="l">
                        <a:spcAft>
                          <a:spcPts val="100"/>
                        </a:spcAft>
                      </a:pPr>
                      <a:r>
                        <a:rPr lang="en-US" sz="1200" b="0">
                          <a:solidFill>
                            <a:srgbClr val="484848"/>
                          </a:solidFill>
                          <a:effectLst/>
                          <a:latin typeface="+mn-lt"/>
                          <a:cs typeface="Poppins" pitchFamily="2" charset="77"/>
                        </a:rPr>
                        <a:t>Training and Deployment</a:t>
                      </a:r>
                      <a:endParaRPr lang="en-US" sz="1200" b="0">
                        <a:solidFill>
                          <a:srgbClr val="484848"/>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E7D09">
                        <a:alpha val="10196"/>
                      </a:srgbClr>
                    </a:solidFill>
                  </a:tcPr>
                </a:tc>
                <a:tc>
                  <a:txBody>
                    <a:bodyPr/>
                    <a:lstStyle/>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cs typeface="Poppins" pitchFamily="2" charset="77"/>
                        </a:rPr>
                        <a:t>Training, deployment and user go-live strategy</a:t>
                      </a:r>
                      <a:endParaRPr lang="en-US" sz="1200">
                        <a:solidFill>
                          <a:srgbClr val="484848"/>
                        </a:solidFill>
                        <a:effectLst/>
                        <a:latin typeface="+mn-lt"/>
                        <a:ea typeface="Times New Roman" panose="02020603050405020304" pitchFamily="18" charset="0"/>
                        <a:cs typeface="Poppins" pitchFamily="2" charset="77"/>
                      </a:endParaRPr>
                    </a:p>
                  </a:txBody>
                  <a:tcPr marL="45720" marR="45720" marT="18288" marB="1828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a:solidFill>
                            <a:srgbClr val="484848"/>
                          </a:solidFill>
                          <a:effectLst/>
                          <a:latin typeface="+mn-lt"/>
                          <a:cs typeface="Poppins" pitchFamily="2" charset="77"/>
                        </a:rPr>
                        <a:t>Support</a:t>
                      </a:r>
                      <a:endParaRPr lang="en-US" sz="1200">
                        <a:solidFill>
                          <a:srgbClr val="484848"/>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latinLnBrk="0" hangingPunct="1">
                        <a:spcAft>
                          <a:spcPts val="100"/>
                        </a:spcAft>
                      </a:pPr>
                      <a:r>
                        <a:rPr lang="en-US" sz="1200" b="1" kern="1200" dirty="0">
                          <a:solidFill>
                            <a:srgbClr val="484848"/>
                          </a:solidFill>
                          <a:effectLst/>
                          <a:latin typeface="+mn-lt"/>
                          <a:ea typeface="+mn-ea"/>
                          <a:cs typeface="Poppins" pitchFamily="2" charset="77"/>
                        </a:rPr>
                        <a:t>Lead</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282579631"/>
                  </a:ext>
                </a:extLst>
              </a:tr>
              <a:tr h="242347">
                <a:tc>
                  <a:txBody>
                    <a:bodyPr/>
                    <a:lstStyle/>
                    <a:p>
                      <a:pPr algn="l">
                        <a:spcAft>
                          <a:spcPts val="100"/>
                        </a:spcAft>
                      </a:pPr>
                      <a:r>
                        <a:rPr lang="en-US" sz="1200" b="0">
                          <a:solidFill>
                            <a:sysClr val="windowText" lastClr="000000"/>
                          </a:solidFill>
                          <a:effectLst/>
                          <a:latin typeface="+mn-lt"/>
                          <a:cs typeface="Poppins" pitchFamily="2" charset="77"/>
                        </a:rPr>
                        <a:t>Post-Implementation Support</a:t>
                      </a:r>
                      <a:endParaRPr lang="en-US" sz="1200" b="0">
                        <a:solidFill>
                          <a:sysClr val="windowText" lastClr="000000"/>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E7D09">
                        <a:alpha val="10196"/>
                      </a:srgbClr>
                    </a:solidFill>
                  </a:tcPr>
                </a:tc>
                <a:tc>
                  <a:txBody>
                    <a:bodyPr/>
                    <a:lstStyle/>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cs typeface="Poppins" pitchFamily="2" charset="77"/>
                        </a:rPr>
                        <a:t>Operating model post go-live</a:t>
                      </a:r>
                      <a:endParaRPr lang="en-US" sz="1200">
                        <a:solidFill>
                          <a:srgbClr val="484848"/>
                        </a:solidFill>
                        <a:effectLst/>
                        <a:latin typeface="+mn-lt"/>
                        <a:ea typeface="Times New Roman" panose="02020603050405020304" pitchFamily="18" charset="0"/>
                        <a:cs typeface="Poppins" pitchFamily="2" charset="77"/>
                      </a:endParaRPr>
                    </a:p>
                  </a:txBody>
                  <a:tcPr marL="45720" marR="45720" marT="18288" marB="1828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a:solidFill>
                            <a:srgbClr val="484848"/>
                          </a:solidFill>
                          <a:effectLst/>
                          <a:latin typeface="+mn-lt"/>
                          <a:cs typeface="Poppins" pitchFamily="2" charset="77"/>
                        </a:rPr>
                        <a:t>Support</a:t>
                      </a:r>
                      <a:endParaRPr lang="en-US" sz="1200">
                        <a:solidFill>
                          <a:srgbClr val="484848"/>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latinLnBrk="0" hangingPunct="1">
                        <a:spcAft>
                          <a:spcPts val="100"/>
                        </a:spcAft>
                      </a:pPr>
                      <a:r>
                        <a:rPr lang="en-US" sz="1200" b="1" kern="1200" dirty="0">
                          <a:solidFill>
                            <a:srgbClr val="484848"/>
                          </a:solidFill>
                          <a:effectLst/>
                          <a:latin typeface="+mn-lt"/>
                          <a:ea typeface="+mn-ea"/>
                          <a:cs typeface="Poppins" pitchFamily="2" charset="77"/>
                        </a:rPr>
                        <a:t>Lead</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97330614"/>
                  </a:ext>
                </a:extLst>
              </a:tr>
            </a:tbl>
          </a:graphicData>
        </a:graphic>
      </p:graphicFrame>
      <p:sp>
        <p:nvSpPr>
          <p:cNvPr id="3" name="Rectangle 2">
            <a:extLst>
              <a:ext uri="{FF2B5EF4-FFF2-40B4-BE49-F238E27FC236}">
                <a16:creationId xmlns:a16="http://schemas.microsoft.com/office/drawing/2014/main" id="{501B40B6-9A0E-ECF9-8930-4454CD51DD66}"/>
              </a:ext>
            </a:extLst>
          </p:cNvPr>
          <p:cNvSpPr/>
          <p:nvPr/>
        </p:nvSpPr>
        <p:spPr>
          <a:xfrm>
            <a:off x="179388" y="6538783"/>
            <a:ext cx="3082512" cy="276999"/>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E7D09"/>
                </a:solidFill>
                <a:effectLst/>
                <a:uLnTx/>
                <a:uFillTx/>
                <a:latin typeface="Calibri"/>
                <a:ea typeface="+mn-ea"/>
                <a:cs typeface="+mn-cs"/>
              </a:rPr>
              <a:t>*</a:t>
            </a:r>
            <a:r>
              <a:rPr kumimoji="0" lang="en-US" sz="1200" b="0" i="0" u="none" strike="noStrike" kern="1200" cap="none" spc="0" normalizeH="0" baseline="0" noProof="0">
                <a:ln>
                  <a:noFill/>
                </a:ln>
                <a:solidFill>
                  <a:srgbClr val="484848"/>
                </a:solidFill>
                <a:effectLst/>
                <a:uLnTx/>
                <a:uFillTx/>
                <a:latin typeface="Calibri"/>
                <a:ea typeface="+mn-ea"/>
                <a:cs typeface="+mn-cs"/>
              </a:rPr>
              <a:t> Scope drives the approach/recommendation</a:t>
            </a:r>
          </a:p>
        </p:txBody>
      </p:sp>
    </p:spTree>
    <p:extLst>
      <p:ext uri="{BB962C8B-B14F-4D97-AF65-F5344CB8AC3E}">
        <p14:creationId xmlns:p14="http://schemas.microsoft.com/office/powerpoint/2010/main" val="38691240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427D109-2AD1-3633-3C3C-9474F6659908}"/>
              </a:ext>
            </a:extLst>
          </p:cNvPr>
          <p:cNvSpPr>
            <a:spLocks noGrp="1"/>
          </p:cNvSpPr>
          <p:nvPr>
            <p:ph type="title"/>
          </p:nvPr>
        </p:nvSpPr>
        <p:spPr/>
        <p:txBody>
          <a:bodyPr/>
          <a:lstStyle/>
          <a:p>
            <a:r>
              <a:rPr lang="en-IN">
                <a:latin typeface="Calibri"/>
                <a:ea typeface="Calibri"/>
                <a:cs typeface="Calibri"/>
              </a:rPr>
              <a:t>Project Management Deliverables</a:t>
            </a:r>
          </a:p>
        </p:txBody>
      </p:sp>
      <p:sp>
        <p:nvSpPr>
          <p:cNvPr id="4" name="Freeform: Shape 3">
            <a:extLst>
              <a:ext uri="{FF2B5EF4-FFF2-40B4-BE49-F238E27FC236}">
                <a16:creationId xmlns:a16="http://schemas.microsoft.com/office/drawing/2014/main" id="{EF8833B0-A9CB-E463-19D7-1F16B0CF6F94}"/>
              </a:ext>
            </a:extLst>
          </p:cNvPr>
          <p:cNvSpPr/>
          <p:nvPr/>
        </p:nvSpPr>
        <p:spPr>
          <a:xfrm rot="16200000">
            <a:off x="976257" y="9018"/>
            <a:ext cx="1337835" cy="2777126"/>
          </a:xfrm>
          <a:custGeom>
            <a:avLst/>
            <a:gdLst>
              <a:gd name="connsiteX0" fmla="*/ 922172 w 1339022"/>
              <a:gd name="connsiteY0" fmla="*/ 2779589 h 2779588"/>
              <a:gd name="connsiteX1" fmla="*/ 329240 w 1339022"/>
              <a:gd name="connsiteY1" fmla="*/ 2779589 h 2779588"/>
              <a:gd name="connsiteX2" fmla="*/ 310587 w 1339022"/>
              <a:gd name="connsiteY2" fmla="*/ 2741908 h 2779588"/>
              <a:gd name="connsiteX3" fmla="*/ 0 w 1339022"/>
              <a:gd name="connsiteY3" fmla="*/ 1389813 h 2779588"/>
              <a:gd name="connsiteX4" fmla="*/ 310662 w 1339022"/>
              <a:gd name="connsiteY4" fmla="*/ 37643 h 2779588"/>
              <a:gd name="connsiteX5" fmla="*/ 329278 w 1339022"/>
              <a:gd name="connsiteY5" fmla="*/ 0 h 2779588"/>
              <a:gd name="connsiteX6" fmla="*/ 922210 w 1339022"/>
              <a:gd name="connsiteY6" fmla="*/ 0 h 2779588"/>
              <a:gd name="connsiteX7" fmla="*/ 1339022 w 1339022"/>
              <a:gd name="connsiteY7" fmla="*/ 416813 h 2779588"/>
              <a:gd name="connsiteX8" fmla="*/ 1339022 w 1339022"/>
              <a:gd name="connsiteY8" fmla="*/ 2362738 h 2779588"/>
              <a:gd name="connsiteX9" fmla="*/ 922210 w 1339022"/>
              <a:gd name="connsiteY9" fmla="*/ 2779589 h 277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39022" h="2779588">
                <a:moveTo>
                  <a:pt x="922172" y="2779589"/>
                </a:moveTo>
                <a:lnTo>
                  <a:pt x="329240" y="2779589"/>
                </a:lnTo>
                <a:cubicBezTo>
                  <a:pt x="322947" y="2767078"/>
                  <a:pt x="316692" y="2754531"/>
                  <a:pt x="310587" y="2741908"/>
                </a:cubicBezTo>
                <a:cubicBezTo>
                  <a:pt x="111619" y="2333485"/>
                  <a:pt x="0" y="1874684"/>
                  <a:pt x="0" y="1389813"/>
                </a:cubicBezTo>
                <a:cubicBezTo>
                  <a:pt x="0" y="904942"/>
                  <a:pt x="111619" y="446104"/>
                  <a:pt x="310662" y="37643"/>
                </a:cubicBezTo>
                <a:cubicBezTo>
                  <a:pt x="316767" y="25058"/>
                  <a:pt x="322985" y="12510"/>
                  <a:pt x="329278" y="0"/>
                </a:cubicBezTo>
                <a:lnTo>
                  <a:pt x="922210" y="0"/>
                </a:lnTo>
                <a:cubicBezTo>
                  <a:pt x="1152453" y="0"/>
                  <a:pt x="1339022" y="186607"/>
                  <a:pt x="1339022" y="416813"/>
                </a:cubicBezTo>
                <a:lnTo>
                  <a:pt x="1339022" y="2362738"/>
                </a:lnTo>
                <a:cubicBezTo>
                  <a:pt x="1339022" y="2592982"/>
                  <a:pt x="1152453" y="2779589"/>
                  <a:pt x="922210" y="2779589"/>
                </a:cubicBezTo>
                <a:close/>
              </a:path>
            </a:pathLst>
          </a:custGeom>
          <a:solidFill>
            <a:srgbClr val="0070C0"/>
          </a:solidFill>
          <a:ln w="3746" cap="flat">
            <a:noFill/>
            <a:prstDash val="solid"/>
            <a:miter/>
          </a:ln>
        </p:spPr>
        <p:txBody>
          <a:bodyPr rtlCol="0" anchor="ctr"/>
          <a:lstStyle/>
          <a:p>
            <a:endParaRPr lang="en-IN"/>
          </a:p>
        </p:txBody>
      </p:sp>
      <p:sp>
        <p:nvSpPr>
          <p:cNvPr id="5" name="Freeform: Shape 4">
            <a:extLst>
              <a:ext uri="{FF2B5EF4-FFF2-40B4-BE49-F238E27FC236}">
                <a16:creationId xmlns:a16="http://schemas.microsoft.com/office/drawing/2014/main" id="{11B067EC-9142-5452-4B5A-9A21BD0A1F38}"/>
              </a:ext>
            </a:extLst>
          </p:cNvPr>
          <p:cNvSpPr/>
          <p:nvPr/>
        </p:nvSpPr>
        <p:spPr>
          <a:xfrm rot="16200000">
            <a:off x="1102838" y="1394301"/>
            <a:ext cx="1084674" cy="1071244"/>
          </a:xfrm>
          <a:custGeom>
            <a:avLst/>
            <a:gdLst>
              <a:gd name="connsiteX0" fmla="*/ 640052 w 1264409"/>
              <a:gd name="connsiteY0" fmla="*/ 1248753 h 1248752"/>
              <a:gd name="connsiteX1" fmla="*/ 624358 w 1264409"/>
              <a:gd name="connsiteY1" fmla="*/ 1248753 h 1248752"/>
              <a:gd name="connsiteX2" fmla="*/ 0 w 1264409"/>
              <a:gd name="connsiteY2" fmla="*/ 624395 h 1248752"/>
              <a:gd name="connsiteX3" fmla="*/ 0 w 1264409"/>
              <a:gd name="connsiteY3" fmla="*/ 624395 h 1248752"/>
              <a:gd name="connsiteX4" fmla="*/ 624358 w 1264409"/>
              <a:gd name="connsiteY4" fmla="*/ 0 h 1248752"/>
              <a:gd name="connsiteX5" fmla="*/ 640052 w 1264409"/>
              <a:gd name="connsiteY5" fmla="*/ 0 h 1248752"/>
              <a:gd name="connsiteX6" fmla="*/ 1264410 w 1264409"/>
              <a:gd name="connsiteY6" fmla="*/ 624358 h 1248752"/>
              <a:gd name="connsiteX7" fmla="*/ 1264410 w 1264409"/>
              <a:gd name="connsiteY7" fmla="*/ 624358 h 1248752"/>
              <a:gd name="connsiteX8" fmla="*/ 640014 w 1264409"/>
              <a:gd name="connsiteY8" fmla="*/ 1248753 h 1248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64409" h="1248752">
                <a:moveTo>
                  <a:pt x="640052" y="1248753"/>
                </a:moveTo>
                <a:lnTo>
                  <a:pt x="624358" y="1248753"/>
                </a:lnTo>
                <a:cubicBezTo>
                  <a:pt x="279536" y="1248753"/>
                  <a:pt x="0" y="969217"/>
                  <a:pt x="0" y="624395"/>
                </a:cubicBezTo>
                <a:lnTo>
                  <a:pt x="0" y="624395"/>
                </a:lnTo>
                <a:cubicBezTo>
                  <a:pt x="0" y="279536"/>
                  <a:pt x="279536" y="0"/>
                  <a:pt x="624358" y="0"/>
                </a:cubicBezTo>
                <a:lnTo>
                  <a:pt x="640052" y="0"/>
                </a:lnTo>
                <a:cubicBezTo>
                  <a:pt x="984874" y="0"/>
                  <a:pt x="1264410" y="279536"/>
                  <a:pt x="1264410" y="624358"/>
                </a:cubicBezTo>
                <a:lnTo>
                  <a:pt x="1264410" y="624358"/>
                </a:lnTo>
                <a:cubicBezTo>
                  <a:pt x="1264410" y="969180"/>
                  <a:pt x="984874" y="1248753"/>
                  <a:pt x="640014" y="1248753"/>
                </a:cubicBezTo>
                <a:close/>
              </a:path>
            </a:pathLst>
          </a:custGeom>
          <a:solidFill>
            <a:schemeClr val="bg1"/>
          </a:solidFill>
          <a:ln w="3746" cap="flat">
            <a:solidFill>
              <a:srgbClr val="0070C0"/>
            </a:solidFill>
            <a:prstDash val="solid"/>
            <a:miter/>
          </a:ln>
        </p:spPr>
        <p:txBody>
          <a:bodyPr rtlCol="0" anchor="ctr"/>
          <a:lstStyle/>
          <a:p>
            <a:endParaRPr lang="en-IN"/>
          </a:p>
        </p:txBody>
      </p:sp>
      <p:sp>
        <p:nvSpPr>
          <p:cNvPr id="6" name="Freeform: Shape 5">
            <a:extLst>
              <a:ext uri="{FF2B5EF4-FFF2-40B4-BE49-F238E27FC236}">
                <a16:creationId xmlns:a16="http://schemas.microsoft.com/office/drawing/2014/main" id="{5F382C09-A133-4A8D-FACE-BC26134339F7}"/>
              </a:ext>
            </a:extLst>
          </p:cNvPr>
          <p:cNvSpPr/>
          <p:nvPr/>
        </p:nvSpPr>
        <p:spPr>
          <a:xfrm rot="16200000">
            <a:off x="244786" y="2093930"/>
            <a:ext cx="27392" cy="3742"/>
          </a:xfrm>
          <a:custGeom>
            <a:avLst/>
            <a:gdLst>
              <a:gd name="connsiteX0" fmla="*/ 27418 w 27417"/>
              <a:gd name="connsiteY0" fmla="*/ 0 h 3745"/>
              <a:gd name="connsiteX1" fmla="*/ 0 w 27417"/>
              <a:gd name="connsiteY1" fmla="*/ 0 h 3745"/>
            </a:gdLst>
            <a:ahLst/>
            <a:cxnLst>
              <a:cxn ang="0">
                <a:pos x="connsiteX0" y="connsiteY0"/>
              </a:cxn>
              <a:cxn ang="0">
                <a:pos x="connsiteX1" y="connsiteY1"/>
              </a:cxn>
            </a:cxnLst>
            <a:rect l="l" t="t" r="r" b="b"/>
            <a:pathLst>
              <a:path w="27417" h="3745">
                <a:moveTo>
                  <a:pt x="27418" y="0"/>
                </a:moveTo>
                <a:lnTo>
                  <a:pt x="0" y="0"/>
                </a:lnTo>
              </a:path>
            </a:pathLst>
          </a:custGeom>
          <a:ln w="22848" cap="rnd">
            <a:solidFill>
              <a:srgbClr val="0070C0"/>
            </a:solidFill>
            <a:prstDash val="solid"/>
            <a:round/>
          </a:ln>
        </p:spPr>
        <p:txBody>
          <a:bodyPr rtlCol="0" anchor="ctr"/>
          <a:lstStyle/>
          <a:p>
            <a:endParaRPr lang="en-IN"/>
          </a:p>
        </p:txBody>
      </p:sp>
      <p:sp>
        <p:nvSpPr>
          <p:cNvPr id="7" name="Freeform: Shape 6">
            <a:extLst>
              <a:ext uri="{FF2B5EF4-FFF2-40B4-BE49-F238E27FC236}">
                <a16:creationId xmlns:a16="http://schemas.microsoft.com/office/drawing/2014/main" id="{630603BA-6525-67AE-971A-77D0706299BD}"/>
              </a:ext>
            </a:extLst>
          </p:cNvPr>
          <p:cNvSpPr/>
          <p:nvPr/>
        </p:nvSpPr>
        <p:spPr>
          <a:xfrm rot="16200000">
            <a:off x="-442188" y="2863271"/>
            <a:ext cx="4174688" cy="2777089"/>
          </a:xfrm>
          <a:custGeom>
            <a:avLst/>
            <a:gdLst>
              <a:gd name="connsiteX0" fmla="*/ 4178391 w 4178391"/>
              <a:gd name="connsiteY0" fmla="*/ 0 h 2779551"/>
              <a:gd name="connsiteX1" fmla="*/ 386586 w 4178391"/>
              <a:gd name="connsiteY1" fmla="*/ 0 h 2779551"/>
              <a:gd name="connsiteX2" fmla="*/ 0 w 4178391"/>
              <a:gd name="connsiteY2" fmla="*/ 386586 h 2779551"/>
              <a:gd name="connsiteX3" fmla="*/ 0 w 4178391"/>
              <a:gd name="connsiteY3" fmla="*/ 2392966 h 2779551"/>
              <a:gd name="connsiteX4" fmla="*/ 386586 w 4178391"/>
              <a:gd name="connsiteY4" fmla="*/ 2779551 h 2779551"/>
              <a:gd name="connsiteX5" fmla="*/ 3909868 w 4178391"/>
              <a:gd name="connsiteY5" fmla="*/ 2779551 h 2779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8391" h="2779551">
                <a:moveTo>
                  <a:pt x="4178391" y="0"/>
                </a:moveTo>
                <a:lnTo>
                  <a:pt x="386586" y="0"/>
                </a:lnTo>
                <a:cubicBezTo>
                  <a:pt x="173085" y="0"/>
                  <a:pt x="0" y="173085"/>
                  <a:pt x="0" y="386586"/>
                </a:cubicBezTo>
                <a:lnTo>
                  <a:pt x="0" y="2392966"/>
                </a:lnTo>
                <a:cubicBezTo>
                  <a:pt x="0" y="2606466"/>
                  <a:pt x="173085" y="2779551"/>
                  <a:pt x="386586" y="2779551"/>
                </a:cubicBezTo>
                <a:lnTo>
                  <a:pt x="3909868" y="2779551"/>
                </a:lnTo>
              </a:path>
            </a:pathLst>
          </a:custGeom>
          <a:noFill/>
          <a:ln w="9525" cap="rnd">
            <a:solidFill>
              <a:srgbClr val="0070C0"/>
            </a:solidFill>
            <a:prstDash val="dash"/>
            <a:round/>
          </a:ln>
        </p:spPr>
        <p:txBody>
          <a:bodyPr rtlCol="0" anchor="ctr"/>
          <a:lstStyle/>
          <a:p>
            <a:endParaRPr lang="en-IN"/>
          </a:p>
        </p:txBody>
      </p:sp>
      <p:sp>
        <p:nvSpPr>
          <p:cNvPr id="8" name="Freeform: Shape 7">
            <a:extLst>
              <a:ext uri="{FF2B5EF4-FFF2-40B4-BE49-F238E27FC236}">
                <a16:creationId xmlns:a16="http://schemas.microsoft.com/office/drawing/2014/main" id="{B29035CD-1D98-25BE-87F5-6B6664992A28}"/>
              </a:ext>
            </a:extLst>
          </p:cNvPr>
          <p:cNvSpPr/>
          <p:nvPr/>
        </p:nvSpPr>
        <p:spPr>
          <a:xfrm rot="16200000">
            <a:off x="3021913" y="2389721"/>
            <a:ext cx="27392" cy="3742"/>
          </a:xfrm>
          <a:custGeom>
            <a:avLst/>
            <a:gdLst>
              <a:gd name="connsiteX0" fmla="*/ 0 w 27417"/>
              <a:gd name="connsiteY0" fmla="*/ 0 h 3745"/>
              <a:gd name="connsiteX1" fmla="*/ 27418 w 27417"/>
              <a:gd name="connsiteY1" fmla="*/ 0 h 3745"/>
            </a:gdLst>
            <a:ahLst/>
            <a:cxnLst>
              <a:cxn ang="0">
                <a:pos x="connsiteX0" y="connsiteY0"/>
              </a:cxn>
              <a:cxn ang="0">
                <a:pos x="connsiteX1" y="connsiteY1"/>
              </a:cxn>
            </a:cxnLst>
            <a:rect l="l" t="t" r="r" b="b"/>
            <a:pathLst>
              <a:path w="27417" h="3745">
                <a:moveTo>
                  <a:pt x="0" y="0"/>
                </a:moveTo>
                <a:lnTo>
                  <a:pt x="27418" y="0"/>
                </a:lnTo>
              </a:path>
            </a:pathLst>
          </a:custGeom>
          <a:ln w="22848" cap="rnd">
            <a:solidFill>
              <a:srgbClr val="0070C0"/>
            </a:solidFill>
            <a:prstDash val="solid"/>
            <a:round/>
          </a:ln>
        </p:spPr>
        <p:txBody>
          <a:bodyPr rtlCol="0" anchor="ctr"/>
          <a:lstStyle/>
          <a:p>
            <a:endParaRPr lang="en-IN"/>
          </a:p>
        </p:txBody>
      </p:sp>
      <p:sp>
        <p:nvSpPr>
          <p:cNvPr id="9" name="Freeform: Shape 8">
            <a:extLst>
              <a:ext uri="{FF2B5EF4-FFF2-40B4-BE49-F238E27FC236}">
                <a16:creationId xmlns:a16="http://schemas.microsoft.com/office/drawing/2014/main" id="{F9A8B33B-91D1-3E2C-E8F7-8718E58468CE}"/>
              </a:ext>
            </a:extLst>
          </p:cNvPr>
          <p:cNvSpPr/>
          <p:nvPr/>
        </p:nvSpPr>
        <p:spPr>
          <a:xfrm rot="16200000">
            <a:off x="2986771" y="1870364"/>
            <a:ext cx="93894" cy="158486"/>
          </a:xfrm>
          <a:custGeom>
            <a:avLst/>
            <a:gdLst>
              <a:gd name="connsiteX0" fmla="*/ 0 w 93977"/>
              <a:gd name="connsiteY0" fmla="*/ 0 h 158626"/>
              <a:gd name="connsiteX1" fmla="*/ 93978 w 93977"/>
              <a:gd name="connsiteY1" fmla="*/ 79332 h 158626"/>
              <a:gd name="connsiteX2" fmla="*/ 0 w 93977"/>
              <a:gd name="connsiteY2" fmla="*/ 158627 h 158626"/>
            </a:gdLst>
            <a:ahLst/>
            <a:cxnLst>
              <a:cxn ang="0">
                <a:pos x="connsiteX0" y="connsiteY0"/>
              </a:cxn>
              <a:cxn ang="0">
                <a:pos x="connsiteX1" y="connsiteY1"/>
              </a:cxn>
              <a:cxn ang="0">
                <a:pos x="connsiteX2" y="connsiteY2"/>
              </a:cxn>
            </a:cxnLst>
            <a:rect l="l" t="t" r="r" b="b"/>
            <a:pathLst>
              <a:path w="93977" h="158626">
                <a:moveTo>
                  <a:pt x="0" y="0"/>
                </a:moveTo>
                <a:lnTo>
                  <a:pt x="93978" y="79332"/>
                </a:lnTo>
                <a:lnTo>
                  <a:pt x="0" y="158627"/>
                </a:lnTo>
              </a:path>
            </a:pathLst>
          </a:custGeom>
          <a:noFill/>
          <a:ln w="27830" cap="rnd">
            <a:solidFill>
              <a:srgbClr val="0070C0"/>
            </a:solidFill>
            <a:prstDash val="solid"/>
            <a:round/>
          </a:ln>
        </p:spPr>
        <p:txBody>
          <a:bodyPr rtlCol="0" anchor="ctr"/>
          <a:lstStyle/>
          <a:p>
            <a:endParaRPr lang="en-IN"/>
          </a:p>
        </p:txBody>
      </p:sp>
      <p:sp>
        <p:nvSpPr>
          <p:cNvPr id="10" name="Freeform: Shape 9">
            <a:extLst>
              <a:ext uri="{FF2B5EF4-FFF2-40B4-BE49-F238E27FC236}">
                <a16:creationId xmlns:a16="http://schemas.microsoft.com/office/drawing/2014/main" id="{3573BFC9-0F4D-95F3-B891-1111A79E79F8}"/>
              </a:ext>
            </a:extLst>
          </p:cNvPr>
          <p:cNvSpPr/>
          <p:nvPr/>
        </p:nvSpPr>
        <p:spPr>
          <a:xfrm rot="16200000">
            <a:off x="2986771" y="2003515"/>
            <a:ext cx="93894" cy="158486"/>
          </a:xfrm>
          <a:custGeom>
            <a:avLst/>
            <a:gdLst>
              <a:gd name="connsiteX0" fmla="*/ 0 w 93977"/>
              <a:gd name="connsiteY0" fmla="*/ 0 h 158626"/>
              <a:gd name="connsiteX1" fmla="*/ 93978 w 93977"/>
              <a:gd name="connsiteY1" fmla="*/ 79332 h 158626"/>
              <a:gd name="connsiteX2" fmla="*/ 0 w 93977"/>
              <a:gd name="connsiteY2" fmla="*/ 158627 h 158626"/>
            </a:gdLst>
            <a:ahLst/>
            <a:cxnLst>
              <a:cxn ang="0">
                <a:pos x="connsiteX0" y="connsiteY0"/>
              </a:cxn>
              <a:cxn ang="0">
                <a:pos x="connsiteX1" y="connsiteY1"/>
              </a:cxn>
              <a:cxn ang="0">
                <a:pos x="connsiteX2" y="connsiteY2"/>
              </a:cxn>
            </a:cxnLst>
            <a:rect l="l" t="t" r="r" b="b"/>
            <a:pathLst>
              <a:path w="93977" h="158626">
                <a:moveTo>
                  <a:pt x="0" y="0"/>
                </a:moveTo>
                <a:lnTo>
                  <a:pt x="93978" y="79332"/>
                </a:lnTo>
                <a:lnTo>
                  <a:pt x="0" y="158627"/>
                </a:lnTo>
              </a:path>
            </a:pathLst>
          </a:custGeom>
          <a:noFill/>
          <a:ln w="27830" cap="rnd">
            <a:solidFill>
              <a:srgbClr val="0070C0"/>
            </a:solidFill>
            <a:prstDash val="solid"/>
            <a:round/>
          </a:ln>
        </p:spPr>
        <p:txBody>
          <a:bodyPr rtlCol="0" anchor="ctr"/>
          <a:lstStyle/>
          <a:p>
            <a:endParaRPr lang="en-IN"/>
          </a:p>
        </p:txBody>
      </p:sp>
      <p:sp>
        <p:nvSpPr>
          <p:cNvPr id="11" name="Freeform: Shape 10">
            <a:extLst>
              <a:ext uri="{FF2B5EF4-FFF2-40B4-BE49-F238E27FC236}">
                <a16:creationId xmlns:a16="http://schemas.microsoft.com/office/drawing/2014/main" id="{45BDA4D8-A7D3-9AEF-3821-40F9228040DB}"/>
              </a:ext>
            </a:extLst>
          </p:cNvPr>
          <p:cNvSpPr/>
          <p:nvPr/>
        </p:nvSpPr>
        <p:spPr>
          <a:xfrm rot="16200000">
            <a:off x="2986771" y="2136665"/>
            <a:ext cx="93894" cy="158486"/>
          </a:xfrm>
          <a:custGeom>
            <a:avLst/>
            <a:gdLst>
              <a:gd name="connsiteX0" fmla="*/ 0 w 93977"/>
              <a:gd name="connsiteY0" fmla="*/ 0 h 158626"/>
              <a:gd name="connsiteX1" fmla="*/ 93978 w 93977"/>
              <a:gd name="connsiteY1" fmla="*/ 79332 h 158626"/>
              <a:gd name="connsiteX2" fmla="*/ 0 w 93977"/>
              <a:gd name="connsiteY2" fmla="*/ 158627 h 158626"/>
            </a:gdLst>
            <a:ahLst/>
            <a:cxnLst>
              <a:cxn ang="0">
                <a:pos x="connsiteX0" y="connsiteY0"/>
              </a:cxn>
              <a:cxn ang="0">
                <a:pos x="connsiteX1" y="connsiteY1"/>
              </a:cxn>
              <a:cxn ang="0">
                <a:pos x="connsiteX2" y="connsiteY2"/>
              </a:cxn>
            </a:cxnLst>
            <a:rect l="l" t="t" r="r" b="b"/>
            <a:pathLst>
              <a:path w="93977" h="158626">
                <a:moveTo>
                  <a:pt x="0" y="0"/>
                </a:moveTo>
                <a:lnTo>
                  <a:pt x="93978" y="79332"/>
                </a:lnTo>
                <a:lnTo>
                  <a:pt x="0" y="158627"/>
                </a:lnTo>
              </a:path>
            </a:pathLst>
          </a:custGeom>
          <a:noFill/>
          <a:ln w="27830" cap="rnd">
            <a:solidFill>
              <a:srgbClr val="0070C0"/>
            </a:solidFill>
            <a:prstDash val="solid"/>
            <a:round/>
          </a:ln>
        </p:spPr>
        <p:txBody>
          <a:bodyPr rtlCol="0" anchor="ctr"/>
          <a:lstStyle/>
          <a:p>
            <a:endParaRPr lang="en-IN"/>
          </a:p>
        </p:txBody>
      </p:sp>
      <p:sp>
        <p:nvSpPr>
          <p:cNvPr id="12" name="Freeform: Shape 11">
            <a:extLst>
              <a:ext uri="{FF2B5EF4-FFF2-40B4-BE49-F238E27FC236}">
                <a16:creationId xmlns:a16="http://schemas.microsoft.com/office/drawing/2014/main" id="{169FEC0C-F7D0-C3BA-EBE1-A8FA69B687FC}"/>
              </a:ext>
            </a:extLst>
          </p:cNvPr>
          <p:cNvSpPr/>
          <p:nvPr/>
        </p:nvSpPr>
        <p:spPr>
          <a:xfrm rot="16200000">
            <a:off x="179221" y="1857829"/>
            <a:ext cx="154780" cy="154780"/>
          </a:xfrm>
          <a:custGeom>
            <a:avLst/>
            <a:gdLst>
              <a:gd name="connsiteX0" fmla="*/ 154919 w 154918"/>
              <a:gd name="connsiteY0" fmla="*/ 77459 h 154918"/>
              <a:gd name="connsiteX1" fmla="*/ 77459 w 154918"/>
              <a:gd name="connsiteY1" fmla="*/ 154919 h 154918"/>
              <a:gd name="connsiteX2" fmla="*/ 0 w 154918"/>
              <a:gd name="connsiteY2" fmla="*/ 77459 h 154918"/>
              <a:gd name="connsiteX3" fmla="*/ 77459 w 154918"/>
              <a:gd name="connsiteY3" fmla="*/ 0 h 154918"/>
              <a:gd name="connsiteX4" fmla="*/ 154919 w 154918"/>
              <a:gd name="connsiteY4" fmla="*/ 77459 h 154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918" h="154918">
                <a:moveTo>
                  <a:pt x="154919" y="77459"/>
                </a:moveTo>
                <a:cubicBezTo>
                  <a:pt x="154919" y="120239"/>
                  <a:pt x="120239" y="154919"/>
                  <a:pt x="77459" y="154919"/>
                </a:cubicBezTo>
                <a:cubicBezTo>
                  <a:pt x="34680" y="154919"/>
                  <a:pt x="0" y="120239"/>
                  <a:pt x="0" y="77459"/>
                </a:cubicBezTo>
                <a:cubicBezTo>
                  <a:pt x="0" y="34680"/>
                  <a:pt x="34680" y="0"/>
                  <a:pt x="77459" y="0"/>
                </a:cubicBezTo>
                <a:cubicBezTo>
                  <a:pt x="120239" y="0"/>
                  <a:pt x="154919" y="34680"/>
                  <a:pt x="154919" y="77459"/>
                </a:cubicBezTo>
                <a:close/>
              </a:path>
            </a:pathLst>
          </a:custGeom>
          <a:solidFill>
            <a:srgbClr val="0070C0"/>
          </a:solidFill>
          <a:ln w="3746"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E0CA6427-4BED-6D65-46EE-B854176FDDA9}"/>
              </a:ext>
            </a:extLst>
          </p:cNvPr>
          <p:cNvSpPr/>
          <p:nvPr/>
        </p:nvSpPr>
        <p:spPr>
          <a:xfrm rot="16200000">
            <a:off x="3917066" y="9018"/>
            <a:ext cx="1337835" cy="2777126"/>
          </a:xfrm>
          <a:custGeom>
            <a:avLst/>
            <a:gdLst>
              <a:gd name="connsiteX0" fmla="*/ 922172 w 1339022"/>
              <a:gd name="connsiteY0" fmla="*/ 2779589 h 2779588"/>
              <a:gd name="connsiteX1" fmla="*/ 329240 w 1339022"/>
              <a:gd name="connsiteY1" fmla="*/ 2779589 h 2779588"/>
              <a:gd name="connsiteX2" fmla="*/ 310587 w 1339022"/>
              <a:gd name="connsiteY2" fmla="*/ 2741908 h 2779588"/>
              <a:gd name="connsiteX3" fmla="*/ 0 w 1339022"/>
              <a:gd name="connsiteY3" fmla="*/ 1389813 h 2779588"/>
              <a:gd name="connsiteX4" fmla="*/ 310662 w 1339022"/>
              <a:gd name="connsiteY4" fmla="*/ 37643 h 2779588"/>
              <a:gd name="connsiteX5" fmla="*/ 329278 w 1339022"/>
              <a:gd name="connsiteY5" fmla="*/ 0 h 2779588"/>
              <a:gd name="connsiteX6" fmla="*/ 922210 w 1339022"/>
              <a:gd name="connsiteY6" fmla="*/ 0 h 2779588"/>
              <a:gd name="connsiteX7" fmla="*/ 1339022 w 1339022"/>
              <a:gd name="connsiteY7" fmla="*/ 416813 h 2779588"/>
              <a:gd name="connsiteX8" fmla="*/ 1339022 w 1339022"/>
              <a:gd name="connsiteY8" fmla="*/ 2362738 h 2779588"/>
              <a:gd name="connsiteX9" fmla="*/ 922210 w 1339022"/>
              <a:gd name="connsiteY9" fmla="*/ 2779589 h 277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39022" h="2779588">
                <a:moveTo>
                  <a:pt x="922172" y="2779589"/>
                </a:moveTo>
                <a:lnTo>
                  <a:pt x="329240" y="2779589"/>
                </a:lnTo>
                <a:cubicBezTo>
                  <a:pt x="322947" y="2767078"/>
                  <a:pt x="316692" y="2754531"/>
                  <a:pt x="310587" y="2741908"/>
                </a:cubicBezTo>
                <a:cubicBezTo>
                  <a:pt x="111619" y="2333485"/>
                  <a:pt x="0" y="1874684"/>
                  <a:pt x="0" y="1389813"/>
                </a:cubicBezTo>
                <a:cubicBezTo>
                  <a:pt x="0" y="904942"/>
                  <a:pt x="111619" y="446104"/>
                  <a:pt x="310662" y="37643"/>
                </a:cubicBezTo>
                <a:cubicBezTo>
                  <a:pt x="316767" y="25058"/>
                  <a:pt x="322985" y="12510"/>
                  <a:pt x="329278" y="0"/>
                </a:cubicBezTo>
                <a:lnTo>
                  <a:pt x="922210" y="0"/>
                </a:lnTo>
                <a:cubicBezTo>
                  <a:pt x="1152453" y="0"/>
                  <a:pt x="1339022" y="186607"/>
                  <a:pt x="1339022" y="416813"/>
                </a:cubicBezTo>
                <a:lnTo>
                  <a:pt x="1339022" y="2362738"/>
                </a:lnTo>
                <a:cubicBezTo>
                  <a:pt x="1339022" y="2592982"/>
                  <a:pt x="1152453" y="2779589"/>
                  <a:pt x="922210" y="2779589"/>
                </a:cubicBezTo>
                <a:close/>
              </a:path>
            </a:pathLst>
          </a:custGeom>
          <a:solidFill>
            <a:srgbClr val="484848"/>
          </a:solidFill>
          <a:ln w="3746"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902A3C2E-78DF-6DD2-D84D-C381DA42F68C}"/>
              </a:ext>
            </a:extLst>
          </p:cNvPr>
          <p:cNvSpPr/>
          <p:nvPr/>
        </p:nvSpPr>
        <p:spPr>
          <a:xfrm rot="16200000">
            <a:off x="3185595" y="2093930"/>
            <a:ext cx="27392" cy="3742"/>
          </a:xfrm>
          <a:custGeom>
            <a:avLst/>
            <a:gdLst>
              <a:gd name="connsiteX0" fmla="*/ 27418 w 27417"/>
              <a:gd name="connsiteY0" fmla="*/ 0 h 3745"/>
              <a:gd name="connsiteX1" fmla="*/ 0 w 27417"/>
              <a:gd name="connsiteY1" fmla="*/ 0 h 3745"/>
            </a:gdLst>
            <a:ahLst/>
            <a:cxnLst>
              <a:cxn ang="0">
                <a:pos x="connsiteX0" y="connsiteY0"/>
              </a:cxn>
              <a:cxn ang="0">
                <a:pos x="connsiteX1" y="connsiteY1"/>
              </a:cxn>
            </a:cxnLst>
            <a:rect l="l" t="t" r="r" b="b"/>
            <a:pathLst>
              <a:path w="27417" h="3745">
                <a:moveTo>
                  <a:pt x="27418" y="0"/>
                </a:moveTo>
                <a:lnTo>
                  <a:pt x="0" y="0"/>
                </a:lnTo>
              </a:path>
            </a:pathLst>
          </a:custGeom>
          <a:ln w="22848" cap="rnd">
            <a:solidFill>
              <a:srgbClr val="484848"/>
            </a:solidFill>
            <a:prstDash val="solid"/>
            <a:round/>
          </a:ln>
        </p:spPr>
        <p:txBody>
          <a:bodyPr rtlCol="0" anchor="ctr"/>
          <a:lstStyle/>
          <a:p>
            <a:endParaRPr lang="en-IN"/>
          </a:p>
        </p:txBody>
      </p:sp>
      <p:sp>
        <p:nvSpPr>
          <p:cNvPr id="17" name="Freeform: Shape 16">
            <a:extLst>
              <a:ext uri="{FF2B5EF4-FFF2-40B4-BE49-F238E27FC236}">
                <a16:creationId xmlns:a16="http://schemas.microsoft.com/office/drawing/2014/main" id="{FAFCB6E3-43F9-83EA-FCF2-9CA5890BE5A7}"/>
              </a:ext>
            </a:extLst>
          </p:cNvPr>
          <p:cNvSpPr/>
          <p:nvPr/>
        </p:nvSpPr>
        <p:spPr>
          <a:xfrm rot="16200000">
            <a:off x="2498621" y="2863271"/>
            <a:ext cx="4174688" cy="2777089"/>
          </a:xfrm>
          <a:custGeom>
            <a:avLst/>
            <a:gdLst>
              <a:gd name="connsiteX0" fmla="*/ 4178391 w 4178391"/>
              <a:gd name="connsiteY0" fmla="*/ 0 h 2779551"/>
              <a:gd name="connsiteX1" fmla="*/ 386586 w 4178391"/>
              <a:gd name="connsiteY1" fmla="*/ 0 h 2779551"/>
              <a:gd name="connsiteX2" fmla="*/ 0 w 4178391"/>
              <a:gd name="connsiteY2" fmla="*/ 386586 h 2779551"/>
              <a:gd name="connsiteX3" fmla="*/ 0 w 4178391"/>
              <a:gd name="connsiteY3" fmla="*/ 2392966 h 2779551"/>
              <a:gd name="connsiteX4" fmla="*/ 386586 w 4178391"/>
              <a:gd name="connsiteY4" fmla="*/ 2779551 h 2779551"/>
              <a:gd name="connsiteX5" fmla="*/ 3909868 w 4178391"/>
              <a:gd name="connsiteY5" fmla="*/ 2779551 h 2779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8391" h="2779551">
                <a:moveTo>
                  <a:pt x="4178391" y="0"/>
                </a:moveTo>
                <a:lnTo>
                  <a:pt x="386586" y="0"/>
                </a:lnTo>
                <a:cubicBezTo>
                  <a:pt x="173085" y="0"/>
                  <a:pt x="0" y="173085"/>
                  <a:pt x="0" y="386586"/>
                </a:cubicBezTo>
                <a:lnTo>
                  <a:pt x="0" y="2392966"/>
                </a:lnTo>
                <a:cubicBezTo>
                  <a:pt x="0" y="2606466"/>
                  <a:pt x="173085" y="2779551"/>
                  <a:pt x="386586" y="2779551"/>
                </a:cubicBezTo>
                <a:lnTo>
                  <a:pt x="3909868" y="2779551"/>
                </a:lnTo>
              </a:path>
            </a:pathLst>
          </a:custGeom>
          <a:noFill/>
          <a:ln w="9525" cap="rnd">
            <a:solidFill>
              <a:srgbClr val="484848"/>
            </a:solidFill>
            <a:prstDash val="dash"/>
            <a:round/>
          </a:ln>
        </p:spPr>
        <p:txBody>
          <a:bodyPr rtlCol="0" anchor="ctr"/>
          <a:lstStyle/>
          <a:p>
            <a:endParaRPr lang="en-IN"/>
          </a:p>
        </p:txBody>
      </p:sp>
      <p:sp>
        <p:nvSpPr>
          <p:cNvPr id="67" name="Freeform: Shape 66">
            <a:extLst>
              <a:ext uri="{FF2B5EF4-FFF2-40B4-BE49-F238E27FC236}">
                <a16:creationId xmlns:a16="http://schemas.microsoft.com/office/drawing/2014/main" id="{4023ACA0-4418-4F80-E134-EC689FE11C5B}"/>
              </a:ext>
            </a:extLst>
          </p:cNvPr>
          <p:cNvSpPr/>
          <p:nvPr/>
        </p:nvSpPr>
        <p:spPr>
          <a:xfrm rot="16200000">
            <a:off x="5962722" y="2389721"/>
            <a:ext cx="27392" cy="3742"/>
          </a:xfrm>
          <a:custGeom>
            <a:avLst/>
            <a:gdLst>
              <a:gd name="connsiteX0" fmla="*/ 0 w 27417"/>
              <a:gd name="connsiteY0" fmla="*/ 0 h 3745"/>
              <a:gd name="connsiteX1" fmla="*/ 27418 w 27417"/>
              <a:gd name="connsiteY1" fmla="*/ 0 h 3745"/>
            </a:gdLst>
            <a:ahLst/>
            <a:cxnLst>
              <a:cxn ang="0">
                <a:pos x="connsiteX0" y="connsiteY0"/>
              </a:cxn>
              <a:cxn ang="0">
                <a:pos x="connsiteX1" y="connsiteY1"/>
              </a:cxn>
            </a:cxnLst>
            <a:rect l="l" t="t" r="r" b="b"/>
            <a:pathLst>
              <a:path w="27417" h="3745">
                <a:moveTo>
                  <a:pt x="0" y="0"/>
                </a:moveTo>
                <a:lnTo>
                  <a:pt x="27418" y="0"/>
                </a:lnTo>
              </a:path>
            </a:pathLst>
          </a:custGeom>
          <a:ln w="22848" cap="rnd">
            <a:solidFill>
              <a:srgbClr val="333333"/>
            </a:solidFill>
            <a:prstDash val="solid"/>
            <a:round/>
          </a:ln>
        </p:spPr>
        <p:txBody>
          <a:bodyPr rtlCol="0" anchor="ctr"/>
          <a:lstStyle/>
          <a:p>
            <a:endParaRPr lang="en-IN"/>
          </a:p>
        </p:txBody>
      </p:sp>
      <p:sp>
        <p:nvSpPr>
          <p:cNvPr id="68" name="Freeform: Shape 67">
            <a:extLst>
              <a:ext uri="{FF2B5EF4-FFF2-40B4-BE49-F238E27FC236}">
                <a16:creationId xmlns:a16="http://schemas.microsoft.com/office/drawing/2014/main" id="{747CADB6-2482-D03A-1C76-1DF2D98638DD}"/>
              </a:ext>
            </a:extLst>
          </p:cNvPr>
          <p:cNvSpPr/>
          <p:nvPr/>
        </p:nvSpPr>
        <p:spPr>
          <a:xfrm rot="16200000">
            <a:off x="5927580" y="1870364"/>
            <a:ext cx="93894" cy="158486"/>
          </a:xfrm>
          <a:custGeom>
            <a:avLst/>
            <a:gdLst>
              <a:gd name="connsiteX0" fmla="*/ 0 w 93977"/>
              <a:gd name="connsiteY0" fmla="*/ 0 h 158626"/>
              <a:gd name="connsiteX1" fmla="*/ 93978 w 93977"/>
              <a:gd name="connsiteY1" fmla="*/ 79332 h 158626"/>
              <a:gd name="connsiteX2" fmla="*/ 0 w 93977"/>
              <a:gd name="connsiteY2" fmla="*/ 158627 h 158626"/>
            </a:gdLst>
            <a:ahLst/>
            <a:cxnLst>
              <a:cxn ang="0">
                <a:pos x="connsiteX0" y="connsiteY0"/>
              </a:cxn>
              <a:cxn ang="0">
                <a:pos x="connsiteX1" y="connsiteY1"/>
              </a:cxn>
              <a:cxn ang="0">
                <a:pos x="connsiteX2" y="connsiteY2"/>
              </a:cxn>
            </a:cxnLst>
            <a:rect l="l" t="t" r="r" b="b"/>
            <a:pathLst>
              <a:path w="93977" h="158626">
                <a:moveTo>
                  <a:pt x="0" y="0"/>
                </a:moveTo>
                <a:lnTo>
                  <a:pt x="93978" y="79332"/>
                </a:lnTo>
                <a:lnTo>
                  <a:pt x="0" y="158627"/>
                </a:lnTo>
              </a:path>
            </a:pathLst>
          </a:custGeom>
          <a:noFill/>
          <a:ln w="27830" cap="rnd">
            <a:solidFill>
              <a:srgbClr val="484848"/>
            </a:solidFill>
            <a:prstDash val="solid"/>
            <a:round/>
          </a:ln>
        </p:spPr>
        <p:txBody>
          <a:bodyPr rtlCol="0" anchor="ctr"/>
          <a:lstStyle/>
          <a:p>
            <a:endParaRPr lang="en-IN"/>
          </a:p>
        </p:txBody>
      </p:sp>
      <p:sp>
        <p:nvSpPr>
          <p:cNvPr id="70" name="Freeform: Shape 69">
            <a:extLst>
              <a:ext uri="{FF2B5EF4-FFF2-40B4-BE49-F238E27FC236}">
                <a16:creationId xmlns:a16="http://schemas.microsoft.com/office/drawing/2014/main" id="{B5580686-C87D-6791-2307-55DAA870C15C}"/>
              </a:ext>
            </a:extLst>
          </p:cNvPr>
          <p:cNvSpPr/>
          <p:nvPr/>
        </p:nvSpPr>
        <p:spPr>
          <a:xfrm rot="16200000">
            <a:off x="5927580" y="2003515"/>
            <a:ext cx="93894" cy="158486"/>
          </a:xfrm>
          <a:custGeom>
            <a:avLst/>
            <a:gdLst>
              <a:gd name="connsiteX0" fmla="*/ 0 w 93977"/>
              <a:gd name="connsiteY0" fmla="*/ 0 h 158626"/>
              <a:gd name="connsiteX1" fmla="*/ 93978 w 93977"/>
              <a:gd name="connsiteY1" fmla="*/ 79332 h 158626"/>
              <a:gd name="connsiteX2" fmla="*/ 0 w 93977"/>
              <a:gd name="connsiteY2" fmla="*/ 158627 h 158626"/>
            </a:gdLst>
            <a:ahLst/>
            <a:cxnLst>
              <a:cxn ang="0">
                <a:pos x="connsiteX0" y="connsiteY0"/>
              </a:cxn>
              <a:cxn ang="0">
                <a:pos x="connsiteX1" y="connsiteY1"/>
              </a:cxn>
              <a:cxn ang="0">
                <a:pos x="connsiteX2" y="connsiteY2"/>
              </a:cxn>
            </a:cxnLst>
            <a:rect l="l" t="t" r="r" b="b"/>
            <a:pathLst>
              <a:path w="93977" h="158626">
                <a:moveTo>
                  <a:pt x="0" y="0"/>
                </a:moveTo>
                <a:lnTo>
                  <a:pt x="93978" y="79332"/>
                </a:lnTo>
                <a:lnTo>
                  <a:pt x="0" y="158627"/>
                </a:lnTo>
              </a:path>
            </a:pathLst>
          </a:custGeom>
          <a:noFill/>
          <a:ln w="27830" cap="rnd">
            <a:solidFill>
              <a:srgbClr val="484848"/>
            </a:solidFill>
            <a:prstDash val="solid"/>
            <a:round/>
          </a:ln>
        </p:spPr>
        <p:txBody>
          <a:bodyPr rtlCol="0" anchor="ctr"/>
          <a:lstStyle/>
          <a:p>
            <a:endParaRPr lang="en-IN"/>
          </a:p>
        </p:txBody>
      </p:sp>
      <p:sp>
        <p:nvSpPr>
          <p:cNvPr id="71" name="Freeform: Shape 70">
            <a:extLst>
              <a:ext uri="{FF2B5EF4-FFF2-40B4-BE49-F238E27FC236}">
                <a16:creationId xmlns:a16="http://schemas.microsoft.com/office/drawing/2014/main" id="{9AE819E8-2911-665A-E5C5-E79471622966}"/>
              </a:ext>
            </a:extLst>
          </p:cNvPr>
          <p:cNvSpPr/>
          <p:nvPr/>
        </p:nvSpPr>
        <p:spPr>
          <a:xfrm rot="16200000">
            <a:off x="5927580" y="2136665"/>
            <a:ext cx="93894" cy="158486"/>
          </a:xfrm>
          <a:custGeom>
            <a:avLst/>
            <a:gdLst>
              <a:gd name="connsiteX0" fmla="*/ 0 w 93977"/>
              <a:gd name="connsiteY0" fmla="*/ 0 h 158626"/>
              <a:gd name="connsiteX1" fmla="*/ 93978 w 93977"/>
              <a:gd name="connsiteY1" fmla="*/ 79332 h 158626"/>
              <a:gd name="connsiteX2" fmla="*/ 0 w 93977"/>
              <a:gd name="connsiteY2" fmla="*/ 158627 h 158626"/>
            </a:gdLst>
            <a:ahLst/>
            <a:cxnLst>
              <a:cxn ang="0">
                <a:pos x="connsiteX0" y="connsiteY0"/>
              </a:cxn>
              <a:cxn ang="0">
                <a:pos x="connsiteX1" y="connsiteY1"/>
              </a:cxn>
              <a:cxn ang="0">
                <a:pos x="connsiteX2" y="connsiteY2"/>
              </a:cxn>
            </a:cxnLst>
            <a:rect l="l" t="t" r="r" b="b"/>
            <a:pathLst>
              <a:path w="93977" h="158626">
                <a:moveTo>
                  <a:pt x="0" y="0"/>
                </a:moveTo>
                <a:lnTo>
                  <a:pt x="93978" y="79332"/>
                </a:lnTo>
                <a:lnTo>
                  <a:pt x="0" y="158627"/>
                </a:lnTo>
              </a:path>
            </a:pathLst>
          </a:custGeom>
          <a:noFill/>
          <a:ln w="27830" cap="rnd">
            <a:solidFill>
              <a:srgbClr val="484848"/>
            </a:solidFill>
            <a:prstDash val="solid"/>
            <a:round/>
          </a:ln>
        </p:spPr>
        <p:txBody>
          <a:bodyPr rtlCol="0" anchor="ctr"/>
          <a:lstStyle/>
          <a:p>
            <a:endParaRPr lang="en-IN"/>
          </a:p>
        </p:txBody>
      </p:sp>
      <p:sp>
        <p:nvSpPr>
          <p:cNvPr id="73" name="Freeform: Shape 72">
            <a:extLst>
              <a:ext uri="{FF2B5EF4-FFF2-40B4-BE49-F238E27FC236}">
                <a16:creationId xmlns:a16="http://schemas.microsoft.com/office/drawing/2014/main" id="{4FAA818E-43EF-130F-BCBE-7A061E61D1A0}"/>
              </a:ext>
            </a:extLst>
          </p:cNvPr>
          <p:cNvSpPr/>
          <p:nvPr/>
        </p:nvSpPr>
        <p:spPr>
          <a:xfrm rot="16200000">
            <a:off x="3120030" y="1857829"/>
            <a:ext cx="154780" cy="154780"/>
          </a:xfrm>
          <a:custGeom>
            <a:avLst/>
            <a:gdLst>
              <a:gd name="connsiteX0" fmla="*/ 154919 w 154918"/>
              <a:gd name="connsiteY0" fmla="*/ 77459 h 154918"/>
              <a:gd name="connsiteX1" fmla="*/ 77459 w 154918"/>
              <a:gd name="connsiteY1" fmla="*/ 154919 h 154918"/>
              <a:gd name="connsiteX2" fmla="*/ 0 w 154918"/>
              <a:gd name="connsiteY2" fmla="*/ 77459 h 154918"/>
              <a:gd name="connsiteX3" fmla="*/ 77459 w 154918"/>
              <a:gd name="connsiteY3" fmla="*/ 0 h 154918"/>
              <a:gd name="connsiteX4" fmla="*/ 154919 w 154918"/>
              <a:gd name="connsiteY4" fmla="*/ 77459 h 154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918" h="154918">
                <a:moveTo>
                  <a:pt x="154919" y="77459"/>
                </a:moveTo>
                <a:cubicBezTo>
                  <a:pt x="154919" y="120239"/>
                  <a:pt x="120239" y="154919"/>
                  <a:pt x="77459" y="154919"/>
                </a:cubicBezTo>
                <a:cubicBezTo>
                  <a:pt x="34680" y="154919"/>
                  <a:pt x="0" y="120239"/>
                  <a:pt x="0" y="77459"/>
                </a:cubicBezTo>
                <a:cubicBezTo>
                  <a:pt x="0" y="34680"/>
                  <a:pt x="34680" y="0"/>
                  <a:pt x="77459" y="0"/>
                </a:cubicBezTo>
                <a:cubicBezTo>
                  <a:pt x="120239" y="0"/>
                  <a:pt x="154919" y="34680"/>
                  <a:pt x="154919" y="77459"/>
                </a:cubicBezTo>
                <a:close/>
              </a:path>
            </a:pathLst>
          </a:custGeom>
          <a:solidFill>
            <a:srgbClr val="484848"/>
          </a:solidFill>
          <a:ln w="3746" cap="flat">
            <a:noFill/>
            <a:prstDash val="solid"/>
            <a:miter/>
          </a:ln>
        </p:spPr>
        <p:txBody>
          <a:bodyPr rtlCol="0" anchor="ctr"/>
          <a:lstStyle/>
          <a:p>
            <a:endParaRPr lang="en-IN"/>
          </a:p>
        </p:txBody>
      </p:sp>
      <p:sp>
        <p:nvSpPr>
          <p:cNvPr id="76" name="Freeform: Shape 75">
            <a:extLst>
              <a:ext uri="{FF2B5EF4-FFF2-40B4-BE49-F238E27FC236}">
                <a16:creationId xmlns:a16="http://schemas.microsoft.com/office/drawing/2014/main" id="{B206B34C-FF3E-F7B5-D83F-D8BD29C0B66B}"/>
              </a:ext>
            </a:extLst>
          </p:cNvPr>
          <p:cNvSpPr/>
          <p:nvPr/>
        </p:nvSpPr>
        <p:spPr>
          <a:xfrm rot="16200000">
            <a:off x="6857875" y="9018"/>
            <a:ext cx="1337835" cy="2777126"/>
          </a:xfrm>
          <a:custGeom>
            <a:avLst/>
            <a:gdLst>
              <a:gd name="connsiteX0" fmla="*/ 922172 w 1339022"/>
              <a:gd name="connsiteY0" fmla="*/ 2779589 h 2779588"/>
              <a:gd name="connsiteX1" fmla="*/ 329240 w 1339022"/>
              <a:gd name="connsiteY1" fmla="*/ 2779589 h 2779588"/>
              <a:gd name="connsiteX2" fmla="*/ 310587 w 1339022"/>
              <a:gd name="connsiteY2" fmla="*/ 2741908 h 2779588"/>
              <a:gd name="connsiteX3" fmla="*/ 0 w 1339022"/>
              <a:gd name="connsiteY3" fmla="*/ 1389813 h 2779588"/>
              <a:gd name="connsiteX4" fmla="*/ 310662 w 1339022"/>
              <a:gd name="connsiteY4" fmla="*/ 37643 h 2779588"/>
              <a:gd name="connsiteX5" fmla="*/ 329278 w 1339022"/>
              <a:gd name="connsiteY5" fmla="*/ 0 h 2779588"/>
              <a:gd name="connsiteX6" fmla="*/ 922210 w 1339022"/>
              <a:gd name="connsiteY6" fmla="*/ 0 h 2779588"/>
              <a:gd name="connsiteX7" fmla="*/ 1339022 w 1339022"/>
              <a:gd name="connsiteY7" fmla="*/ 416813 h 2779588"/>
              <a:gd name="connsiteX8" fmla="*/ 1339022 w 1339022"/>
              <a:gd name="connsiteY8" fmla="*/ 2362738 h 2779588"/>
              <a:gd name="connsiteX9" fmla="*/ 922210 w 1339022"/>
              <a:gd name="connsiteY9" fmla="*/ 2779589 h 277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39022" h="2779588">
                <a:moveTo>
                  <a:pt x="922172" y="2779589"/>
                </a:moveTo>
                <a:lnTo>
                  <a:pt x="329240" y="2779589"/>
                </a:lnTo>
                <a:cubicBezTo>
                  <a:pt x="322947" y="2767078"/>
                  <a:pt x="316692" y="2754531"/>
                  <a:pt x="310587" y="2741908"/>
                </a:cubicBezTo>
                <a:cubicBezTo>
                  <a:pt x="111619" y="2333485"/>
                  <a:pt x="0" y="1874684"/>
                  <a:pt x="0" y="1389813"/>
                </a:cubicBezTo>
                <a:cubicBezTo>
                  <a:pt x="0" y="904942"/>
                  <a:pt x="111619" y="446104"/>
                  <a:pt x="310662" y="37643"/>
                </a:cubicBezTo>
                <a:cubicBezTo>
                  <a:pt x="316767" y="25058"/>
                  <a:pt x="322985" y="12510"/>
                  <a:pt x="329278" y="0"/>
                </a:cubicBezTo>
                <a:lnTo>
                  <a:pt x="922210" y="0"/>
                </a:lnTo>
                <a:cubicBezTo>
                  <a:pt x="1152453" y="0"/>
                  <a:pt x="1339022" y="186607"/>
                  <a:pt x="1339022" y="416813"/>
                </a:cubicBezTo>
                <a:lnTo>
                  <a:pt x="1339022" y="2362738"/>
                </a:lnTo>
                <a:cubicBezTo>
                  <a:pt x="1339022" y="2592982"/>
                  <a:pt x="1152453" y="2779589"/>
                  <a:pt x="922210" y="2779589"/>
                </a:cubicBezTo>
                <a:close/>
              </a:path>
            </a:pathLst>
          </a:custGeom>
          <a:solidFill>
            <a:srgbClr val="EE7D09"/>
          </a:solidFill>
          <a:ln w="3746" cap="flat">
            <a:noFill/>
            <a:prstDash val="solid"/>
            <a:miter/>
          </a:ln>
        </p:spPr>
        <p:txBody>
          <a:bodyPr rtlCol="0" anchor="ctr"/>
          <a:lstStyle/>
          <a:p>
            <a:endParaRPr lang="en-IN"/>
          </a:p>
        </p:txBody>
      </p:sp>
      <p:sp>
        <p:nvSpPr>
          <p:cNvPr id="79" name="Freeform: Shape 78">
            <a:extLst>
              <a:ext uri="{FF2B5EF4-FFF2-40B4-BE49-F238E27FC236}">
                <a16:creationId xmlns:a16="http://schemas.microsoft.com/office/drawing/2014/main" id="{73DF887E-0034-EDA2-5864-D0F34D243380}"/>
              </a:ext>
            </a:extLst>
          </p:cNvPr>
          <p:cNvSpPr/>
          <p:nvPr/>
        </p:nvSpPr>
        <p:spPr>
          <a:xfrm rot="16200000">
            <a:off x="6126404" y="2093930"/>
            <a:ext cx="27392" cy="3742"/>
          </a:xfrm>
          <a:custGeom>
            <a:avLst/>
            <a:gdLst>
              <a:gd name="connsiteX0" fmla="*/ 27418 w 27417"/>
              <a:gd name="connsiteY0" fmla="*/ 0 h 3745"/>
              <a:gd name="connsiteX1" fmla="*/ 0 w 27417"/>
              <a:gd name="connsiteY1" fmla="*/ 0 h 3745"/>
            </a:gdLst>
            <a:ahLst/>
            <a:cxnLst>
              <a:cxn ang="0">
                <a:pos x="connsiteX0" y="connsiteY0"/>
              </a:cxn>
              <a:cxn ang="0">
                <a:pos x="connsiteX1" y="connsiteY1"/>
              </a:cxn>
            </a:cxnLst>
            <a:rect l="l" t="t" r="r" b="b"/>
            <a:pathLst>
              <a:path w="27417" h="3745">
                <a:moveTo>
                  <a:pt x="27418" y="0"/>
                </a:moveTo>
                <a:lnTo>
                  <a:pt x="0" y="0"/>
                </a:lnTo>
              </a:path>
            </a:pathLst>
          </a:custGeom>
          <a:ln w="22848" cap="rnd">
            <a:solidFill>
              <a:srgbClr val="EE7D09"/>
            </a:solidFill>
            <a:prstDash val="solid"/>
            <a:round/>
          </a:ln>
        </p:spPr>
        <p:txBody>
          <a:bodyPr rtlCol="0" anchor="ctr"/>
          <a:lstStyle/>
          <a:p>
            <a:endParaRPr lang="en-IN"/>
          </a:p>
        </p:txBody>
      </p:sp>
      <p:sp>
        <p:nvSpPr>
          <p:cNvPr id="81" name="Freeform: Shape 80">
            <a:extLst>
              <a:ext uri="{FF2B5EF4-FFF2-40B4-BE49-F238E27FC236}">
                <a16:creationId xmlns:a16="http://schemas.microsoft.com/office/drawing/2014/main" id="{40176582-88B9-5AAC-6F7A-DCD687C37C5D}"/>
              </a:ext>
            </a:extLst>
          </p:cNvPr>
          <p:cNvSpPr/>
          <p:nvPr/>
        </p:nvSpPr>
        <p:spPr>
          <a:xfrm rot="16200000">
            <a:off x="5439430" y="2863271"/>
            <a:ext cx="4174688" cy="2777089"/>
          </a:xfrm>
          <a:custGeom>
            <a:avLst/>
            <a:gdLst>
              <a:gd name="connsiteX0" fmla="*/ 4178391 w 4178391"/>
              <a:gd name="connsiteY0" fmla="*/ 0 h 2779551"/>
              <a:gd name="connsiteX1" fmla="*/ 386586 w 4178391"/>
              <a:gd name="connsiteY1" fmla="*/ 0 h 2779551"/>
              <a:gd name="connsiteX2" fmla="*/ 0 w 4178391"/>
              <a:gd name="connsiteY2" fmla="*/ 386586 h 2779551"/>
              <a:gd name="connsiteX3" fmla="*/ 0 w 4178391"/>
              <a:gd name="connsiteY3" fmla="*/ 2392966 h 2779551"/>
              <a:gd name="connsiteX4" fmla="*/ 386586 w 4178391"/>
              <a:gd name="connsiteY4" fmla="*/ 2779551 h 2779551"/>
              <a:gd name="connsiteX5" fmla="*/ 3909868 w 4178391"/>
              <a:gd name="connsiteY5" fmla="*/ 2779551 h 2779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8391" h="2779551">
                <a:moveTo>
                  <a:pt x="4178391" y="0"/>
                </a:moveTo>
                <a:lnTo>
                  <a:pt x="386586" y="0"/>
                </a:lnTo>
                <a:cubicBezTo>
                  <a:pt x="173085" y="0"/>
                  <a:pt x="0" y="173085"/>
                  <a:pt x="0" y="386586"/>
                </a:cubicBezTo>
                <a:lnTo>
                  <a:pt x="0" y="2392966"/>
                </a:lnTo>
                <a:cubicBezTo>
                  <a:pt x="0" y="2606466"/>
                  <a:pt x="173085" y="2779551"/>
                  <a:pt x="386586" y="2779551"/>
                </a:cubicBezTo>
                <a:lnTo>
                  <a:pt x="3909868" y="2779551"/>
                </a:lnTo>
              </a:path>
            </a:pathLst>
          </a:custGeom>
          <a:noFill/>
          <a:ln w="9525" cap="rnd">
            <a:solidFill>
              <a:srgbClr val="EE7D09"/>
            </a:solidFill>
            <a:prstDash val="dash"/>
            <a:round/>
          </a:ln>
        </p:spPr>
        <p:txBody>
          <a:bodyPr rtlCol="0" anchor="ctr"/>
          <a:lstStyle/>
          <a:p>
            <a:endParaRPr lang="en-IN"/>
          </a:p>
        </p:txBody>
      </p:sp>
      <p:sp>
        <p:nvSpPr>
          <p:cNvPr id="83" name="Freeform: Shape 82">
            <a:extLst>
              <a:ext uri="{FF2B5EF4-FFF2-40B4-BE49-F238E27FC236}">
                <a16:creationId xmlns:a16="http://schemas.microsoft.com/office/drawing/2014/main" id="{5E8EBDAE-E9B3-A1D6-1E51-AC3B538C36CA}"/>
              </a:ext>
            </a:extLst>
          </p:cNvPr>
          <p:cNvSpPr/>
          <p:nvPr/>
        </p:nvSpPr>
        <p:spPr>
          <a:xfrm rot="16200000">
            <a:off x="8903531" y="2389721"/>
            <a:ext cx="27392" cy="3742"/>
          </a:xfrm>
          <a:custGeom>
            <a:avLst/>
            <a:gdLst>
              <a:gd name="connsiteX0" fmla="*/ 0 w 27417"/>
              <a:gd name="connsiteY0" fmla="*/ 0 h 3745"/>
              <a:gd name="connsiteX1" fmla="*/ 27418 w 27417"/>
              <a:gd name="connsiteY1" fmla="*/ 0 h 3745"/>
            </a:gdLst>
            <a:ahLst/>
            <a:cxnLst>
              <a:cxn ang="0">
                <a:pos x="connsiteX0" y="connsiteY0"/>
              </a:cxn>
              <a:cxn ang="0">
                <a:pos x="connsiteX1" y="connsiteY1"/>
              </a:cxn>
            </a:cxnLst>
            <a:rect l="l" t="t" r="r" b="b"/>
            <a:pathLst>
              <a:path w="27417" h="3745">
                <a:moveTo>
                  <a:pt x="0" y="0"/>
                </a:moveTo>
                <a:lnTo>
                  <a:pt x="27418" y="0"/>
                </a:lnTo>
              </a:path>
            </a:pathLst>
          </a:custGeom>
          <a:ln w="22848" cap="rnd">
            <a:solidFill>
              <a:srgbClr val="EE7D09"/>
            </a:solidFill>
            <a:prstDash val="solid"/>
            <a:round/>
          </a:ln>
        </p:spPr>
        <p:txBody>
          <a:bodyPr rtlCol="0" anchor="ctr"/>
          <a:lstStyle/>
          <a:p>
            <a:endParaRPr lang="en-IN"/>
          </a:p>
        </p:txBody>
      </p:sp>
      <p:sp>
        <p:nvSpPr>
          <p:cNvPr id="85" name="Freeform: Shape 84">
            <a:extLst>
              <a:ext uri="{FF2B5EF4-FFF2-40B4-BE49-F238E27FC236}">
                <a16:creationId xmlns:a16="http://schemas.microsoft.com/office/drawing/2014/main" id="{F7699960-38C0-9D86-09E8-5E05B9016EC5}"/>
              </a:ext>
            </a:extLst>
          </p:cNvPr>
          <p:cNvSpPr/>
          <p:nvPr/>
        </p:nvSpPr>
        <p:spPr>
          <a:xfrm rot="16200000">
            <a:off x="8868389" y="1870364"/>
            <a:ext cx="93894" cy="158486"/>
          </a:xfrm>
          <a:custGeom>
            <a:avLst/>
            <a:gdLst>
              <a:gd name="connsiteX0" fmla="*/ 0 w 93977"/>
              <a:gd name="connsiteY0" fmla="*/ 0 h 158626"/>
              <a:gd name="connsiteX1" fmla="*/ 93978 w 93977"/>
              <a:gd name="connsiteY1" fmla="*/ 79332 h 158626"/>
              <a:gd name="connsiteX2" fmla="*/ 0 w 93977"/>
              <a:gd name="connsiteY2" fmla="*/ 158627 h 158626"/>
            </a:gdLst>
            <a:ahLst/>
            <a:cxnLst>
              <a:cxn ang="0">
                <a:pos x="connsiteX0" y="connsiteY0"/>
              </a:cxn>
              <a:cxn ang="0">
                <a:pos x="connsiteX1" y="connsiteY1"/>
              </a:cxn>
              <a:cxn ang="0">
                <a:pos x="connsiteX2" y="connsiteY2"/>
              </a:cxn>
            </a:cxnLst>
            <a:rect l="l" t="t" r="r" b="b"/>
            <a:pathLst>
              <a:path w="93977" h="158626">
                <a:moveTo>
                  <a:pt x="0" y="0"/>
                </a:moveTo>
                <a:lnTo>
                  <a:pt x="93978" y="79332"/>
                </a:lnTo>
                <a:lnTo>
                  <a:pt x="0" y="158627"/>
                </a:lnTo>
              </a:path>
            </a:pathLst>
          </a:custGeom>
          <a:noFill/>
          <a:ln w="27830" cap="rnd">
            <a:solidFill>
              <a:srgbClr val="EE7D09"/>
            </a:solidFill>
            <a:prstDash val="solid"/>
            <a:round/>
          </a:ln>
        </p:spPr>
        <p:txBody>
          <a:bodyPr rtlCol="0" anchor="ctr"/>
          <a:lstStyle/>
          <a:p>
            <a:endParaRPr lang="en-IN"/>
          </a:p>
        </p:txBody>
      </p:sp>
      <p:sp>
        <p:nvSpPr>
          <p:cNvPr id="86" name="Freeform: Shape 85">
            <a:extLst>
              <a:ext uri="{FF2B5EF4-FFF2-40B4-BE49-F238E27FC236}">
                <a16:creationId xmlns:a16="http://schemas.microsoft.com/office/drawing/2014/main" id="{56EB0E2E-B484-CF3A-8190-0CB9F7268F88}"/>
              </a:ext>
            </a:extLst>
          </p:cNvPr>
          <p:cNvSpPr/>
          <p:nvPr/>
        </p:nvSpPr>
        <p:spPr>
          <a:xfrm rot="16200000">
            <a:off x="8868389" y="2003515"/>
            <a:ext cx="93894" cy="158486"/>
          </a:xfrm>
          <a:custGeom>
            <a:avLst/>
            <a:gdLst>
              <a:gd name="connsiteX0" fmla="*/ 0 w 93977"/>
              <a:gd name="connsiteY0" fmla="*/ 0 h 158626"/>
              <a:gd name="connsiteX1" fmla="*/ 93978 w 93977"/>
              <a:gd name="connsiteY1" fmla="*/ 79332 h 158626"/>
              <a:gd name="connsiteX2" fmla="*/ 0 w 93977"/>
              <a:gd name="connsiteY2" fmla="*/ 158627 h 158626"/>
            </a:gdLst>
            <a:ahLst/>
            <a:cxnLst>
              <a:cxn ang="0">
                <a:pos x="connsiteX0" y="connsiteY0"/>
              </a:cxn>
              <a:cxn ang="0">
                <a:pos x="connsiteX1" y="connsiteY1"/>
              </a:cxn>
              <a:cxn ang="0">
                <a:pos x="connsiteX2" y="connsiteY2"/>
              </a:cxn>
            </a:cxnLst>
            <a:rect l="l" t="t" r="r" b="b"/>
            <a:pathLst>
              <a:path w="93977" h="158626">
                <a:moveTo>
                  <a:pt x="0" y="0"/>
                </a:moveTo>
                <a:lnTo>
                  <a:pt x="93978" y="79332"/>
                </a:lnTo>
                <a:lnTo>
                  <a:pt x="0" y="158627"/>
                </a:lnTo>
              </a:path>
            </a:pathLst>
          </a:custGeom>
          <a:noFill/>
          <a:ln w="27830" cap="rnd">
            <a:solidFill>
              <a:srgbClr val="EE7D09"/>
            </a:solidFill>
            <a:prstDash val="solid"/>
            <a:round/>
          </a:ln>
        </p:spPr>
        <p:txBody>
          <a:bodyPr rtlCol="0" anchor="ctr"/>
          <a:lstStyle/>
          <a:p>
            <a:endParaRPr lang="en-IN"/>
          </a:p>
        </p:txBody>
      </p:sp>
      <p:sp>
        <p:nvSpPr>
          <p:cNvPr id="89" name="Freeform: Shape 88">
            <a:extLst>
              <a:ext uri="{FF2B5EF4-FFF2-40B4-BE49-F238E27FC236}">
                <a16:creationId xmlns:a16="http://schemas.microsoft.com/office/drawing/2014/main" id="{6DCC08AB-91F7-D1A0-6699-B4551BC9CC23}"/>
              </a:ext>
            </a:extLst>
          </p:cNvPr>
          <p:cNvSpPr/>
          <p:nvPr/>
        </p:nvSpPr>
        <p:spPr>
          <a:xfrm rot="16200000">
            <a:off x="8868389" y="2136665"/>
            <a:ext cx="93894" cy="158486"/>
          </a:xfrm>
          <a:custGeom>
            <a:avLst/>
            <a:gdLst>
              <a:gd name="connsiteX0" fmla="*/ 0 w 93977"/>
              <a:gd name="connsiteY0" fmla="*/ 0 h 158626"/>
              <a:gd name="connsiteX1" fmla="*/ 93978 w 93977"/>
              <a:gd name="connsiteY1" fmla="*/ 79332 h 158626"/>
              <a:gd name="connsiteX2" fmla="*/ 0 w 93977"/>
              <a:gd name="connsiteY2" fmla="*/ 158627 h 158626"/>
            </a:gdLst>
            <a:ahLst/>
            <a:cxnLst>
              <a:cxn ang="0">
                <a:pos x="connsiteX0" y="connsiteY0"/>
              </a:cxn>
              <a:cxn ang="0">
                <a:pos x="connsiteX1" y="connsiteY1"/>
              </a:cxn>
              <a:cxn ang="0">
                <a:pos x="connsiteX2" y="connsiteY2"/>
              </a:cxn>
            </a:cxnLst>
            <a:rect l="l" t="t" r="r" b="b"/>
            <a:pathLst>
              <a:path w="93977" h="158626">
                <a:moveTo>
                  <a:pt x="0" y="0"/>
                </a:moveTo>
                <a:lnTo>
                  <a:pt x="93978" y="79332"/>
                </a:lnTo>
                <a:lnTo>
                  <a:pt x="0" y="158627"/>
                </a:lnTo>
              </a:path>
            </a:pathLst>
          </a:custGeom>
          <a:noFill/>
          <a:ln w="27830" cap="rnd">
            <a:solidFill>
              <a:srgbClr val="EE7D09"/>
            </a:solidFill>
            <a:prstDash val="solid"/>
            <a:round/>
          </a:ln>
        </p:spPr>
        <p:txBody>
          <a:bodyPr rtlCol="0" anchor="ctr"/>
          <a:lstStyle/>
          <a:p>
            <a:endParaRPr lang="en-IN"/>
          </a:p>
        </p:txBody>
      </p:sp>
      <p:sp>
        <p:nvSpPr>
          <p:cNvPr id="96" name="Freeform: Shape 95">
            <a:extLst>
              <a:ext uri="{FF2B5EF4-FFF2-40B4-BE49-F238E27FC236}">
                <a16:creationId xmlns:a16="http://schemas.microsoft.com/office/drawing/2014/main" id="{CA641138-A9F1-2B9A-BE7E-786A67067AE9}"/>
              </a:ext>
            </a:extLst>
          </p:cNvPr>
          <p:cNvSpPr/>
          <p:nvPr/>
        </p:nvSpPr>
        <p:spPr>
          <a:xfrm rot="16200000">
            <a:off x="6060839" y="1857829"/>
            <a:ext cx="154780" cy="154780"/>
          </a:xfrm>
          <a:custGeom>
            <a:avLst/>
            <a:gdLst>
              <a:gd name="connsiteX0" fmla="*/ 154919 w 154918"/>
              <a:gd name="connsiteY0" fmla="*/ 77459 h 154918"/>
              <a:gd name="connsiteX1" fmla="*/ 77459 w 154918"/>
              <a:gd name="connsiteY1" fmla="*/ 154919 h 154918"/>
              <a:gd name="connsiteX2" fmla="*/ 0 w 154918"/>
              <a:gd name="connsiteY2" fmla="*/ 77459 h 154918"/>
              <a:gd name="connsiteX3" fmla="*/ 77459 w 154918"/>
              <a:gd name="connsiteY3" fmla="*/ 0 h 154918"/>
              <a:gd name="connsiteX4" fmla="*/ 154919 w 154918"/>
              <a:gd name="connsiteY4" fmla="*/ 77459 h 154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918" h="154918">
                <a:moveTo>
                  <a:pt x="154919" y="77459"/>
                </a:moveTo>
                <a:cubicBezTo>
                  <a:pt x="154919" y="120239"/>
                  <a:pt x="120239" y="154919"/>
                  <a:pt x="77459" y="154919"/>
                </a:cubicBezTo>
                <a:cubicBezTo>
                  <a:pt x="34680" y="154919"/>
                  <a:pt x="0" y="120239"/>
                  <a:pt x="0" y="77459"/>
                </a:cubicBezTo>
                <a:cubicBezTo>
                  <a:pt x="0" y="34680"/>
                  <a:pt x="34680" y="0"/>
                  <a:pt x="77459" y="0"/>
                </a:cubicBezTo>
                <a:cubicBezTo>
                  <a:pt x="120239" y="0"/>
                  <a:pt x="154919" y="34680"/>
                  <a:pt x="154919" y="77459"/>
                </a:cubicBezTo>
                <a:close/>
              </a:path>
            </a:pathLst>
          </a:custGeom>
          <a:solidFill>
            <a:srgbClr val="EE7D09"/>
          </a:solidFill>
          <a:ln w="3746" cap="flat">
            <a:noFill/>
            <a:prstDash val="solid"/>
            <a:miter/>
          </a:ln>
        </p:spPr>
        <p:txBody>
          <a:bodyPr rtlCol="0" anchor="ctr"/>
          <a:lstStyle/>
          <a:p>
            <a:endParaRPr lang="en-IN"/>
          </a:p>
        </p:txBody>
      </p:sp>
      <p:sp>
        <p:nvSpPr>
          <p:cNvPr id="98" name="Freeform: Shape 97">
            <a:extLst>
              <a:ext uri="{FF2B5EF4-FFF2-40B4-BE49-F238E27FC236}">
                <a16:creationId xmlns:a16="http://schemas.microsoft.com/office/drawing/2014/main" id="{47A2A912-47B8-0EF4-5A5F-3E17207AA274}"/>
              </a:ext>
            </a:extLst>
          </p:cNvPr>
          <p:cNvSpPr/>
          <p:nvPr/>
        </p:nvSpPr>
        <p:spPr>
          <a:xfrm rot="16200000">
            <a:off x="9798685" y="9018"/>
            <a:ext cx="1337835" cy="2777126"/>
          </a:xfrm>
          <a:custGeom>
            <a:avLst/>
            <a:gdLst>
              <a:gd name="connsiteX0" fmla="*/ 922172 w 1339022"/>
              <a:gd name="connsiteY0" fmla="*/ 2779589 h 2779588"/>
              <a:gd name="connsiteX1" fmla="*/ 329240 w 1339022"/>
              <a:gd name="connsiteY1" fmla="*/ 2779589 h 2779588"/>
              <a:gd name="connsiteX2" fmla="*/ 310587 w 1339022"/>
              <a:gd name="connsiteY2" fmla="*/ 2741908 h 2779588"/>
              <a:gd name="connsiteX3" fmla="*/ 0 w 1339022"/>
              <a:gd name="connsiteY3" fmla="*/ 1389813 h 2779588"/>
              <a:gd name="connsiteX4" fmla="*/ 310662 w 1339022"/>
              <a:gd name="connsiteY4" fmla="*/ 37643 h 2779588"/>
              <a:gd name="connsiteX5" fmla="*/ 329278 w 1339022"/>
              <a:gd name="connsiteY5" fmla="*/ 0 h 2779588"/>
              <a:gd name="connsiteX6" fmla="*/ 922210 w 1339022"/>
              <a:gd name="connsiteY6" fmla="*/ 0 h 2779588"/>
              <a:gd name="connsiteX7" fmla="*/ 1339022 w 1339022"/>
              <a:gd name="connsiteY7" fmla="*/ 416813 h 2779588"/>
              <a:gd name="connsiteX8" fmla="*/ 1339022 w 1339022"/>
              <a:gd name="connsiteY8" fmla="*/ 2362738 h 2779588"/>
              <a:gd name="connsiteX9" fmla="*/ 922210 w 1339022"/>
              <a:gd name="connsiteY9" fmla="*/ 2779589 h 277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39022" h="2779588">
                <a:moveTo>
                  <a:pt x="922172" y="2779589"/>
                </a:moveTo>
                <a:lnTo>
                  <a:pt x="329240" y="2779589"/>
                </a:lnTo>
                <a:cubicBezTo>
                  <a:pt x="322947" y="2767078"/>
                  <a:pt x="316692" y="2754531"/>
                  <a:pt x="310587" y="2741908"/>
                </a:cubicBezTo>
                <a:cubicBezTo>
                  <a:pt x="111619" y="2333485"/>
                  <a:pt x="0" y="1874684"/>
                  <a:pt x="0" y="1389813"/>
                </a:cubicBezTo>
                <a:cubicBezTo>
                  <a:pt x="0" y="904942"/>
                  <a:pt x="111619" y="446104"/>
                  <a:pt x="310662" y="37643"/>
                </a:cubicBezTo>
                <a:cubicBezTo>
                  <a:pt x="316767" y="25058"/>
                  <a:pt x="322985" y="12510"/>
                  <a:pt x="329278" y="0"/>
                </a:cubicBezTo>
                <a:lnTo>
                  <a:pt x="922210" y="0"/>
                </a:lnTo>
                <a:cubicBezTo>
                  <a:pt x="1152453" y="0"/>
                  <a:pt x="1339022" y="186607"/>
                  <a:pt x="1339022" y="416813"/>
                </a:cubicBezTo>
                <a:lnTo>
                  <a:pt x="1339022" y="2362738"/>
                </a:lnTo>
                <a:cubicBezTo>
                  <a:pt x="1339022" y="2592982"/>
                  <a:pt x="1152453" y="2779589"/>
                  <a:pt x="922210" y="2779589"/>
                </a:cubicBezTo>
                <a:close/>
              </a:path>
            </a:pathLst>
          </a:custGeom>
          <a:solidFill>
            <a:srgbClr val="003363"/>
          </a:solidFill>
          <a:ln w="3746" cap="flat">
            <a:noFill/>
            <a:prstDash val="solid"/>
            <a:miter/>
          </a:ln>
        </p:spPr>
        <p:txBody>
          <a:bodyPr rtlCol="0" anchor="ctr"/>
          <a:lstStyle/>
          <a:p>
            <a:endParaRPr lang="en-IN"/>
          </a:p>
        </p:txBody>
      </p:sp>
      <p:sp>
        <p:nvSpPr>
          <p:cNvPr id="100" name="Freeform: Shape 99">
            <a:extLst>
              <a:ext uri="{FF2B5EF4-FFF2-40B4-BE49-F238E27FC236}">
                <a16:creationId xmlns:a16="http://schemas.microsoft.com/office/drawing/2014/main" id="{F54FF73A-8F78-B1E0-88BE-8752E14FDADA}"/>
              </a:ext>
            </a:extLst>
          </p:cNvPr>
          <p:cNvSpPr/>
          <p:nvPr/>
        </p:nvSpPr>
        <p:spPr>
          <a:xfrm rot="16200000">
            <a:off x="9067214" y="2093930"/>
            <a:ext cx="27392" cy="3742"/>
          </a:xfrm>
          <a:custGeom>
            <a:avLst/>
            <a:gdLst>
              <a:gd name="connsiteX0" fmla="*/ 27418 w 27417"/>
              <a:gd name="connsiteY0" fmla="*/ 0 h 3745"/>
              <a:gd name="connsiteX1" fmla="*/ 0 w 27417"/>
              <a:gd name="connsiteY1" fmla="*/ 0 h 3745"/>
            </a:gdLst>
            <a:ahLst/>
            <a:cxnLst>
              <a:cxn ang="0">
                <a:pos x="connsiteX0" y="connsiteY0"/>
              </a:cxn>
              <a:cxn ang="0">
                <a:pos x="connsiteX1" y="connsiteY1"/>
              </a:cxn>
            </a:cxnLst>
            <a:rect l="l" t="t" r="r" b="b"/>
            <a:pathLst>
              <a:path w="27417" h="3745">
                <a:moveTo>
                  <a:pt x="27418" y="0"/>
                </a:moveTo>
                <a:lnTo>
                  <a:pt x="0" y="0"/>
                </a:lnTo>
              </a:path>
            </a:pathLst>
          </a:custGeom>
          <a:ln w="22848" cap="rnd">
            <a:solidFill>
              <a:srgbClr val="003363"/>
            </a:solidFill>
            <a:prstDash val="solid"/>
            <a:round/>
          </a:ln>
        </p:spPr>
        <p:txBody>
          <a:bodyPr rtlCol="0" anchor="ctr"/>
          <a:lstStyle/>
          <a:p>
            <a:endParaRPr lang="en-IN"/>
          </a:p>
        </p:txBody>
      </p:sp>
      <p:sp>
        <p:nvSpPr>
          <p:cNvPr id="101" name="Freeform: Shape 100">
            <a:extLst>
              <a:ext uri="{FF2B5EF4-FFF2-40B4-BE49-F238E27FC236}">
                <a16:creationId xmlns:a16="http://schemas.microsoft.com/office/drawing/2014/main" id="{89FD2591-BB76-4F0F-6D42-741C58D33215}"/>
              </a:ext>
            </a:extLst>
          </p:cNvPr>
          <p:cNvSpPr/>
          <p:nvPr/>
        </p:nvSpPr>
        <p:spPr>
          <a:xfrm rot="16200000">
            <a:off x="8380240" y="2863271"/>
            <a:ext cx="4174688" cy="2777089"/>
          </a:xfrm>
          <a:custGeom>
            <a:avLst/>
            <a:gdLst>
              <a:gd name="connsiteX0" fmla="*/ 4178391 w 4178391"/>
              <a:gd name="connsiteY0" fmla="*/ 0 h 2779551"/>
              <a:gd name="connsiteX1" fmla="*/ 386586 w 4178391"/>
              <a:gd name="connsiteY1" fmla="*/ 0 h 2779551"/>
              <a:gd name="connsiteX2" fmla="*/ 0 w 4178391"/>
              <a:gd name="connsiteY2" fmla="*/ 386586 h 2779551"/>
              <a:gd name="connsiteX3" fmla="*/ 0 w 4178391"/>
              <a:gd name="connsiteY3" fmla="*/ 2392966 h 2779551"/>
              <a:gd name="connsiteX4" fmla="*/ 386586 w 4178391"/>
              <a:gd name="connsiteY4" fmla="*/ 2779551 h 2779551"/>
              <a:gd name="connsiteX5" fmla="*/ 3909868 w 4178391"/>
              <a:gd name="connsiteY5" fmla="*/ 2779551 h 2779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8391" h="2779551">
                <a:moveTo>
                  <a:pt x="4178391" y="0"/>
                </a:moveTo>
                <a:lnTo>
                  <a:pt x="386586" y="0"/>
                </a:lnTo>
                <a:cubicBezTo>
                  <a:pt x="173085" y="0"/>
                  <a:pt x="0" y="173085"/>
                  <a:pt x="0" y="386586"/>
                </a:cubicBezTo>
                <a:lnTo>
                  <a:pt x="0" y="2392966"/>
                </a:lnTo>
                <a:cubicBezTo>
                  <a:pt x="0" y="2606466"/>
                  <a:pt x="173085" y="2779551"/>
                  <a:pt x="386586" y="2779551"/>
                </a:cubicBezTo>
                <a:lnTo>
                  <a:pt x="3909868" y="2779551"/>
                </a:lnTo>
              </a:path>
            </a:pathLst>
          </a:custGeom>
          <a:noFill/>
          <a:ln w="9525" cap="rnd">
            <a:solidFill>
              <a:srgbClr val="003363"/>
            </a:solidFill>
            <a:prstDash val="dash"/>
            <a:round/>
          </a:ln>
        </p:spPr>
        <p:txBody>
          <a:bodyPr rtlCol="0" anchor="ctr"/>
          <a:lstStyle/>
          <a:p>
            <a:endParaRPr lang="en-IN"/>
          </a:p>
        </p:txBody>
      </p:sp>
      <p:sp>
        <p:nvSpPr>
          <p:cNvPr id="102" name="Freeform: Shape 101">
            <a:extLst>
              <a:ext uri="{FF2B5EF4-FFF2-40B4-BE49-F238E27FC236}">
                <a16:creationId xmlns:a16="http://schemas.microsoft.com/office/drawing/2014/main" id="{FE62D47B-9370-2F55-189A-878AA66DDA46}"/>
              </a:ext>
            </a:extLst>
          </p:cNvPr>
          <p:cNvSpPr/>
          <p:nvPr/>
        </p:nvSpPr>
        <p:spPr>
          <a:xfrm rot="16200000">
            <a:off x="11844341" y="2389721"/>
            <a:ext cx="27392" cy="3742"/>
          </a:xfrm>
          <a:custGeom>
            <a:avLst/>
            <a:gdLst>
              <a:gd name="connsiteX0" fmla="*/ 0 w 27417"/>
              <a:gd name="connsiteY0" fmla="*/ 0 h 3745"/>
              <a:gd name="connsiteX1" fmla="*/ 27418 w 27417"/>
              <a:gd name="connsiteY1" fmla="*/ 0 h 3745"/>
            </a:gdLst>
            <a:ahLst/>
            <a:cxnLst>
              <a:cxn ang="0">
                <a:pos x="connsiteX0" y="connsiteY0"/>
              </a:cxn>
              <a:cxn ang="0">
                <a:pos x="connsiteX1" y="connsiteY1"/>
              </a:cxn>
            </a:cxnLst>
            <a:rect l="l" t="t" r="r" b="b"/>
            <a:pathLst>
              <a:path w="27417" h="3745">
                <a:moveTo>
                  <a:pt x="0" y="0"/>
                </a:moveTo>
                <a:lnTo>
                  <a:pt x="27418" y="0"/>
                </a:lnTo>
              </a:path>
            </a:pathLst>
          </a:custGeom>
          <a:ln w="22848" cap="rnd">
            <a:solidFill>
              <a:srgbClr val="333333"/>
            </a:solidFill>
            <a:prstDash val="solid"/>
            <a:round/>
          </a:ln>
        </p:spPr>
        <p:txBody>
          <a:bodyPr rtlCol="0" anchor="ctr"/>
          <a:lstStyle/>
          <a:p>
            <a:endParaRPr lang="en-IN"/>
          </a:p>
        </p:txBody>
      </p:sp>
      <p:sp>
        <p:nvSpPr>
          <p:cNvPr id="103" name="Freeform: Shape 102">
            <a:extLst>
              <a:ext uri="{FF2B5EF4-FFF2-40B4-BE49-F238E27FC236}">
                <a16:creationId xmlns:a16="http://schemas.microsoft.com/office/drawing/2014/main" id="{58919F8A-A295-34DC-1E84-4E01C7AA04D8}"/>
              </a:ext>
            </a:extLst>
          </p:cNvPr>
          <p:cNvSpPr/>
          <p:nvPr/>
        </p:nvSpPr>
        <p:spPr>
          <a:xfrm rot="16200000">
            <a:off x="11809199" y="1870364"/>
            <a:ext cx="93894" cy="158486"/>
          </a:xfrm>
          <a:custGeom>
            <a:avLst/>
            <a:gdLst>
              <a:gd name="connsiteX0" fmla="*/ 0 w 93977"/>
              <a:gd name="connsiteY0" fmla="*/ 0 h 158626"/>
              <a:gd name="connsiteX1" fmla="*/ 93978 w 93977"/>
              <a:gd name="connsiteY1" fmla="*/ 79332 h 158626"/>
              <a:gd name="connsiteX2" fmla="*/ 0 w 93977"/>
              <a:gd name="connsiteY2" fmla="*/ 158627 h 158626"/>
            </a:gdLst>
            <a:ahLst/>
            <a:cxnLst>
              <a:cxn ang="0">
                <a:pos x="connsiteX0" y="connsiteY0"/>
              </a:cxn>
              <a:cxn ang="0">
                <a:pos x="connsiteX1" y="connsiteY1"/>
              </a:cxn>
              <a:cxn ang="0">
                <a:pos x="connsiteX2" y="connsiteY2"/>
              </a:cxn>
            </a:cxnLst>
            <a:rect l="l" t="t" r="r" b="b"/>
            <a:pathLst>
              <a:path w="93977" h="158626">
                <a:moveTo>
                  <a:pt x="0" y="0"/>
                </a:moveTo>
                <a:lnTo>
                  <a:pt x="93978" y="79332"/>
                </a:lnTo>
                <a:lnTo>
                  <a:pt x="0" y="158627"/>
                </a:lnTo>
              </a:path>
            </a:pathLst>
          </a:custGeom>
          <a:noFill/>
          <a:ln w="27830" cap="rnd">
            <a:solidFill>
              <a:srgbClr val="003363"/>
            </a:solidFill>
            <a:prstDash val="solid"/>
            <a:round/>
          </a:ln>
        </p:spPr>
        <p:txBody>
          <a:bodyPr rtlCol="0" anchor="ctr"/>
          <a:lstStyle/>
          <a:p>
            <a:endParaRPr lang="en-IN"/>
          </a:p>
        </p:txBody>
      </p:sp>
      <p:sp>
        <p:nvSpPr>
          <p:cNvPr id="104" name="Freeform: Shape 103">
            <a:extLst>
              <a:ext uri="{FF2B5EF4-FFF2-40B4-BE49-F238E27FC236}">
                <a16:creationId xmlns:a16="http://schemas.microsoft.com/office/drawing/2014/main" id="{4516CE94-FD60-E3A8-F99C-2777F77F782A}"/>
              </a:ext>
            </a:extLst>
          </p:cNvPr>
          <p:cNvSpPr/>
          <p:nvPr/>
        </p:nvSpPr>
        <p:spPr>
          <a:xfrm rot="16200000">
            <a:off x="11809199" y="2003515"/>
            <a:ext cx="93894" cy="158486"/>
          </a:xfrm>
          <a:custGeom>
            <a:avLst/>
            <a:gdLst>
              <a:gd name="connsiteX0" fmla="*/ 0 w 93977"/>
              <a:gd name="connsiteY0" fmla="*/ 0 h 158626"/>
              <a:gd name="connsiteX1" fmla="*/ 93978 w 93977"/>
              <a:gd name="connsiteY1" fmla="*/ 79332 h 158626"/>
              <a:gd name="connsiteX2" fmla="*/ 0 w 93977"/>
              <a:gd name="connsiteY2" fmla="*/ 158627 h 158626"/>
            </a:gdLst>
            <a:ahLst/>
            <a:cxnLst>
              <a:cxn ang="0">
                <a:pos x="connsiteX0" y="connsiteY0"/>
              </a:cxn>
              <a:cxn ang="0">
                <a:pos x="connsiteX1" y="connsiteY1"/>
              </a:cxn>
              <a:cxn ang="0">
                <a:pos x="connsiteX2" y="connsiteY2"/>
              </a:cxn>
            </a:cxnLst>
            <a:rect l="l" t="t" r="r" b="b"/>
            <a:pathLst>
              <a:path w="93977" h="158626">
                <a:moveTo>
                  <a:pt x="0" y="0"/>
                </a:moveTo>
                <a:lnTo>
                  <a:pt x="93978" y="79332"/>
                </a:lnTo>
                <a:lnTo>
                  <a:pt x="0" y="158627"/>
                </a:lnTo>
              </a:path>
            </a:pathLst>
          </a:custGeom>
          <a:noFill/>
          <a:ln w="27830" cap="rnd">
            <a:solidFill>
              <a:srgbClr val="003363"/>
            </a:solidFill>
            <a:prstDash val="solid"/>
            <a:round/>
          </a:ln>
        </p:spPr>
        <p:txBody>
          <a:bodyPr rtlCol="0" anchor="ctr"/>
          <a:lstStyle/>
          <a:p>
            <a:endParaRPr lang="en-IN"/>
          </a:p>
        </p:txBody>
      </p:sp>
      <p:sp>
        <p:nvSpPr>
          <p:cNvPr id="105" name="Freeform: Shape 104">
            <a:extLst>
              <a:ext uri="{FF2B5EF4-FFF2-40B4-BE49-F238E27FC236}">
                <a16:creationId xmlns:a16="http://schemas.microsoft.com/office/drawing/2014/main" id="{10BC81C4-997C-24C9-4B39-C1DCDF9CF348}"/>
              </a:ext>
            </a:extLst>
          </p:cNvPr>
          <p:cNvSpPr/>
          <p:nvPr/>
        </p:nvSpPr>
        <p:spPr>
          <a:xfrm rot="16200000">
            <a:off x="11809199" y="2136665"/>
            <a:ext cx="93894" cy="158486"/>
          </a:xfrm>
          <a:custGeom>
            <a:avLst/>
            <a:gdLst>
              <a:gd name="connsiteX0" fmla="*/ 0 w 93977"/>
              <a:gd name="connsiteY0" fmla="*/ 0 h 158626"/>
              <a:gd name="connsiteX1" fmla="*/ 93978 w 93977"/>
              <a:gd name="connsiteY1" fmla="*/ 79332 h 158626"/>
              <a:gd name="connsiteX2" fmla="*/ 0 w 93977"/>
              <a:gd name="connsiteY2" fmla="*/ 158627 h 158626"/>
            </a:gdLst>
            <a:ahLst/>
            <a:cxnLst>
              <a:cxn ang="0">
                <a:pos x="connsiteX0" y="connsiteY0"/>
              </a:cxn>
              <a:cxn ang="0">
                <a:pos x="connsiteX1" y="connsiteY1"/>
              </a:cxn>
              <a:cxn ang="0">
                <a:pos x="connsiteX2" y="connsiteY2"/>
              </a:cxn>
            </a:cxnLst>
            <a:rect l="l" t="t" r="r" b="b"/>
            <a:pathLst>
              <a:path w="93977" h="158626">
                <a:moveTo>
                  <a:pt x="0" y="0"/>
                </a:moveTo>
                <a:lnTo>
                  <a:pt x="93978" y="79332"/>
                </a:lnTo>
                <a:lnTo>
                  <a:pt x="0" y="158627"/>
                </a:lnTo>
              </a:path>
            </a:pathLst>
          </a:custGeom>
          <a:noFill/>
          <a:ln w="27830" cap="rnd">
            <a:solidFill>
              <a:srgbClr val="003363"/>
            </a:solidFill>
            <a:prstDash val="solid"/>
            <a:round/>
          </a:ln>
        </p:spPr>
        <p:txBody>
          <a:bodyPr rtlCol="0" anchor="ctr"/>
          <a:lstStyle/>
          <a:p>
            <a:endParaRPr lang="en-IN"/>
          </a:p>
        </p:txBody>
      </p:sp>
      <p:sp>
        <p:nvSpPr>
          <p:cNvPr id="106" name="Freeform: Shape 105">
            <a:extLst>
              <a:ext uri="{FF2B5EF4-FFF2-40B4-BE49-F238E27FC236}">
                <a16:creationId xmlns:a16="http://schemas.microsoft.com/office/drawing/2014/main" id="{003C34E6-C599-7035-5AC4-310633652D55}"/>
              </a:ext>
            </a:extLst>
          </p:cNvPr>
          <p:cNvSpPr/>
          <p:nvPr/>
        </p:nvSpPr>
        <p:spPr>
          <a:xfrm rot="16200000">
            <a:off x="9001649" y="1857829"/>
            <a:ext cx="154780" cy="154780"/>
          </a:xfrm>
          <a:custGeom>
            <a:avLst/>
            <a:gdLst>
              <a:gd name="connsiteX0" fmla="*/ 154919 w 154918"/>
              <a:gd name="connsiteY0" fmla="*/ 77459 h 154918"/>
              <a:gd name="connsiteX1" fmla="*/ 77459 w 154918"/>
              <a:gd name="connsiteY1" fmla="*/ 154919 h 154918"/>
              <a:gd name="connsiteX2" fmla="*/ 0 w 154918"/>
              <a:gd name="connsiteY2" fmla="*/ 77459 h 154918"/>
              <a:gd name="connsiteX3" fmla="*/ 77459 w 154918"/>
              <a:gd name="connsiteY3" fmla="*/ 0 h 154918"/>
              <a:gd name="connsiteX4" fmla="*/ 154919 w 154918"/>
              <a:gd name="connsiteY4" fmla="*/ 77459 h 154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918" h="154918">
                <a:moveTo>
                  <a:pt x="154919" y="77459"/>
                </a:moveTo>
                <a:cubicBezTo>
                  <a:pt x="154919" y="120239"/>
                  <a:pt x="120239" y="154919"/>
                  <a:pt x="77459" y="154919"/>
                </a:cubicBezTo>
                <a:cubicBezTo>
                  <a:pt x="34680" y="154919"/>
                  <a:pt x="0" y="120239"/>
                  <a:pt x="0" y="77459"/>
                </a:cubicBezTo>
                <a:cubicBezTo>
                  <a:pt x="0" y="34680"/>
                  <a:pt x="34680" y="0"/>
                  <a:pt x="77459" y="0"/>
                </a:cubicBezTo>
                <a:cubicBezTo>
                  <a:pt x="120239" y="0"/>
                  <a:pt x="154919" y="34680"/>
                  <a:pt x="154919" y="77459"/>
                </a:cubicBezTo>
                <a:close/>
              </a:path>
            </a:pathLst>
          </a:custGeom>
          <a:solidFill>
            <a:srgbClr val="003363"/>
          </a:solidFill>
          <a:ln w="3746" cap="flat">
            <a:noFill/>
            <a:prstDash val="solid"/>
            <a:miter/>
          </a:ln>
        </p:spPr>
        <p:txBody>
          <a:bodyPr rtlCol="0" anchor="ctr"/>
          <a:lstStyle/>
          <a:p>
            <a:endParaRPr lang="en-IN"/>
          </a:p>
        </p:txBody>
      </p:sp>
      <p:graphicFrame>
        <p:nvGraphicFramePr>
          <p:cNvPr id="107" name="Table 106">
            <a:extLst>
              <a:ext uri="{FF2B5EF4-FFF2-40B4-BE49-F238E27FC236}">
                <a16:creationId xmlns:a16="http://schemas.microsoft.com/office/drawing/2014/main" id="{875F36AA-5351-314B-EFDC-6340EDDEB7CC}"/>
              </a:ext>
            </a:extLst>
          </p:cNvPr>
          <p:cNvGraphicFramePr>
            <a:graphicFrameLocks noGrp="1"/>
          </p:cNvGraphicFramePr>
          <p:nvPr>
            <p:extLst>
              <p:ext uri="{D42A27DB-BD31-4B8C-83A1-F6EECF244321}">
                <p14:modId xmlns:p14="http://schemas.microsoft.com/office/powerpoint/2010/main" val="1908102489"/>
              </p:ext>
            </p:extLst>
          </p:nvPr>
        </p:nvGraphicFramePr>
        <p:xfrm>
          <a:off x="524851" y="2676607"/>
          <a:ext cx="2129981" cy="3291840"/>
        </p:xfrm>
        <a:graphic>
          <a:graphicData uri="http://schemas.openxmlformats.org/drawingml/2006/table">
            <a:tbl>
              <a:tblPr firstRow="1" bandRow="1"/>
              <a:tblGrid>
                <a:gridCol w="2129981">
                  <a:extLst>
                    <a:ext uri="{9D8B030D-6E8A-4147-A177-3AD203B41FA5}">
                      <a16:colId xmlns:a16="http://schemas.microsoft.com/office/drawing/2014/main" val="139034312"/>
                    </a:ext>
                  </a:extLst>
                </a:gridCol>
              </a:tblGrid>
              <a:tr h="822960">
                <a:tc>
                  <a:txBody>
                    <a:bodyPr/>
                    <a:lstStyle/>
                    <a:p>
                      <a:pPr algn="ctr"/>
                      <a:r>
                        <a:rPr lang="en-IN" sz="1400" b="1">
                          <a:solidFill>
                            <a:srgbClr val="484848"/>
                          </a:solidFill>
                          <a:latin typeface="+mn-lt"/>
                        </a:rPr>
                        <a:t>Deliverables</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alpha val="10196"/>
                      </a:srgbClr>
                    </a:solidFill>
                  </a:tcPr>
                </a:tc>
                <a:extLst>
                  <a:ext uri="{0D108BD9-81ED-4DB2-BD59-A6C34878D82A}">
                    <a16:rowId xmlns:a16="http://schemas.microsoft.com/office/drawing/2014/main" val="2477667808"/>
                  </a:ext>
                </a:extLst>
              </a:tr>
              <a:tr h="822960">
                <a:tc>
                  <a:txBody>
                    <a:bodyPr/>
                    <a:lstStyle/>
                    <a:p>
                      <a:pPr algn="ctr"/>
                      <a:r>
                        <a:rPr lang="en-IN" sz="1400" b="1">
                          <a:solidFill>
                            <a:srgbClr val="484848"/>
                          </a:solidFill>
                          <a:latin typeface="+mn-lt"/>
                        </a:rPr>
                        <a:t>Project Progress</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alpha val="10196"/>
                      </a:srgbClr>
                    </a:solidFill>
                  </a:tcPr>
                </a:tc>
                <a:extLst>
                  <a:ext uri="{0D108BD9-81ED-4DB2-BD59-A6C34878D82A}">
                    <a16:rowId xmlns:a16="http://schemas.microsoft.com/office/drawing/2014/main" val="2808052102"/>
                  </a:ext>
                </a:extLst>
              </a:tr>
              <a:tr h="822960">
                <a:tc>
                  <a:txBody>
                    <a:bodyPr/>
                    <a:lstStyle/>
                    <a:p>
                      <a:pPr algn="ctr"/>
                      <a:r>
                        <a:rPr lang="en-IN" sz="1400" b="1">
                          <a:solidFill>
                            <a:srgbClr val="484848"/>
                          </a:solidFill>
                          <a:latin typeface="+mn-lt"/>
                        </a:rPr>
                        <a:t>Risk &amp; Mitigation Plan</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alpha val="10196"/>
                      </a:srgbClr>
                    </a:solidFill>
                  </a:tcPr>
                </a:tc>
                <a:extLst>
                  <a:ext uri="{0D108BD9-81ED-4DB2-BD59-A6C34878D82A}">
                    <a16:rowId xmlns:a16="http://schemas.microsoft.com/office/drawing/2014/main" val="2043792630"/>
                  </a:ext>
                </a:extLst>
              </a:tr>
              <a:tr h="822960">
                <a:tc>
                  <a:txBody>
                    <a:bodyPr/>
                    <a:lstStyle/>
                    <a:p>
                      <a:pPr algn="ctr"/>
                      <a:r>
                        <a:rPr lang="en-IN" sz="1400" b="1">
                          <a:solidFill>
                            <a:srgbClr val="484848"/>
                          </a:solidFill>
                          <a:latin typeface="+mn-lt"/>
                        </a:rPr>
                        <a:t>Project Progress, </a:t>
                      </a:r>
                      <a:br>
                        <a:rPr lang="en-IN" sz="1400" b="1">
                          <a:solidFill>
                            <a:srgbClr val="484848"/>
                          </a:solidFill>
                          <a:latin typeface="+mn-lt"/>
                        </a:rPr>
                      </a:br>
                      <a:r>
                        <a:rPr lang="en-IN" sz="1400" b="1">
                          <a:solidFill>
                            <a:srgbClr val="484848"/>
                          </a:solidFill>
                          <a:latin typeface="+mn-lt"/>
                        </a:rPr>
                        <a:t>Risks &amp; Milestones</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alpha val="10196"/>
                      </a:srgbClr>
                    </a:solidFill>
                  </a:tcPr>
                </a:tc>
                <a:extLst>
                  <a:ext uri="{0D108BD9-81ED-4DB2-BD59-A6C34878D82A}">
                    <a16:rowId xmlns:a16="http://schemas.microsoft.com/office/drawing/2014/main" val="1342585171"/>
                  </a:ext>
                </a:extLst>
              </a:tr>
            </a:tbl>
          </a:graphicData>
        </a:graphic>
      </p:graphicFrame>
      <p:graphicFrame>
        <p:nvGraphicFramePr>
          <p:cNvPr id="108" name="Table 107">
            <a:extLst>
              <a:ext uri="{FF2B5EF4-FFF2-40B4-BE49-F238E27FC236}">
                <a16:creationId xmlns:a16="http://schemas.microsoft.com/office/drawing/2014/main" id="{4278DBA5-859E-743F-12F1-A06BD635893F}"/>
              </a:ext>
            </a:extLst>
          </p:cNvPr>
          <p:cNvGraphicFramePr>
            <a:graphicFrameLocks noGrp="1"/>
          </p:cNvGraphicFramePr>
          <p:nvPr>
            <p:extLst>
              <p:ext uri="{D42A27DB-BD31-4B8C-83A1-F6EECF244321}">
                <p14:modId xmlns:p14="http://schemas.microsoft.com/office/powerpoint/2010/main" val="3123496053"/>
              </p:ext>
            </p:extLst>
          </p:nvPr>
        </p:nvGraphicFramePr>
        <p:xfrm>
          <a:off x="3539856" y="2676607"/>
          <a:ext cx="2129981" cy="3291840"/>
        </p:xfrm>
        <a:graphic>
          <a:graphicData uri="http://schemas.openxmlformats.org/drawingml/2006/table">
            <a:tbl>
              <a:tblPr firstRow="1" bandRow="1"/>
              <a:tblGrid>
                <a:gridCol w="2129981">
                  <a:extLst>
                    <a:ext uri="{9D8B030D-6E8A-4147-A177-3AD203B41FA5}">
                      <a16:colId xmlns:a16="http://schemas.microsoft.com/office/drawing/2014/main" val="139034312"/>
                    </a:ext>
                  </a:extLst>
                </a:gridCol>
              </a:tblGrid>
              <a:tr h="822960">
                <a:tc>
                  <a:txBody>
                    <a:bodyPr/>
                    <a:lstStyle/>
                    <a:p>
                      <a:pPr algn="ctr"/>
                      <a:r>
                        <a:rPr lang="en-IN" sz="1400" b="1">
                          <a:solidFill>
                            <a:srgbClr val="494949"/>
                          </a:solidFill>
                          <a:latin typeface="+mn-lt"/>
                        </a:rPr>
                        <a:t>Status of Individual Deliverable</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84848">
                        <a:alpha val="10196"/>
                      </a:srgbClr>
                    </a:solidFill>
                  </a:tcPr>
                </a:tc>
                <a:extLst>
                  <a:ext uri="{0D108BD9-81ED-4DB2-BD59-A6C34878D82A}">
                    <a16:rowId xmlns:a16="http://schemas.microsoft.com/office/drawing/2014/main" val="2477667808"/>
                  </a:ext>
                </a:extLst>
              </a:tr>
              <a:tr h="822960">
                <a:tc>
                  <a:txBody>
                    <a:bodyPr/>
                    <a:lstStyle/>
                    <a:p>
                      <a:pPr algn="ctr"/>
                      <a:r>
                        <a:rPr lang="en-IN" sz="1400" b="1">
                          <a:solidFill>
                            <a:srgbClr val="494949"/>
                          </a:solidFill>
                          <a:latin typeface="+mn-lt"/>
                        </a:rPr>
                        <a:t>Status of All Deliverables</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84848">
                        <a:alpha val="10196"/>
                      </a:srgbClr>
                    </a:solidFill>
                  </a:tcPr>
                </a:tc>
                <a:extLst>
                  <a:ext uri="{0D108BD9-81ED-4DB2-BD59-A6C34878D82A}">
                    <a16:rowId xmlns:a16="http://schemas.microsoft.com/office/drawing/2014/main" val="2808052102"/>
                  </a:ext>
                </a:extLst>
              </a:tr>
              <a:tr h="822960">
                <a:tc>
                  <a:txBody>
                    <a:bodyPr/>
                    <a:lstStyle/>
                    <a:p>
                      <a:pPr algn="ctr"/>
                      <a:r>
                        <a:rPr lang="en-US" sz="1400" b="1">
                          <a:solidFill>
                            <a:srgbClr val="494949"/>
                          </a:solidFill>
                          <a:latin typeface="+mn-lt"/>
                        </a:rPr>
                        <a:t>Status of Risk &amp; </a:t>
                      </a:r>
                      <a:br>
                        <a:rPr lang="en-US" sz="1400" b="1">
                          <a:solidFill>
                            <a:srgbClr val="494949"/>
                          </a:solidFill>
                          <a:latin typeface="+mn-lt"/>
                        </a:rPr>
                      </a:br>
                      <a:r>
                        <a:rPr lang="en-US" sz="1400" b="1">
                          <a:solidFill>
                            <a:srgbClr val="494949"/>
                          </a:solidFill>
                          <a:latin typeface="+mn-lt"/>
                        </a:rPr>
                        <a:t>Mitigation Plan</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84848">
                        <a:alpha val="10196"/>
                      </a:srgbClr>
                    </a:solidFill>
                  </a:tcPr>
                </a:tc>
                <a:extLst>
                  <a:ext uri="{0D108BD9-81ED-4DB2-BD59-A6C34878D82A}">
                    <a16:rowId xmlns:a16="http://schemas.microsoft.com/office/drawing/2014/main" val="2043792630"/>
                  </a:ext>
                </a:extLst>
              </a:tr>
              <a:tr h="822960">
                <a:tc>
                  <a:txBody>
                    <a:bodyPr/>
                    <a:lstStyle/>
                    <a:p>
                      <a:pPr algn="ctr"/>
                      <a:r>
                        <a:rPr lang="en-US" sz="1400" b="1">
                          <a:solidFill>
                            <a:srgbClr val="494949"/>
                          </a:solidFill>
                          <a:latin typeface="+mn-lt"/>
                        </a:rPr>
                        <a:t>Overall Project Progress, Risks &amp; Mitigation &amp; Milestones</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84848">
                        <a:alpha val="10196"/>
                      </a:srgbClr>
                    </a:solidFill>
                  </a:tcPr>
                </a:tc>
                <a:extLst>
                  <a:ext uri="{0D108BD9-81ED-4DB2-BD59-A6C34878D82A}">
                    <a16:rowId xmlns:a16="http://schemas.microsoft.com/office/drawing/2014/main" val="1342585171"/>
                  </a:ext>
                </a:extLst>
              </a:tr>
            </a:tbl>
          </a:graphicData>
        </a:graphic>
      </p:graphicFrame>
      <p:graphicFrame>
        <p:nvGraphicFramePr>
          <p:cNvPr id="109" name="Table 108">
            <a:extLst>
              <a:ext uri="{FF2B5EF4-FFF2-40B4-BE49-F238E27FC236}">
                <a16:creationId xmlns:a16="http://schemas.microsoft.com/office/drawing/2014/main" id="{3205A3F5-3BB4-FDD4-D3BF-1B9FECFB19E3}"/>
              </a:ext>
            </a:extLst>
          </p:cNvPr>
          <p:cNvGraphicFramePr>
            <a:graphicFrameLocks noGrp="1"/>
          </p:cNvGraphicFramePr>
          <p:nvPr>
            <p:extLst>
              <p:ext uri="{D42A27DB-BD31-4B8C-83A1-F6EECF244321}">
                <p14:modId xmlns:p14="http://schemas.microsoft.com/office/powerpoint/2010/main" val="49553055"/>
              </p:ext>
            </p:extLst>
          </p:nvPr>
        </p:nvGraphicFramePr>
        <p:xfrm>
          <a:off x="6482951" y="2676607"/>
          <a:ext cx="2129981" cy="3291840"/>
        </p:xfrm>
        <a:graphic>
          <a:graphicData uri="http://schemas.openxmlformats.org/drawingml/2006/table">
            <a:tbl>
              <a:tblPr firstRow="1" bandRow="1"/>
              <a:tblGrid>
                <a:gridCol w="2129981">
                  <a:extLst>
                    <a:ext uri="{9D8B030D-6E8A-4147-A177-3AD203B41FA5}">
                      <a16:colId xmlns:a16="http://schemas.microsoft.com/office/drawing/2014/main" val="139034312"/>
                    </a:ext>
                  </a:extLst>
                </a:gridCol>
              </a:tblGrid>
              <a:tr h="822960">
                <a:tc>
                  <a:txBody>
                    <a:bodyPr/>
                    <a:lstStyle/>
                    <a:p>
                      <a:pPr algn="ctr"/>
                      <a:r>
                        <a:rPr lang="en-IN" sz="1400" b="1">
                          <a:solidFill>
                            <a:srgbClr val="484848"/>
                          </a:solidFill>
                          <a:latin typeface="+mn-lt"/>
                        </a:rPr>
                        <a:t>Weekly</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7D09">
                        <a:alpha val="10196"/>
                      </a:srgbClr>
                    </a:solidFill>
                  </a:tcPr>
                </a:tc>
                <a:extLst>
                  <a:ext uri="{0D108BD9-81ED-4DB2-BD59-A6C34878D82A}">
                    <a16:rowId xmlns:a16="http://schemas.microsoft.com/office/drawing/2014/main" val="2477667808"/>
                  </a:ext>
                </a:extLst>
              </a:tr>
              <a:tr h="822960">
                <a:tc>
                  <a:txBody>
                    <a:bodyPr/>
                    <a:lstStyle/>
                    <a:p>
                      <a:pPr algn="ctr"/>
                      <a:r>
                        <a:rPr lang="en-IN" sz="1400" b="1">
                          <a:solidFill>
                            <a:srgbClr val="484848"/>
                          </a:solidFill>
                          <a:latin typeface="+mn-lt"/>
                        </a:rPr>
                        <a:t>Weekly</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7D09">
                        <a:alpha val="10196"/>
                      </a:srgbClr>
                    </a:solidFill>
                  </a:tcPr>
                </a:tc>
                <a:extLst>
                  <a:ext uri="{0D108BD9-81ED-4DB2-BD59-A6C34878D82A}">
                    <a16:rowId xmlns:a16="http://schemas.microsoft.com/office/drawing/2014/main" val="2808052102"/>
                  </a:ext>
                </a:extLst>
              </a:tr>
              <a:tr h="822960">
                <a:tc>
                  <a:txBody>
                    <a:bodyPr/>
                    <a:lstStyle/>
                    <a:p>
                      <a:pPr algn="ctr"/>
                      <a:r>
                        <a:rPr lang="en-US" sz="1400" b="1">
                          <a:solidFill>
                            <a:srgbClr val="484848"/>
                          </a:solidFill>
                          <a:latin typeface="+mn-lt"/>
                        </a:rPr>
                        <a:t>Weekly</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7D09">
                        <a:alpha val="10196"/>
                      </a:srgbClr>
                    </a:solidFill>
                  </a:tcPr>
                </a:tc>
                <a:extLst>
                  <a:ext uri="{0D108BD9-81ED-4DB2-BD59-A6C34878D82A}">
                    <a16:rowId xmlns:a16="http://schemas.microsoft.com/office/drawing/2014/main" val="2043792630"/>
                  </a:ext>
                </a:extLst>
              </a:tr>
              <a:tr h="822960">
                <a:tc>
                  <a:txBody>
                    <a:bodyPr/>
                    <a:lstStyle/>
                    <a:p>
                      <a:pPr algn="ctr"/>
                      <a:r>
                        <a:rPr lang="en-US" sz="1400" b="1">
                          <a:solidFill>
                            <a:srgbClr val="484848"/>
                          </a:solidFill>
                          <a:latin typeface="+mn-lt"/>
                        </a:rPr>
                        <a:t>Weekly/Monthly/</a:t>
                      </a:r>
                    </a:p>
                    <a:p>
                      <a:pPr algn="ctr"/>
                      <a:r>
                        <a:rPr lang="en-US" sz="1400" b="1">
                          <a:solidFill>
                            <a:srgbClr val="484848"/>
                          </a:solidFill>
                          <a:latin typeface="+mn-lt"/>
                        </a:rPr>
                        <a:t>Milestone</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7D09">
                        <a:alpha val="10196"/>
                      </a:srgbClr>
                    </a:solidFill>
                  </a:tcPr>
                </a:tc>
                <a:extLst>
                  <a:ext uri="{0D108BD9-81ED-4DB2-BD59-A6C34878D82A}">
                    <a16:rowId xmlns:a16="http://schemas.microsoft.com/office/drawing/2014/main" val="1342585171"/>
                  </a:ext>
                </a:extLst>
              </a:tr>
            </a:tbl>
          </a:graphicData>
        </a:graphic>
      </p:graphicFrame>
      <p:graphicFrame>
        <p:nvGraphicFramePr>
          <p:cNvPr id="110" name="Table 109">
            <a:extLst>
              <a:ext uri="{FF2B5EF4-FFF2-40B4-BE49-F238E27FC236}">
                <a16:creationId xmlns:a16="http://schemas.microsoft.com/office/drawing/2014/main" id="{67DB5FF1-627C-5361-E38B-7C37A38A8121}"/>
              </a:ext>
            </a:extLst>
          </p:cNvPr>
          <p:cNvGraphicFramePr>
            <a:graphicFrameLocks noGrp="1"/>
          </p:cNvGraphicFramePr>
          <p:nvPr>
            <p:extLst>
              <p:ext uri="{D42A27DB-BD31-4B8C-83A1-F6EECF244321}">
                <p14:modId xmlns:p14="http://schemas.microsoft.com/office/powerpoint/2010/main" val="2020485703"/>
              </p:ext>
            </p:extLst>
          </p:nvPr>
        </p:nvGraphicFramePr>
        <p:xfrm>
          <a:off x="9420001" y="2676607"/>
          <a:ext cx="2129981" cy="3291840"/>
        </p:xfrm>
        <a:graphic>
          <a:graphicData uri="http://schemas.openxmlformats.org/drawingml/2006/table">
            <a:tbl>
              <a:tblPr firstRow="1" bandRow="1"/>
              <a:tblGrid>
                <a:gridCol w="2129981">
                  <a:extLst>
                    <a:ext uri="{9D8B030D-6E8A-4147-A177-3AD203B41FA5}">
                      <a16:colId xmlns:a16="http://schemas.microsoft.com/office/drawing/2014/main" val="139034312"/>
                    </a:ext>
                  </a:extLst>
                </a:gridCol>
              </a:tblGrid>
              <a:tr h="822960">
                <a:tc>
                  <a:txBody>
                    <a:bodyPr/>
                    <a:lstStyle/>
                    <a:p>
                      <a:pPr algn="ctr"/>
                      <a:r>
                        <a:rPr lang="en-US" sz="1400" b="1">
                          <a:solidFill>
                            <a:srgbClr val="484848"/>
                          </a:solidFill>
                          <a:latin typeface="+mn-lt"/>
                        </a:rPr>
                        <a:t>Owner of each deliverable &amp; Project Manager</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3363">
                        <a:alpha val="10196"/>
                      </a:srgbClr>
                    </a:solidFill>
                  </a:tcPr>
                </a:tc>
                <a:extLst>
                  <a:ext uri="{0D108BD9-81ED-4DB2-BD59-A6C34878D82A}">
                    <a16:rowId xmlns:a16="http://schemas.microsoft.com/office/drawing/2014/main" val="2477667808"/>
                  </a:ext>
                </a:extLst>
              </a:tr>
              <a:tr h="822960">
                <a:tc>
                  <a:txBody>
                    <a:bodyPr/>
                    <a:lstStyle/>
                    <a:p>
                      <a:pPr algn="ctr"/>
                      <a:r>
                        <a:rPr lang="en-US" sz="1400" b="1">
                          <a:solidFill>
                            <a:srgbClr val="484848"/>
                          </a:solidFill>
                          <a:latin typeface="+mn-lt"/>
                        </a:rPr>
                        <a:t>Project Managers, Project Sponsor &amp; Delivery Head</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3363">
                        <a:alpha val="10196"/>
                      </a:srgbClr>
                    </a:solidFill>
                  </a:tcPr>
                </a:tc>
                <a:extLst>
                  <a:ext uri="{0D108BD9-81ED-4DB2-BD59-A6C34878D82A}">
                    <a16:rowId xmlns:a16="http://schemas.microsoft.com/office/drawing/2014/main" val="2808052102"/>
                  </a:ext>
                </a:extLst>
              </a:tr>
              <a:tr h="822960">
                <a:tc>
                  <a:txBody>
                    <a:bodyPr/>
                    <a:lstStyle/>
                    <a:p>
                      <a:pPr algn="ctr"/>
                      <a:r>
                        <a:rPr lang="en-US" sz="1400" b="1">
                          <a:solidFill>
                            <a:srgbClr val="484848"/>
                          </a:solidFill>
                          <a:latin typeface="+mn-lt"/>
                        </a:rPr>
                        <a:t>Project Managers, Project Sponsor &amp; Delivery Head</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3363">
                        <a:alpha val="10196"/>
                      </a:srgbClr>
                    </a:solidFill>
                  </a:tcPr>
                </a:tc>
                <a:extLst>
                  <a:ext uri="{0D108BD9-81ED-4DB2-BD59-A6C34878D82A}">
                    <a16:rowId xmlns:a16="http://schemas.microsoft.com/office/drawing/2014/main" val="2043792630"/>
                  </a:ext>
                </a:extLst>
              </a:tr>
              <a:tr h="822960">
                <a:tc>
                  <a:txBody>
                    <a:bodyPr/>
                    <a:lstStyle/>
                    <a:p>
                      <a:pPr algn="ctr"/>
                      <a:r>
                        <a:rPr lang="en-US" sz="1400" b="1">
                          <a:solidFill>
                            <a:srgbClr val="484848"/>
                          </a:solidFill>
                          <a:latin typeface="+mn-lt"/>
                        </a:rPr>
                        <a:t>Steering Committee</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3363">
                        <a:alpha val="10196"/>
                      </a:srgbClr>
                    </a:solidFill>
                  </a:tcPr>
                </a:tc>
                <a:extLst>
                  <a:ext uri="{0D108BD9-81ED-4DB2-BD59-A6C34878D82A}">
                    <a16:rowId xmlns:a16="http://schemas.microsoft.com/office/drawing/2014/main" val="1342585171"/>
                  </a:ext>
                </a:extLst>
              </a:tr>
            </a:tbl>
          </a:graphicData>
        </a:graphic>
      </p:graphicFrame>
      <p:sp>
        <p:nvSpPr>
          <p:cNvPr id="111" name="Freeform: Shape 110">
            <a:extLst>
              <a:ext uri="{FF2B5EF4-FFF2-40B4-BE49-F238E27FC236}">
                <a16:creationId xmlns:a16="http://schemas.microsoft.com/office/drawing/2014/main" id="{52A6A0BB-AB92-75A4-1BF0-21BA24DA2539}"/>
              </a:ext>
            </a:extLst>
          </p:cNvPr>
          <p:cNvSpPr/>
          <p:nvPr/>
        </p:nvSpPr>
        <p:spPr>
          <a:xfrm rot="16200000">
            <a:off x="4043646" y="1394301"/>
            <a:ext cx="1084674" cy="1071244"/>
          </a:xfrm>
          <a:custGeom>
            <a:avLst/>
            <a:gdLst>
              <a:gd name="connsiteX0" fmla="*/ 640052 w 1264409"/>
              <a:gd name="connsiteY0" fmla="*/ 1248753 h 1248752"/>
              <a:gd name="connsiteX1" fmla="*/ 624358 w 1264409"/>
              <a:gd name="connsiteY1" fmla="*/ 1248753 h 1248752"/>
              <a:gd name="connsiteX2" fmla="*/ 0 w 1264409"/>
              <a:gd name="connsiteY2" fmla="*/ 624395 h 1248752"/>
              <a:gd name="connsiteX3" fmla="*/ 0 w 1264409"/>
              <a:gd name="connsiteY3" fmla="*/ 624395 h 1248752"/>
              <a:gd name="connsiteX4" fmla="*/ 624358 w 1264409"/>
              <a:gd name="connsiteY4" fmla="*/ 0 h 1248752"/>
              <a:gd name="connsiteX5" fmla="*/ 640052 w 1264409"/>
              <a:gd name="connsiteY5" fmla="*/ 0 h 1248752"/>
              <a:gd name="connsiteX6" fmla="*/ 1264410 w 1264409"/>
              <a:gd name="connsiteY6" fmla="*/ 624358 h 1248752"/>
              <a:gd name="connsiteX7" fmla="*/ 1264410 w 1264409"/>
              <a:gd name="connsiteY7" fmla="*/ 624358 h 1248752"/>
              <a:gd name="connsiteX8" fmla="*/ 640014 w 1264409"/>
              <a:gd name="connsiteY8" fmla="*/ 1248753 h 1248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64409" h="1248752">
                <a:moveTo>
                  <a:pt x="640052" y="1248753"/>
                </a:moveTo>
                <a:lnTo>
                  <a:pt x="624358" y="1248753"/>
                </a:lnTo>
                <a:cubicBezTo>
                  <a:pt x="279536" y="1248753"/>
                  <a:pt x="0" y="969217"/>
                  <a:pt x="0" y="624395"/>
                </a:cubicBezTo>
                <a:lnTo>
                  <a:pt x="0" y="624395"/>
                </a:lnTo>
                <a:cubicBezTo>
                  <a:pt x="0" y="279536"/>
                  <a:pt x="279536" y="0"/>
                  <a:pt x="624358" y="0"/>
                </a:cubicBezTo>
                <a:lnTo>
                  <a:pt x="640052" y="0"/>
                </a:lnTo>
                <a:cubicBezTo>
                  <a:pt x="984874" y="0"/>
                  <a:pt x="1264410" y="279536"/>
                  <a:pt x="1264410" y="624358"/>
                </a:cubicBezTo>
                <a:lnTo>
                  <a:pt x="1264410" y="624358"/>
                </a:lnTo>
                <a:cubicBezTo>
                  <a:pt x="1264410" y="969180"/>
                  <a:pt x="984874" y="1248753"/>
                  <a:pt x="640014" y="1248753"/>
                </a:cubicBezTo>
                <a:close/>
              </a:path>
            </a:pathLst>
          </a:custGeom>
          <a:solidFill>
            <a:schemeClr val="bg1"/>
          </a:solidFill>
          <a:ln w="3746" cap="flat">
            <a:solidFill>
              <a:srgbClr val="484848"/>
            </a:solidFill>
            <a:prstDash val="solid"/>
            <a:miter/>
          </a:ln>
        </p:spPr>
        <p:txBody>
          <a:bodyPr rtlCol="0" anchor="ctr"/>
          <a:lstStyle/>
          <a:p>
            <a:endParaRPr lang="en-IN"/>
          </a:p>
        </p:txBody>
      </p:sp>
      <p:sp>
        <p:nvSpPr>
          <p:cNvPr id="112" name="Freeform: Shape 111">
            <a:extLst>
              <a:ext uri="{FF2B5EF4-FFF2-40B4-BE49-F238E27FC236}">
                <a16:creationId xmlns:a16="http://schemas.microsoft.com/office/drawing/2014/main" id="{1A1E1C7D-FF96-4D32-DE04-F249BF6D765C}"/>
              </a:ext>
            </a:extLst>
          </p:cNvPr>
          <p:cNvSpPr/>
          <p:nvPr/>
        </p:nvSpPr>
        <p:spPr>
          <a:xfrm rot="16200000">
            <a:off x="6984455" y="1394301"/>
            <a:ext cx="1084674" cy="1071244"/>
          </a:xfrm>
          <a:custGeom>
            <a:avLst/>
            <a:gdLst>
              <a:gd name="connsiteX0" fmla="*/ 640052 w 1264409"/>
              <a:gd name="connsiteY0" fmla="*/ 1248753 h 1248752"/>
              <a:gd name="connsiteX1" fmla="*/ 624358 w 1264409"/>
              <a:gd name="connsiteY1" fmla="*/ 1248753 h 1248752"/>
              <a:gd name="connsiteX2" fmla="*/ 0 w 1264409"/>
              <a:gd name="connsiteY2" fmla="*/ 624395 h 1248752"/>
              <a:gd name="connsiteX3" fmla="*/ 0 w 1264409"/>
              <a:gd name="connsiteY3" fmla="*/ 624395 h 1248752"/>
              <a:gd name="connsiteX4" fmla="*/ 624358 w 1264409"/>
              <a:gd name="connsiteY4" fmla="*/ 0 h 1248752"/>
              <a:gd name="connsiteX5" fmla="*/ 640052 w 1264409"/>
              <a:gd name="connsiteY5" fmla="*/ 0 h 1248752"/>
              <a:gd name="connsiteX6" fmla="*/ 1264410 w 1264409"/>
              <a:gd name="connsiteY6" fmla="*/ 624358 h 1248752"/>
              <a:gd name="connsiteX7" fmla="*/ 1264410 w 1264409"/>
              <a:gd name="connsiteY7" fmla="*/ 624358 h 1248752"/>
              <a:gd name="connsiteX8" fmla="*/ 640014 w 1264409"/>
              <a:gd name="connsiteY8" fmla="*/ 1248753 h 1248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64409" h="1248752">
                <a:moveTo>
                  <a:pt x="640052" y="1248753"/>
                </a:moveTo>
                <a:lnTo>
                  <a:pt x="624358" y="1248753"/>
                </a:lnTo>
                <a:cubicBezTo>
                  <a:pt x="279536" y="1248753"/>
                  <a:pt x="0" y="969217"/>
                  <a:pt x="0" y="624395"/>
                </a:cubicBezTo>
                <a:lnTo>
                  <a:pt x="0" y="624395"/>
                </a:lnTo>
                <a:cubicBezTo>
                  <a:pt x="0" y="279536"/>
                  <a:pt x="279536" y="0"/>
                  <a:pt x="624358" y="0"/>
                </a:cubicBezTo>
                <a:lnTo>
                  <a:pt x="640052" y="0"/>
                </a:lnTo>
                <a:cubicBezTo>
                  <a:pt x="984874" y="0"/>
                  <a:pt x="1264410" y="279536"/>
                  <a:pt x="1264410" y="624358"/>
                </a:cubicBezTo>
                <a:lnTo>
                  <a:pt x="1264410" y="624358"/>
                </a:lnTo>
                <a:cubicBezTo>
                  <a:pt x="1264410" y="969180"/>
                  <a:pt x="984874" y="1248753"/>
                  <a:pt x="640014" y="1248753"/>
                </a:cubicBezTo>
                <a:close/>
              </a:path>
            </a:pathLst>
          </a:custGeom>
          <a:solidFill>
            <a:schemeClr val="bg1"/>
          </a:solidFill>
          <a:ln w="3746" cap="flat">
            <a:solidFill>
              <a:srgbClr val="EE7D09"/>
            </a:solidFill>
            <a:prstDash val="solid"/>
            <a:miter/>
          </a:ln>
        </p:spPr>
        <p:txBody>
          <a:bodyPr rtlCol="0" anchor="ctr"/>
          <a:lstStyle/>
          <a:p>
            <a:endParaRPr lang="en-IN"/>
          </a:p>
        </p:txBody>
      </p:sp>
      <p:sp>
        <p:nvSpPr>
          <p:cNvPr id="113" name="Freeform: Shape 112">
            <a:extLst>
              <a:ext uri="{FF2B5EF4-FFF2-40B4-BE49-F238E27FC236}">
                <a16:creationId xmlns:a16="http://schemas.microsoft.com/office/drawing/2014/main" id="{58772616-0DAA-7A22-EADA-A1EF61730FA5}"/>
              </a:ext>
            </a:extLst>
          </p:cNvPr>
          <p:cNvSpPr/>
          <p:nvPr/>
        </p:nvSpPr>
        <p:spPr>
          <a:xfrm rot="16200000">
            <a:off x="9925265" y="1394301"/>
            <a:ext cx="1084674" cy="1071244"/>
          </a:xfrm>
          <a:custGeom>
            <a:avLst/>
            <a:gdLst>
              <a:gd name="connsiteX0" fmla="*/ 640052 w 1264409"/>
              <a:gd name="connsiteY0" fmla="*/ 1248753 h 1248752"/>
              <a:gd name="connsiteX1" fmla="*/ 624358 w 1264409"/>
              <a:gd name="connsiteY1" fmla="*/ 1248753 h 1248752"/>
              <a:gd name="connsiteX2" fmla="*/ 0 w 1264409"/>
              <a:gd name="connsiteY2" fmla="*/ 624395 h 1248752"/>
              <a:gd name="connsiteX3" fmla="*/ 0 w 1264409"/>
              <a:gd name="connsiteY3" fmla="*/ 624395 h 1248752"/>
              <a:gd name="connsiteX4" fmla="*/ 624358 w 1264409"/>
              <a:gd name="connsiteY4" fmla="*/ 0 h 1248752"/>
              <a:gd name="connsiteX5" fmla="*/ 640052 w 1264409"/>
              <a:gd name="connsiteY5" fmla="*/ 0 h 1248752"/>
              <a:gd name="connsiteX6" fmla="*/ 1264410 w 1264409"/>
              <a:gd name="connsiteY6" fmla="*/ 624358 h 1248752"/>
              <a:gd name="connsiteX7" fmla="*/ 1264410 w 1264409"/>
              <a:gd name="connsiteY7" fmla="*/ 624358 h 1248752"/>
              <a:gd name="connsiteX8" fmla="*/ 640014 w 1264409"/>
              <a:gd name="connsiteY8" fmla="*/ 1248753 h 1248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64409" h="1248752">
                <a:moveTo>
                  <a:pt x="640052" y="1248753"/>
                </a:moveTo>
                <a:lnTo>
                  <a:pt x="624358" y="1248753"/>
                </a:lnTo>
                <a:cubicBezTo>
                  <a:pt x="279536" y="1248753"/>
                  <a:pt x="0" y="969217"/>
                  <a:pt x="0" y="624395"/>
                </a:cubicBezTo>
                <a:lnTo>
                  <a:pt x="0" y="624395"/>
                </a:lnTo>
                <a:cubicBezTo>
                  <a:pt x="0" y="279536"/>
                  <a:pt x="279536" y="0"/>
                  <a:pt x="624358" y="0"/>
                </a:cubicBezTo>
                <a:lnTo>
                  <a:pt x="640052" y="0"/>
                </a:lnTo>
                <a:cubicBezTo>
                  <a:pt x="984874" y="0"/>
                  <a:pt x="1264410" y="279536"/>
                  <a:pt x="1264410" y="624358"/>
                </a:cubicBezTo>
                <a:lnTo>
                  <a:pt x="1264410" y="624358"/>
                </a:lnTo>
                <a:cubicBezTo>
                  <a:pt x="1264410" y="969180"/>
                  <a:pt x="984874" y="1248753"/>
                  <a:pt x="640014" y="1248753"/>
                </a:cubicBezTo>
                <a:close/>
              </a:path>
            </a:pathLst>
          </a:custGeom>
          <a:solidFill>
            <a:schemeClr val="bg1"/>
          </a:solidFill>
          <a:ln w="3746" cap="flat">
            <a:solidFill>
              <a:srgbClr val="003363"/>
            </a:solidFill>
            <a:prstDash val="solid"/>
            <a:miter/>
          </a:ln>
        </p:spPr>
        <p:txBody>
          <a:bodyPr rtlCol="0" anchor="ctr"/>
          <a:lstStyle/>
          <a:p>
            <a:endParaRPr lang="en-IN"/>
          </a:p>
        </p:txBody>
      </p:sp>
      <p:sp>
        <p:nvSpPr>
          <p:cNvPr id="114" name="TextBox 113">
            <a:extLst>
              <a:ext uri="{FF2B5EF4-FFF2-40B4-BE49-F238E27FC236}">
                <a16:creationId xmlns:a16="http://schemas.microsoft.com/office/drawing/2014/main" id="{F19DACFF-9FF8-7016-1354-7A454FD3953D}"/>
              </a:ext>
            </a:extLst>
          </p:cNvPr>
          <p:cNvSpPr txBox="1"/>
          <p:nvPr/>
        </p:nvSpPr>
        <p:spPr>
          <a:xfrm>
            <a:off x="901979" y="836159"/>
            <a:ext cx="156210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all" spc="0" normalizeH="0" baseline="0" noProof="0">
                <a:ln>
                  <a:noFill/>
                </a:ln>
                <a:solidFill>
                  <a:schemeClr val="bg1"/>
                </a:solidFill>
                <a:effectLst/>
                <a:uLnTx/>
                <a:uFillTx/>
                <a:latin typeface="Calibri" panose="020F0502020204030204"/>
                <a:ea typeface="+mn-ea"/>
                <a:cs typeface="+mn-cs"/>
              </a:rPr>
              <a:t>Metric</a:t>
            </a:r>
          </a:p>
        </p:txBody>
      </p:sp>
      <p:sp>
        <p:nvSpPr>
          <p:cNvPr id="115" name="TextBox 114">
            <a:extLst>
              <a:ext uri="{FF2B5EF4-FFF2-40B4-BE49-F238E27FC236}">
                <a16:creationId xmlns:a16="http://schemas.microsoft.com/office/drawing/2014/main" id="{8CD2D2DF-BCDC-AE20-6B8B-BC4920653C09}"/>
              </a:ext>
            </a:extLst>
          </p:cNvPr>
          <p:cNvSpPr txBox="1"/>
          <p:nvPr/>
        </p:nvSpPr>
        <p:spPr>
          <a:xfrm>
            <a:off x="3846362" y="830917"/>
            <a:ext cx="156210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all" spc="0" normalizeH="0" baseline="0" noProof="0">
                <a:ln>
                  <a:noFill/>
                </a:ln>
                <a:solidFill>
                  <a:schemeClr val="bg1"/>
                </a:solidFill>
                <a:effectLst/>
                <a:uLnTx/>
                <a:uFillTx/>
                <a:latin typeface="Calibri" panose="020F0502020204030204"/>
                <a:ea typeface="+mn-ea"/>
                <a:cs typeface="+mn-cs"/>
              </a:rPr>
              <a:t>Description</a:t>
            </a:r>
          </a:p>
        </p:txBody>
      </p:sp>
      <p:sp>
        <p:nvSpPr>
          <p:cNvPr id="116" name="TextBox 115">
            <a:extLst>
              <a:ext uri="{FF2B5EF4-FFF2-40B4-BE49-F238E27FC236}">
                <a16:creationId xmlns:a16="http://schemas.microsoft.com/office/drawing/2014/main" id="{A26AAB31-1B65-83B3-4631-B0419A00A947}"/>
              </a:ext>
            </a:extLst>
          </p:cNvPr>
          <p:cNvSpPr txBox="1"/>
          <p:nvPr/>
        </p:nvSpPr>
        <p:spPr>
          <a:xfrm>
            <a:off x="6739175" y="836159"/>
            <a:ext cx="156210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all" spc="0" normalizeH="0" baseline="0" noProof="0">
                <a:ln>
                  <a:noFill/>
                </a:ln>
                <a:solidFill>
                  <a:schemeClr val="bg1"/>
                </a:solidFill>
                <a:effectLst/>
                <a:uLnTx/>
                <a:uFillTx/>
                <a:latin typeface="Calibri" panose="020F0502020204030204"/>
                <a:ea typeface="+mn-ea"/>
                <a:cs typeface="+mn-cs"/>
              </a:rPr>
              <a:t>Frequency</a:t>
            </a:r>
          </a:p>
        </p:txBody>
      </p:sp>
      <p:sp>
        <p:nvSpPr>
          <p:cNvPr id="117" name="TextBox 116">
            <a:extLst>
              <a:ext uri="{FF2B5EF4-FFF2-40B4-BE49-F238E27FC236}">
                <a16:creationId xmlns:a16="http://schemas.microsoft.com/office/drawing/2014/main" id="{367C642C-BE8A-5744-A473-DC19A1DA6AAD}"/>
              </a:ext>
            </a:extLst>
          </p:cNvPr>
          <p:cNvSpPr txBox="1"/>
          <p:nvPr/>
        </p:nvSpPr>
        <p:spPr>
          <a:xfrm>
            <a:off x="9469008" y="836159"/>
            <a:ext cx="195722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all" spc="0" normalizeH="0" baseline="0" noProof="0">
                <a:ln>
                  <a:noFill/>
                </a:ln>
                <a:solidFill>
                  <a:schemeClr val="bg1"/>
                </a:solidFill>
                <a:effectLst/>
                <a:uLnTx/>
                <a:uFillTx/>
                <a:latin typeface="Calibri" panose="020F0502020204030204"/>
                <a:ea typeface="+mn-ea"/>
                <a:cs typeface="+mn-cs"/>
              </a:rPr>
              <a:t>Stake Holders</a:t>
            </a:r>
          </a:p>
        </p:txBody>
      </p:sp>
      <p:pic>
        <p:nvPicPr>
          <p:cNvPr id="119" name="Graphic 118">
            <a:extLst>
              <a:ext uri="{FF2B5EF4-FFF2-40B4-BE49-F238E27FC236}">
                <a16:creationId xmlns:a16="http://schemas.microsoft.com/office/drawing/2014/main" id="{77D8A36E-6923-FB3D-A55F-008F4A4FB70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99992" y="1542463"/>
            <a:ext cx="720392" cy="720392"/>
          </a:xfrm>
          <a:prstGeom prst="rect">
            <a:avLst/>
          </a:prstGeom>
        </p:spPr>
      </p:pic>
      <p:pic>
        <p:nvPicPr>
          <p:cNvPr id="121" name="Graphic 120">
            <a:extLst>
              <a:ext uri="{FF2B5EF4-FFF2-40B4-BE49-F238E27FC236}">
                <a16:creationId xmlns:a16="http://schemas.microsoft.com/office/drawing/2014/main" id="{0EE61ACC-5A31-7D0B-7794-35915D495CC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288257" y="1579612"/>
            <a:ext cx="672244" cy="672244"/>
          </a:xfrm>
          <a:prstGeom prst="rect">
            <a:avLst/>
          </a:prstGeom>
        </p:spPr>
      </p:pic>
      <p:pic>
        <p:nvPicPr>
          <p:cNvPr id="123" name="Graphic 122">
            <a:extLst>
              <a:ext uri="{FF2B5EF4-FFF2-40B4-BE49-F238E27FC236}">
                <a16:creationId xmlns:a16="http://schemas.microsoft.com/office/drawing/2014/main" id="{C82F97D3-CA2C-3758-BBAD-0C950AA35EA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152580" y="1591657"/>
            <a:ext cx="735290" cy="735290"/>
          </a:xfrm>
          <a:prstGeom prst="rect">
            <a:avLst/>
          </a:prstGeom>
        </p:spPr>
      </p:pic>
      <p:pic>
        <p:nvPicPr>
          <p:cNvPr id="125" name="Graphic 124">
            <a:extLst>
              <a:ext uri="{FF2B5EF4-FFF2-40B4-BE49-F238E27FC236}">
                <a16:creationId xmlns:a16="http://schemas.microsoft.com/office/drawing/2014/main" id="{A6830EF9-D4A5-672B-15AA-71FF3EF8274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114624" y="1542463"/>
            <a:ext cx="705920" cy="705920"/>
          </a:xfrm>
          <a:prstGeom prst="rect">
            <a:avLst/>
          </a:prstGeom>
        </p:spPr>
      </p:pic>
    </p:spTree>
    <p:extLst>
      <p:ext uri="{BB962C8B-B14F-4D97-AF65-F5344CB8AC3E}">
        <p14:creationId xmlns:p14="http://schemas.microsoft.com/office/powerpoint/2010/main" val="20746406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Group 60">
            <a:extLst>
              <a:ext uri="{FF2B5EF4-FFF2-40B4-BE49-F238E27FC236}">
                <a16:creationId xmlns:a16="http://schemas.microsoft.com/office/drawing/2014/main" id="{614F657C-60D9-4D72-92B9-9CA86DDD1372}"/>
              </a:ext>
            </a:extLst>
          </p:cNvPr>
          <p:cNvGraphicFramePr>
            <a:graphicFrameLocks/>
          </p:cNvGraphicFramePr>
          <p:nvPr>
            <p:extLst>
              <p:ext uri="{D42A27DB-BD31-4B8C-83A1-F6EECF244321}">
                <p14:modId xmlns:p14="http://schemas.microsoft.com/office/powerpoint/2010/main" val="3214397837"/>
              </p:ext>
            </p:extLst>
          </p:nvPr>
        </p:nvGraphicFramePr>
        <p:xfrm>
          <a:off x="282575" y="728663"/>
          <a:ext cx="11628000" cy="2013452"/>
        </p:xfrm>
        <a:graphic>
          <a:graphicData uri="http://schemas.openxmlformats.org/drawingml/2006/table">
            <a:tbl>
              <a:tblPr firstRow="1">
                <a:tableStyleId>{5C22544A-7EE6-4342-B048-85BDC9FD1C3A}</a:tableStyleId>
              </a:tblPr>
              <a:tblGrid>
                <a:gridCol w="3060000">
                  <a:extLst>
                    <a:ext uri="{9D8B030D-6E8A-4147-A177-3AD203B41FA5}">
                      <a16:colId xmlns:a16="http://schemas.microsoft.com/office/drawing/2014/main" val="20000"/>
                    </a:ext>
                  </a:extLst>
                </a:gridCol>
                <a:gridCol w="8568000">
                  <a:extLst>
                    <a:ext uri="{9D8B030D-6E8A-4147-A177-3AD203B41FA5}">
                      <a16:colId xmlns:a16="http://schemas.microsoft.com/office/drawing/2014/main" val="20001"/>
                    </a:ext>
                  </a:extLst>
                </a:gridCol>
              </a:tblGrid>
              <a:tr h="504000">
                <a:tc>
                  <a:txBody>
                    <a:bodyPr/>
                    <a:lstStyle/>
                    <a:p>
                      <a:pPr marL="0" marR="0" lvl="0" indent="0" algn="l" defTabSz="914400" rtl="0" eaLnBrk="0" fontAlgn="base" latinLnBrk="0" hangingPunct="0">
                        <a:lnSpc>
                          <a:spcPct val="115000"/>
                        </a:lnSpc>
                        <a:spcBef>
                          <a:spcPct val="0"/>
                        </a:spcBef>
                        <a:spcAft>
                          <a:spcPct val="0"/>
                        </a:spcAft>
                        <a:buClrTx/>
                        <a:buSzPct val="85000"/>
                        <a:buFontTx/>
                        <a:buNone/>
                        <a:tabLst/>
                        <a:defRPr/>
                      </a:pPr>
                      <a:r>
                        <a:rPr kumimoji="0" lang="en-US" sz="1800" b="1" i="0" u="none" strike="noStrike" kern="1200" cap="none" spc="0" normalizeH="0" baseline="0" noProof="0">
                          <a:ln>
                            <a:noFill/>
                          </a:ln>
                          <a:solidFill>
                            <a:schemeClr val="bg1"/>
                          </a:solidFill>
                          <a:effectLst/>
                          <a:uLnTx/>
                          <a:uFillTx/>
                          <a:latin typeface="+mn-lt"/>
                        </a:rPr>
                        <a:t>Deliverable</a:t>
                      </a:r>
                      <a:endParaRPr kumimoji="0" lang="en-US" sz="1800" b="1" i="0" u="none" strike="noStrike" cap="none" normalizeH="0" baseline="0">
                        <a:ln>
                          <a:noFill/>
                        </a:ln>
                        <a:solidFill>
                          <a:schemeClr val="bg1"/>
                        </a:solidFill>
                        <a:effectLst/>
                        <a:latin typeface="+mn-lt"/>
                      </a:endParaRPr>
                    </a:p>
                  </a:txBody>
                  <a:tcPr marL="66196" marR="66196" marT="33711" marB="33711" anchor="ctr" horzOverflow="overflow">
                    <a:lnL w="3175" cap="flat" cmpd="sng" algn="ctr">
                      <a:solidFill>
                        <a:srgbClr val="484848"/>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rgbClr val="484848"/>
                      </a:solidFill>
                      <a:prstDash val="solid"/>
                      <a:round/>
                      <a:headEnd type="none" w="med" len="med"/>
                      <a:tailEnd type="none" w="med" len="med"/>
                    </a:lnT>
                    <a:lnB w="3175" cap="flat" cmpd="sng" algn="ctr">
                      <a:solidFill>
                        <a:srgbClr val="484848"/>
                      </a:solidFill>
                      <a:prstDash val="solid"/>
                      <a:round/>
                      <a:headEnd type="none" w="med" len="med"/>
                      <a:tailEnd type="none" w="med" len="med"/>
                    </a:lnB>
                    <a:solidFill>
                      <a:srgbClr val="0070C0"/>
                    </a:solidFill>
                  </a:tcPr>
                </a:tc>
                <a:tc>
                  <a:txBody>
                    <a:bodyPr/>
                    <a:lstStyle/>
                    <a:p>
                      <a:pPr marL="0" marR="0" lvl="0" indent="0" algn="l" defTabSz="914400" rtl="0" eaLnBrk="0" fontAlgn="base" latinLnBrk="0" hangingPunct="0">
                        <a:lnSpc>
                          <a:spcPct val="115000"/>
                        </a:lnSpc>
                        <a:spcBef>
                          <a:spcPct val="0"/>
                        </a:spcBef>
                        <a:spcAft>
                          <a:spcPts val="1000"/>
                        </a:spcAft>
                        <a:buClrTx/>
                        <a:buSzPct val="85000"/>
                        <a:buFontTx/>
                        <a:buNone/>
                        <a:tabLst/>
                      </a:pPr>
                      <a:r>
                        <a:rPr kumimoji="0" lang="en-US" sz="1800" b="1" u="none" strike="noStrike" cap="none" normalizeH="0" baseline="0">
                          <a:ln>
                            <a:noFill/>
                          </a:ln>
                          <a:solidFill>
                            <a:schemeClr val="bg1"/>
                          </a:solidFill>
                          <a:effectLst/>
                        </a:rPr>
                        <a:t>Description</a:t>
                      </a:r>
                      <a:endParaRPr kumimoji="0" lang="en-US" sz="1800" b="1" i="0" u="none" strike="noStrike" cap="none" normalizeH="0" baseline="0">
                        <a:ln>
                          <a:noFill/>
                        </a:ln>
                        <a:solidFill>
                          <a:schemeClr val="bg1"/>
                        </a:solidFill>
                        <a:effectLst/>
                        <a:latin typeface="+mn-lt"/>
                        <a:ea typeface="Calibri"/>
                        <a:cs typeface="Calibri"/>
                      </a:endParaRPr>
                    </a:p>
                  </a:txBody>
                  <a:tcPr marL="66196" marR="66196" marT="33711" marB="33711" anchor="ctr" horzOverflow="overflow">
                    <a:lnL w="3175" cap="flat" cmpd="sng" algn="ctr">
                      <a:solidFill>
                        <a:schemeClr val="bg1"/>
                      </a:solidFill>
                      <a:prstDash val="solid"/>
                      <a:round/>
                      <a:headEnd type="none" w="med" len="med"/>
                      <a:tailEnd type="none" w="med" len="med"/>
                    </a:lnL>
                    <a:lnR w="3175" cap="flat" cmpd="sng" algn="ctr">
                      <a:solidFill>
                        <a:srgbClr val="484848"/>
                      </a:solidFill>
                      <a:prstDash val="solid"/>
                      <a:round/>
                      <a:headEnd type="none" w="med" len="med"/>
                      <a:tailEnd type="none" w="med" len="med"/>
                    </a:lnR>
                    <a:lnT w="3175" cap="flat" cmpd="sng" algn="ctr">
                      <a:solidFill>
                        <a:srgbClr val="484848"/>
                      </a:solidFill>
                      <a:prstDash val="solid"/>
                      <a:round/>
                      <a:headEnd type="none" w="med" len="med"/>
                      <a:tailEnd type="none" w="med" len="med"/>
                    </a:lnT>
                    <a:lnB w="3175" cap="flat" cmpd="sng" algn="ctr">
                      <a:solidFill>
                        <a:srgbClr val="484848"/>
                      </a:solidFill>
                      <a:prstDash val="solid"/>
                      <a:round/>
                      <a:headEnd type="none" w="med" len="med"/>
                      <a:tailEnd type="none" w="med" len="med"/>
                    </a:lnB>
                    <a:solidFill>
                      <a:srgbClr val="0070C0"/>
                    </a:solidFill>
                  </a:tcPr>
                </a:tc>
                <a:extLst>
                  <a:ext uri="{0D108BD9-81ED-4DB2-BD59-A6C34878D82A}">
                    <a16:rowId xmlns:a16="http://schemas.microsoft.com/office/drawing/2014/main" val="10000"/>
                  </a:ext>
                </a:extLst>
              </a:tr>
              <a:tr h="754726">
                <a:tc>
                  <a:txBody>
                    <a:bodyPr/>
                    <a:lstStyle/>
                    <a:p>
                      <a:pPr marL="0" marR="0" lvl="0" indent="0" algn="l" defTabSz="914400" rtl="0" eaLnBrk="0" fontAlgn="base" latinLnBrk="0" hangingPunct="0">
                        <a:lnSpc>
                          <a:spcPct val="100000"/>
                        </a:lnSpc>
                        <a:spcBef>
                          <a:spcPct val="0"/>
                        </a:spcBef>
                        <a:spcAft>
                          <a:spcPct val="0"/>
                        </a:spcAft>
                        <a:buClrTx/>
                        <a:buSzPct val="85000"/>
                        <a:buFontTx/>
                        <a:buNone/>
                        <a:tabLst/>
                      </a:pPr>
                      <a:r>
                        <a:rPr lang="en-US" sz="1600" b="1" kern="1200">
                          <a:solidFill>
                            <a:schemeClr val="bg1"/>
                          </a:solidFill>
                          <a:effectLst/>
                          <a:latin typeface="+mn-lt"/>
                          <a:ea typeface="+mn-ea"/>
                          <a:cs typeface="+mn-cs"/>
                        </a:rPr>
                        <a:t>Migration Plan and Specifications</a:t>
                      </a:r>
                    </a:p>
                  </a:txBody>
                  <a:tcPr marL="68580" marR="68580" marT="0" marB="0" anchor="ctr">
                    <a:lnL w="3175" cap="flat" cmpd="sng" algn="ctr">
                      <a:solidFill>
                        <a:srgbClr val="484848"/>
                      </a:solidFill>
                      <a:prstDash val="solid"/>
                      <a:round/>
                      <a:headEnd type="none" w="med" len="med"/>
                      <a:tailEnd type="none" w="med" len="med"/>
                    </a:lnL>
                    <a:lnR w="3175" cap="flat" cmpd="sng" algn="ctr">
                      <a:solidFill>
                        <a:srgbClr val="484848"/>
                      </a:solidFill>
                      <a:prstDash val="solid"/>
                      <a:round/>
                      <a:headEnd type="none" w="med" len="med"/>
                      <a:tailEnd type="none" w="med" len="med"/>
                    </a:lnR>
                    <a:lnT w="3175" cap="flat" cmpd="sng" algn="ctr">
                      <a:solidFill>
                        <a:srgbClr val="484848"/>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rgbClr val="484848"/>
                    </a:solidFill>
                  </a:tcPr>
                </a:tc>
                <a:tc>
                  <a:txBody>
                    <a:bodyPr/>
                    <a:lstStyle/>
                    <a:p>
                      <a:pPr lvl="0"/>
                      <a:r>
                        <a:rPr lang="en-US" sz="1600" u="none" strike="noStrike" kern="1200">
                          <a:solidFill>
                            <a:srgbClr val="484848"/>
                          </a:solidFill>
                          <a:effectLst/>
                          <a:latin typeface="+mn-lt"/>
                          <a:ea typeface="+mn-ea"/>
                          <a:cs typeface="+mn-cs"/>
                        </a:rPr>
                        <a:t>Provides the plan, approach and detailed requirements for the migration</a:t>
                      </a:r>
                    </a:p>
                  </a:txBody>
                  <a:tcPr marL="68580" marR="68580" marT="0" marB="0" anchor="ctr">
                    <a:lnL w="3175" cap="flat" cmpd="sng" algn="ctr">
                      <a:solidFill>
                        <a:srgbClr val="484848"/>
                      </a:solidFill>
                      <a:prstDash val="solid"/>
                      <a:round/>
                      <a:headEnd type="none" w="med" len="med"/>
                      <a:tailEnd type="none" w="med" len="med"/>
                    </a:lnL>
                    <a:lnR w="3175" cap="flat" cmpd="sng" algn="ctr">
                      <a:solidFill>
                        <a:srgbClr val="484848"/>
                      </a:solidFill>
                      <a:prstDash val="solid"/>
                      <a:round/>
                      <a:headEnd type="none" w="med" len="med"/>
                      <a:tailEnd type="none" w="med" len="med"/>
                    </a:lnR>
                    <a:lnT w="3175" cap="flat" cmpd="sng" algn="ctr">
                      <a:solidFill>
                        <a:srgbClr val="484848"/>
                      </a:solidFill>
                      <a:prstDash val="solid"/>
                      <a:round/>
                      <a:headEnd type="none" w="med" len="med"/>
                      <a:tailEnd type="none" w="med" len="med"/>
                    </a:lnT>
                    <a:lnB w="3175" cap="flat" cmpd="sng" algn="ctr">
                      <a:solidFill>
                        <a:srgbClr val="484848"/>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5714228"/>
                  </a:ext>
                </a:extLst>
              </a:tr>
              <a:tr h="754726">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0" fontAlgn="base" latinLnBrk="0" hangingPunct="0">
                        <a:lnSpc>
                          <a:spcPct val="100000"/>
                        </a:lnSpc>
                        <a:spcBef>
                          <a:spcPct val="0"/>
                        </a:spcBef>
                        <a:spcAft>
                          <a:spcPct val="0"/>
                        </a:spcAft>
                        <a:buClrTx/>
                        <a:buSzPct val="85000"/>
                        <a:buFontTx/>
                        <a:buNone/>
                        <a:tabLst/>
                        <a:defRPr/>
                      </a:pPr>
                      <a:r>
                        <a:rPr lang="en-US" sz="1600" b="1" kern="1200">
                          <a:solidFill>
                            <a:schemeClr val="bg1"/>
                          </a:solidFill>
                          <a:effectLst/>
                          <a:latin typeface="+mn-lt"/>
                          <a:ea typeface="+mn-ea"/>
                          <a:cs typeface="+mn-cs"/>
                        </a:rPr>
                        <a:t>Migration Summary Report (MSR)</a:t>
                      </a:r>
                    </a:p>
                  </a:txBody>
                  <a:tcPr marL="66196" marR="66196" marT="33711" marB="33711" anchor="ctr" horzOverflow="overflow">
                    <a:lnL w="3175" cap="flat" cmpd="sng" algn="ctr">
                      <a:solidFill>
                        <a:srgbClr val="484848"/>
                      </a:solidFill>
                      <a:prstDash val="solid"/>
                      <a:round/>
                      <a:headEnd type="none" w="med" len="med"/>
                      <a:tailEnd type="none" w="med" len="med"/>
                    </a:lnL>
                    <a:lnR w="3175" cap="flat" cmpd="sng" algn="ctr">
                      <a:solidFill>
                        <a:srgbClr val="484848"/>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rgbClr val="484848"/>
                      </a:solidFill>
                      <a:prstDash val="solid"/>
                      <a:round/>
                      <a:headEnd type="none" w="med" len="med"/>
                      <a:tailEnd type="none" w="med" len="med"/>
                    </a:lnB>
                    <a:solidFill>
                      <a:srgbClr val="484848"/>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a:solidFill>
                            <a:srgbClr val="484848"/>
                          </a:solidFill>
                          <a:effectLst/>
                          <a:latin typeface="+mn-lt"/>
                          <a:ea typeface="+mn-ea"/>
                          <a:cs typeface="+mn-cs"/>
                        </a:rPr>
                        <a:t>This document summarizes verification effort and results for the project </a:t>
                      </a:r>
                    </a:p>
                  </a:txBody>
                  <a:tcPr marL="66196" marR="66196" marT="33711" marB="33711" anchor="ctr" horzOverflow="overflow">
                    <a:lnL w="3175" cap="flat" cmpd="sng" algn="ctr">
                      <a:solidFill>
                        <a:srgbClr val="484848"/>
                      </a:solidFill>
                      <a:prstDash val="solid"/>
                      <a:round/>
                      <a:headEnd type="none" w="med" len="med"/>
                      <a:tailEnd type="none" w="med" len="med"/>
                    </a:lnL>
                    <a:lnR w="3175" cap="flat" cmpd="sng" algn="ctr">
                      <a:solidFill>
                        <a:srgbClr val="484848"/>
                      </a:solidFill>
                      <a:prstDash val="solid"/>
                      <a:round/>
                      <a:headEnd type="none" w="med" len="med"/>
                      <a:tailEnd type="none" w="med" len="med"/>
                    </a:lnR>
                    <a:lnT w="3175" cap="flat" cmpd="sng" algn="ctr">
                      <a:solidFill>
                        <a:srgbClr val="484848"/>
                      </a:solidFill>
                      <a:prstDash val="solid"/>
                      <a:round/>
                      <a:headEnd type="none" w="med" len="med"/>
                      <a:tailEnd type="none" w="med" len="med"/>
                    </a:lnT>
                    <a:lnB w="3175" cap="flat" cmpd="sng" algn="ctr">
                      <a:solidFill>
                        <a:srgbClr val="484848"/>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36420727"/>
                  </a:ext>
                </a:extLst>
              </a:tr>
            </a:tbl>
          </a:graphicData>
        </a:graphic>
      </p:graphicFrame>
      <p:sp>
        <p:nvSpPr>
          <p:cNvPr id="4" name="Title 3">
            <a:extLst>
              <a:ext uri="{FF2B5EF4-FFF2-40B4-BE49-F238E27FC236}">
                <a16:creationId xmlns:a16="http://schemas.microsoft.com/office/drawing/2014/main" id="{81468B9C-3E09-6551-841B-C7DE1285CFAF}"/>
              </a:ext>
            </a:extLst>
          </p:cNvPr>
          <p:cNvSpPr>
            <a:spLocks noGrp="1"/>
          </p:cNvSpPr>
          <p:nvPr>
            <p:ph type="title"/>
          </p:nvPr>
        </p:nvSpPr>
        <p:spPr/>
        <p:txBody>
          <a:bodyPr/>
          <a:lstStyle/>
          <a:p>
            <a:r>
              <a:rPr lang="en-IN" dirty="0">
                <a:highlight>
                  <a:srgbClr val="FFFF00"/>
                </a:highlight>
              </a:rPr>
              <a:t>Migration Deliverables</a:t>
            </a:r>
          </a:p>
        </p:txBody>
      </p:sp>
      <p:sp>
        <p:nvSpPr>
          <p:cNvPr id="2" name="Rectangle 1">
            <a:extLst>
              <a:ext uri="{FF2B5EF4-FFF2-40B4-BE49-F238E27FC236}">
                <a16:creationId xmlns:a16="http://schemas.microsoft.com/office/drawing/2014/main" id="{CC47FBD6-4B92-85B1-7096-E3E6129AFBD6}"/>
              </a:ext>
            </a:extLst>
          </p:cNvPr>
          <p:cNvSpPr/>
          <p:nvPr/>
        </p:nvSpPr>
        <p:spPr>
          <a:xfrm>
            <a:off x="4368800" y="3285067"/>
            <a:ext cx="2438400" cy="1380066"/>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Only if Data Migration is in Scope</a:t>
            </a:r>
          </a:p>
        </p:txBody>
      </p:sp>
    </p:spTree>
    <p:extLst>
      <p:ext uri="{BB962C8B-B14F-4D97-AF65-F5344CB8AC3E}">
        <p14:creationId xmlns:p14="http://schemas.microsoft.com/office/powerpoint/2010/main" val="167428731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C66430-F547-7D40-8933-22D637C55F5B}"/>
              </a:ext>
            </a:extLst>
          </p:cNvPr>
          <p:cNvSpPr>
            <a:spLocks noGrp="1"/>
          </p:cNvSpPr>
          <p:nvPr>
            <p:ph type="title"/>
          </p:nvPr>
        </p:nvSpPr>
        <p:spPr>
          <a:xfrm>
            <a:off x="179221" y="82294"/>
            <a:ext cx="10515600" cy="615950"/>
          </a:xfrm>
        </p:spPr>
        <p:txBody>
          <a:bodyPr/>
          <a:lstStyle/>
          <a:p>
            <a:r>
              <a:rPr lang="en-US"/>
              <a:t>Project Deliverables</a:t>
            </a:r>
          </a:p>
        </p:txBody>
      </p:sp>
      <p:graphicFrame>
        <p:nvGraphicFramePr>
          <p:cNvPr id="2" name="Table 1">
            <a:extLst>
              <a:ext uri="{FF2B5EF4-FFF2-40B4-BE49-F238E27FC236}">
                <a16:creationId xmlns:a16="http://schemas.microsoft.com/office/drawing/2014/main" id="{196FAC67-BADF-DF82-A6D9-394B236AD9F1}"/>
              </a:ext>
            </a:extLst>
          </p:cNvPr>
          <p:cNvGraphicFramePr>
            <a:graphicFrameLocks noGrp="1"/>
          </p:cNvGraphicFramePr>
          <p:nvPr/>
        </p:nvGraphicFramePr>
        <p:xfrm>
          <a:off x="295537" y="698500"/>
          <a:ext cx="11628000" cy="4151227"/>
        </p:xfrm>
        <a:graphic>
          <a:graphicData uri="http://schemas.openxmlformats.org/drawingml/2006/table">
            <a:tbl>
              <a:tblPr firstRow="1" firstCol="1" bandRow="1">
                <a:tableStyleId>{5C22544A-7EE6-4342-B048-85BDC9FD1C3A}</a:tableStyleId>
              </a:tblPr>
              <a:tblGrid>
                <a:gridCol w="3168000">
                  <a:extLst>
                    <a:ext uri="{9D8B030D-6E8A-4147-A177-3AD203B41FA5}">
                      <a16:colId xmlns:a16="http://schemas.microsoft.com/office/drawing/2014/main" val="2503813123"/>
                    </a:ext>
                  </a:extLst>
                </a:gridCol>
                <a:gridCol w="8460000">
                  <a:extLst>
                    <a:ext uri="{9D8B030D-6E8A-4147-A177-3AD203B41FA5}">
                      <a16:colId xmlns:a16="http://schemas.microsoft.com/office/drawing/2014/main" val="685906716"/>
                    </a:ext>
                  </a:extLst>
                </a:gridCol>
              </a:tblGrid>
              <a:tr h="576000">
                <a:tc>
                  <a:txBody>
                    <a:bodyPr/>
                    <a:lstStyle/>
                    <a:p>
                      <a:pPr marL="144000" marR="0" algn="just">
                        <a:tabLst>
                          <a:tab pos="228600" algn="l"/>
                          <a:tab pos="457200" algn="l"/>
                        </a:tabLst>
                      </a:pPr>
                      <a:r>
                        <a:rPr lang="en-US" sz="1800" u="none">
                          <a:effectLst/>
                        </a:rPr>
                        <a:t>Deliverable Name</a:t>
                      </a:r>
                      <a:endParaRPr lang="en-US" sz="2800" u="none">
                        <a:effectLst/>
                        <a:latin typeface="Arial" panose="020B0604020202020204" pitchFamily="34" charset="0"/>
                        <a:ea typeface="Arial" panose="020B0604020202020204" pitchFamily="34" charset="0"/>
                      </a:endParaRPr>
                    </a:p>
                  </a:txBody>
                  <a:tcPr marL="0" marR="36000" marT="0" marB="0" anchor="ctr">
                    <a:lnB w="19050" cap="flat" cmpd="sng" algn="ctr">
                      <a:solidFill>
                        <a:schemeClr val="bg1"/>
                      </a:solidFill>
                      <a:prstDash val="solid"/>
                      <a:round/>
                      <a:headEnd type="none" w="med" len="med"/>
                      <a:tailEnd type="none" w="med" len="med"/>
                    </a:lnB>
                  </a:tcPr>
                </a:tc>
                <a:tc>
                  <a:txBody>
                    <a:bodyPr/>
                    <a:lstStyle/>
                    <a:p>
                      <a:pPr marL="108000" marR="0" algn="l">
                        <a:tabLst>
                          <a:tab pos="228600" algn="l"/>
                          <a:tab pos="457200" algn="l"/>
                        </a:tabLst>
                      </a:pPr>
                      <a:r>
                        <a:rPr lang="en-US" sz="1800" u="none">
                          <a:effectLst/>
                        </a:rPr>
                        <a:t>Description</a:t>
                      </a:r>
                      <a:endParaRPr lang="en-US" sz="2800" u="none">
                        <a:effectLst/>
                        <a:latin typeface="Arial" panose="020B0604020202020204" pitchFamily="34" charset="0"/>
                        <a:ea typeface="Arial" panose="020B0604020202020204" pitchFamily="34" charset="0"/>
                      </a:endParaRPr>
                    </a:p>
                  </a:txBody>
                  <a:tcPr marL="68580" marR="68580" marT="0" marB="0" anchor="ctr">
                    <a:lnR w="3175" cap="flat" cmpd="sng" algn="ctr">
                      <a:solidFill>
                        <a:schemeClr val="accent2"/>
                      </a:solidFill>
                      <a:prstDash val="solid"/>
                      <a:round/>
                      <a:headEnd type="none" w="med" len="med"/>
                      <a:tailEnd type="none" w="med" len="med"/>
                    </a:lnR>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971169343"/>
                  </a:ext>
                </a:extLst>
              </a:tr>
              <a:tr h="540000">
                <a:tc>
                  <a:txBody>
                    <a:bodyPr/>
                    <a:lstStyle/>
                    <a:p>
                      <a:pPr marL="144000" marR="0" algn="l">
                        <a:tabLst>
                          <a:tab pos="228600" algn="l"/>
                          <a:tab pos="457200" algn="l"/>
                        </a:tabLst>
                      </a:pPr>
                      <a:r>
                        <a:rPr lang="en-US" sz="1400" u="none">
                          <a:effectLst/>
                        </a:rPr>
                        <a:t>Project Plan</a:t>
                      </a:r>
                      <a:endParaRPr lang="en-US" sz="2000" u="none">
                        <a:effectLst/>
                        <a:latin typeface="Arial" panose="020B0604020202020204" pitchFamily="34" charset="0"/>
                        <a:ea typeface="Arial" panose="020B0604020202020204" pitchFamily="34" charset="0"/>
                      </a:endParaRPr>
                    </a:p>
                  </a:txBody>
                  <a:tcPr marL="0" marR="36000" marT="0" marB="0" anchor="ctr">
                    <a:lnT w="19050" cap="flat" cmpd="sng" algn="ctr">
                      <a:solidFill>
                        <a:schemeClr val="bg1"/>
                      </a:solidFill>
                      <a:prstDash val="solid"/>
                      <a:round/>
                      <a:headEnd type="none" w="med" len="med"/>
                      <a:tailEnd type="none" w="med" len="med"/>
                    </a:lnT>
                    <a:solidFill>
                      <a:schemeClr val="accent2"/>
                    </a:solidFill>
                  </a:tcPr>
                </a:tc>
                <a:tc>
                  <a:txBody>
                    <a:bodyPr/>
                    <a:lstStyle/>
                    <a:p>
                      <a:pPr marL="108000" marR="0" algn="l">
                        <a:tabLst>
                          <a:tab pos="228600" algn="l"/>
                          <a:tab pos="457200" algn="l"/>
                        </a:tabLst>
                      </a:pPr>
                      <a:r>
                        <a:rPr lang="en-US" sz="1400" u="none">
                          <a:solidFill>
                            <a:schemeClr val="accent2"/>
                          </a:solidFill>
                          <a:effectLst/>
                        </a:rPr>
                        <a:t>The Project Plan will detail the steps and necessary tasks to complete the project work identified in the SOW.</a:t>
                      </a:r>
                      <a:endParaRPr lang="en-US" sz="2000" u="none">
                        <a:solidFill>
                          <a:schemeClr val="accent2"/>
                        </a:solidFill>
                        <a:effectLst/>
                        <a:latin typeface="Arial" panose="020B0604020202020204" pitchFamily="34" charset="0"/>
                        <a:ea typeface="Arial" panose="020B0604020202020204" pitchFamily="34" charset="0"/>
                      </a:endParaRPr>
                    </a:p>
                  </a:txBody>
                  <a:tcPr marL="68580" marR="68580" marT="0" marB="0" anchor="ctr">
                    <a:lnR w="3175" cap="flat" cmpd="sng" algn="ctr">
                      <a:solidFill>
                        <a:schemeClr val="accent2"/>
                      </a:solidFill>
                      <a:prstDash val="solid"/>
                      <a:round/>
                      <a:headEnd type="none" w="med" len="med"/>
                      <a:tailEnd type="none" w="med" len="med"/>
                    </a:lnR>
                    <a:lnT w="19050" cap="flat" cmpd="sng" algn="ctr">
                      <a:solidFill>
                        <a:schemeClr val="bg1"/>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3745766756"/>
                  </a:ext>
                </a:extLst>
              </a:tr>
              <a:tr h="468000">
                <a:tc>
                  <a:txBody>
                    <a:bodyPr/>
                    <a:lstStyle/>
                    <a:p>
                      <a:pPr marL="144000" marR="0" algn="l">
                        <a:tabLst>
                          <a:tab pos="228600" algn="l"/>
                          <a:tab pos="457200" algn="l"/>
                        </a:tabLst>
                      </a:pPr>
                      <a:r>
                        <a:rPr lang="en-US" sz="1400" u="none">
                          <a:effectLst/>
                        </a:rPr>
                        <a:t>Master Data Worksheet</a:t>
                      </a:r>
                      <a:endParaRPr lang="en-US" sz="2000" u="none">
                        <a:effectLst/>
                        <a:latin typeface="Arial" panose="020B0604020202020204" pitchFamily="34" charset="0"/>
                        <a:ea typeface="Arial" panose="020B0604020202020204" pitchFamily="34" charset="0"/>
                      </a:endParaRPr>
                    </a:p>
                  </a:txBody>
                  <a:tcPr marL="0" marR="36000" marT="0" marB="0" anchor="ctr">
                    <a:solidFill>
                      <a:schemeClr val="accent2"/>
                    </a:solidFill>
                  </a:tcPr>
                </a:tc>
                <a:tc>
                  <a:txBody>
                    <a:bodyPr/>
                    <a:lstStyle/>
                    <a:p>
                      <a:pPr marL="108000" marR="0" algn="l">
                        <a:tabLst>
                          <a:tab pos="228600" algn="l"/>
                          <a:tab pos="457200" algn="l"/>
                        </a:tabLst>
                      </a:pPr>
                      <a:r>
                        <a:rPr lang="en-US" sz="1400" u="none">
                          <a:solidFill>
                            <a:schemeClr val="accent2"/>
                          </a:solidFill>
                          <a:effectLst/>
                        </a:rPr>
                        <a:t>Documented list of various master data set up required for system and each solution.</a:t>
                      </a:r>
                      <a:endParaRPr lang="en-US" sz="2000" u="none">
                        <a:solidFill>
                          <a:schemeClr val="accent2"/>
                        </a:solidFill>
                        <a:effectLst/>
                        <a:latin typeface="Arial" panose="020B0604020202020204" pitchFamily="34" charset="0"/>
                        <a:ea typeface="Arial" panose="020B0604020202020204" pitchFamily="34" charset="0"/>
                      </a:endParaRPr>
                    </a:p>
                  </a:txBody>
                  <a:tcPr marL="68580" marR="68580" marT="0" marB="0" anchor="ctr">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3332197428"/>
                  </a:ext>
                </a:extLst>
              </a:tr>
              <a:tr h="468000">
                <a:tc>
                  <a:txBody>
                    <a:bodyPr/>
                    <a:lstStyle/>
                    <a:p>
                      <a:pPr marL="144000" marR="0" algn="l">
                        <a:tabLst>
                          <a:tab pos="228600" algn="l"/>
                          <a:tab pos="457200" algn="l"/>
                        </a:tabLst>
                      </a:pPr>
                      <a:r>
                        <a:rPr lang="en-US" sz="1400" u="none">
                          <a:effectLst/>
                        </a:rPr>
                        <a:t>Final Configuration Specification</a:t>
                      </a:r>
                      <a:endParaRPr lang="en-US" sz="2000" u="none">
                        <a:effectLst/>
                        <a:latin typeface="Arial" panose="020B0604020202020204" pitchFamily="34" charset="0"/>
                        <a:ea typeface="Arial" panose="020B0604020202020204" pitchFamily="34" charset="0"/>
                      </a:endParaRPr>
                    </a:p>
                  </a:txBody>
                  <a:tcPr marL="0" marR="36000" marT="0" marB="0" anchor="ctr">
                    <a:solidFill>
                      <a:schemeClr val="accent2"/>
                    </a:solidFill>
                  </a:tcPr>
                </a:tc>
                <a:tc>
                  <a:txBody>
                    <a:bodyPr/>
                    <a:lstStyle/>
                    <a:p>
                      <a:pPr marL="108000" marR="0" algn="l">
                        <a:tabLst>
                          <a:tab pos="228600" algn="l"/>
                          <a:tab pos="457200" algn="l"/>
                        </a:tabLst>
                      </a:pPr>
                      <a:r>
                        <a:rPr lang="en-US" sz="1400" u="none">
                          <a:solidFill>
                            <a:schemeClr val="accent2"/>
                          </a:solidFill>
                          <a:effectLst/>
                        </a:rPr>
                        <a:t>Final documented configuration for CQQMS as designed by project team.</a:t>
                      </a:r>
                      <a:endParaRPr lang="en-US" sz="2000" u="none">
                        <a:solidFill>
                          <a:schemeClr val="accent2"/>
                        </a:solidFill>
                        <a:effectLst/>
                        <a:latin typeface="Arial" panose="020B0604020202020204" pitchFamily="34" charset="0"/>
                        <a:ea typeface="Arial" panose="020B0604020202020204" pitchFamily="34" charset="0"/>
                      </a:endParaRPr>
                    </a:p>
                  </a:txBody>
                  <a:tcPr marL="68580" marR="68580" marT="0" marB="0" anchor="ctr">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2092270643"/>
                  </a:ext>
                </a:extLst>
              </a:tr>
              <a:tr h="468000">
                <a:tc>
                  <a:txBody>
                    <a:bodyPr/>
                    <a:lstStyle/>
                    <a:p>
                      <a:pPr marL="144000" marR="0" algn="l">
                        <a:tabLst>
                          <a:tab pos="228600" algn="l"/>
                          <a:tab pos="457200" algn="l"/>
                        </a:tabLst>
                      </a:pPr>
                      <a:r>
                        <a:rPr lang="en-US" sz="1400" u="none">
                          <a:effectLst/>
                        </a:rPr>
                        <a:t>Configured CQQMS for UAT/Testing</a:t>
                      </a:r>
                      <a:endParaRPr lang="en-US" sz="2000" u="none">
                        <a:effectLst/>
                        <a:latin typeface="Arial" panose="020B0604020202020204" pitchFamily="34" charset="0"/>
                        <a:ea typeface="Arial" panose="020B0604020202020204" pitchFamily="34" charset="0"/>
                      </a:endParaRPr>
                    </a:p>
                  </a:txBody>
                  <a:tcPr marL="0" marR="36000" marT="0" marB="0" anchor="ctr">
                    <a:solidFill>
                      <a:schemeClr val="accent2"/>
                    </a:solidFill>
                  </a:tcPr>
                </a:tc>
                <a:tc>
                  <a:txBody>
                    <a:bodyPr/>
                    <a:lstStyle/>
                    <a:p>
                      <a:pPr marL="108000" marR="0" algn="l">
                        <a:tabLst>
                          <a:tab pos="228600" algn="l"/>
                          <a:tab pos="457200" algn="l"/>
                        </a:tabLst>
                      </a:pPr>
                      <a:r>
                        <a:rPr lang="en-US" sz="1400" u="none">
                          <a:solidFill>
                            <a:schemeClr val="accent2"/>
                          </a:solidFill>
                          <a:effectLst/>
                        </a:rPr>
                        <a:t>Initial or interim configurations for Customer’s CQQMS available on Customer’s sandbox system.</a:t>
                      </a:r>
                      <a:endParaRPr lang="en-US" sz="2000" u="none">
                        <a:solidFill>
                          <a:schemeClr val="accent2"/>
                        </a:solidFill>
                        <a:effectLst/>
                        <a:latin typeface="Arial" panose="020B0604020202020204" pitchFamily="34" charset="0"/>
                        <a:ea typeface="Arial" panose="020B0604020202020204" pitchFamily="34" charset="0"/>
                      </a:endParaRPr>
                    </a:p>
                  </a:txBody>
                  <a:tcPr marL="68580" marR="68580" marT="0" marB="0" anchor="ctr">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333127226"/>
                  </a:ext>
                </a:extLst>
              </a:tr>
              <a:tr h="504000">
                <a:tc>
                  <a:txBody>
                    <a:bodyPr/>
                    <a:lstStyle/>
                    <a:p>
                      <a:pPr marL="144000" marR="0" algn="l">
                        <a:tabLst>
                          <a:tab pos="228600" algn="l"/>
                          <a:tab pos="457200" algn="l"/>
                        </a:tabLst>
                      </a:pPr>
                      <a:r>
                        <a:rPr lang="en-US" sz="1400" u="none">
                          <a:effectLst/>
                        </a:rPr>
                        <a:t>Final Configured CQQMS</a:t>
                      </a:r>
                      <a:endParaRPr lang="en-US" sz="2000" u="none">
                        <a:effectLst/>
                        <a:latin typeface="Arial" panose="020B0604020202020204" pitchFamily="34" charset="0"/>
                        <a:ea typeface="Arial" panose="020B0604020202020204" pitchFamily="34" charset="0"/>
                      </a:endParaRPr>
                    </a:p>
                  </a:txBody>
                  <a:tcPr marL="0" marR="36000" marT="0" marB="0" anchor="ctr">
                    <a:solidFill>
                      <a:schemeClr val="accent2"/>
                    </a:solidFill>
                  </a:tcPr>
                </a:tc>
                <a:tc>
                  <a:txBody>
                    <a:bodyPr/>
                    <a:lstStyle/>
                    <a:p>
                      <a:pPr marL="108000" marR="0" algn="l">
                        <a:tabLst>
                          <a:tab pos="228600" algn="l"/>
                          <a:tab pos="457200" algn="l"/>
                        </a:tabLst>
                      </a:pPr>
                      <a:r>
                        <a:rPr lang="en-US" sz="1400" u="none">
                          <a:solidFill>
                            <a:schemeClr val="accent2"/>
                          </a:solidFill>
                          <a:effectLst/>
                        </a:rPr>
                        <a:t>Final configuration for Customer’s CQQMS available on Customer’s production system.</a:t>
                      </a:r>
                      <a:endParaRPr lang="en-US" sz="2000" u="none">
                        <a:solidFill>
                          <a:schemeClr val="accent2"/>
                        </a:solidFill>
                        <a:effectLst/>
                        <a:latin typeface="Arial" panose="020B0604020202020204" pitchFamily="34" charset="0"/>
                        <a:ea typeface="Arial" panose="020B0604020202020204" pitchFamily="34" charset="0"/>
                      </a:endParaRPr>
                    </a:p>
                  </a:txBody>
                  <a:tcPr marL="68580" marR="68580" marT="0" marB="0" anchor="ctr">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1165168140"/>
                  </a:ext>
                </a:extLst>
              </a:tr>
              <a:tr h="504000">
                <a:tc>
                  <a:txBody>
                    <a:bodyPr/>
                    <a:lstStyle/>
                    <a:p>
                      <a:pPr marL="144000" marR="0" algn="l">
                        <a:tabLst>
                          <a:tab pos="228600" algn="l"/>
                          <a:tab pos="457200" algn="l"/>
                        </a:tabLst>
                      </a:pPr>
                      <a:r>
                        <a:rPr lang="en-US" sz="1400" u="none">
                          <a:effectLst/>
                        </a:rPr>
                        <a:t>Roles/ Permissions Security Matrix</a:t>
                      </a:r>
                      <a:endParaRPr lang="en-US" sz="2000" u="none">
                        <a:effectLst/>
                        <a:latin typeface="Arial" panose="020B0604020202020204" pitchFamily="34" charset="0"/>
                        <a:ea typeface="Arial" panose="020B0604020202020204" pitchFamily="34" charset="0"/>
                      </a:endParaRPr>
                    </a:p>
                  </a:txBody>
                  <a:tcPr marL="0" marR="36000" marT="0" marB="0" anchor="ctr">
                    <a:solidFill>
                      <a:schemeClr val="accent2"/>
                    </a:solidFill>
                  </a:tcPr>
                </a:tc>
                <a:tc>
                  <a:txBody>
                    <a:bodyPr/>
                    <a:lstStyle/>
                    <a:p>
                      <a:pPr marL="108000" marR="0" algn="l">
                        <a:tabLst>
                          <a:tab pos="228600" algn="l"/>
                          <a:tab pos="457200" algn="l"/>
                        </a:tabLst>
                      </a:pPr>
                      <a:r>
                        <a:rPr lang="en-US" sz="1400" u="none">
                          <a:solidFill>
                            <a:schemeClr val="accent2"/>
                          </a:solidFill>
                          <a:effectLst/>
                        </a:rPr>
                        <a:t>Security definitions for identified roles.</a:t>
                      </a:r>
                      <a:endParaRPr lang="en-US" sz="2000" u="none">
                        <a:solidFill>
                          <a:schemeClr val="accent2"/>
                        </a:solidFill>
                        <a:effectLst/>
                        <a:latin typeface="Arial" panose="020B0604020202020204" pitchFamily="34" charset="0"/>
                        <a:ea typeface="Arial" panose="020B0604020202020204" pitchFamily="34" charset="0"/>
                      </a:endParaRPr>
                    </a:p>
                  </a:txBody>
                  <a:tcPr marL="68580" marR="68580" marT="0" marB="0" anchor="ctr">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3175286133"/>
                  </a:ext>
                </a:extLst>
              </a:tr>
              <a:tr h="623227">
                <a:tc>
                  <a:txBody>
                    <a:bodyPr/>
                    <a:lstStyle/>
                    <a:p>
                      <a:pPr marL="144000" marR="0" algn="l">
                        <a:tabLst>
                          <a:tab pos="228600" algn="l"/>
                          <a:tab pos="457200" algn="l"/>
                        </a:tabLst>
                      </a:pPr>
                      <a:r>
                        <a:rPr lang="en-US" sz="1400" u="none">
                          <a:effectLst/>
                        </a:rPr>
                        <a:t>Go-Live Readiness Checklist</a:t>
                      </a:r>
                      <a:endParaRPr lang="en-US" sz="2000" u="none">
                        <a:effectLst/>
                        <a:latin typeface="Arial" panose="020B0604020202020204" pitchFamily="34" charset="0"/>
                        <a:ea typeface="Arial" panose="020B0604020202020204" pitchFamily="34" charset="0"/>
                      </a:endParaRPr>
                    </a:p>
                  </a:txBody>
                  <a:tcPr marL="0" marR="36000" marT="0" marB="0" anchor="ctr">
                    <a:lnB w="3175" cap="flat" cmpd="sng" algn="ctr">
                      <a:solidFill>
                        <a:schemeClr val="accent2"/>
                      </a:solidFill>
                      <a:prstDash val="solid"/>
                      <a:round/>
                      <a:headEnd type="none" w="med" len="med"/>
                      <a:tailEnd type="none" w="med" len="med"/>
                    </a:lnB>
                    <a:solidFill>
                      <a:schemeClr val="accent2"/>
                    </a:solidFill>
                  </a:tcPr>
                </a:tc>
                <a:tc>
                  <a:txBody>
                    <a:bodyPr/>
                    <a:lstStyle/>
                    <a:p>
                      <a:pPr marL="108000" marR="0" algn="l">
                        <a:tabLst>
                          <a:tab pos="228600" algn="l"/>
                          <a:tab pos="457200" algn="l"/>
                        </a:tabLst>
                      </a:pPr>
                      <a:r>
                        <a:rPr lang="en-US" sz="1400" u="none">
                          <a:solidFill>
                            <a:schemeClr val="accent2"/>
                          </a:solidFill>
                          <a:effectLst/>
                        </a:rPr>
                        <a:t>The Go-Live readiness checklist that will need to be verified before the solution(s) on the specific phase </a:t>
                      </a:r>
                      <a:br>
                        <a:rPr lang="en-US" sz="1400" u="none">
                          <a:solidFill>
                            <a:schemeClr val="accent2"/>
                          </a:solidFill>
                          <a:effectLst/>
                        </a:rPr>
                      </a:br>
                      <a:r>
                        <a:rPr lang="en-US" sz="1400" u="none">
                          <a:solidFill>
                            <a:schemeClr val="accent2"/>
                          </a:solidFill>
                          <a:effectLst/>
                        </a:rPr>
                        <a:t>can Go-Live.</a:t>
                      </a:r>
                      <a:endParaRPr lang="en-US" sz="2000" u="none">
                        <a:solidFill>
                          <a:schemeClr val="accent2"/>
                        </a:solidFill>
                        <a:effectLst/>
                        <a:latin typeface="Arial" panose="020B0604020202020204" pitchFamily="34" charset="0"/>
                        <a:ea typeface="Arial" panose="020B0604020202020204" pitchFamily="34" charset="0"/>
                      </a:endParaRPr>
                    </a:p>
                  </a:txBody>
                  <a:tcPr marL="68580" marR="68580" marT="0" marB="0" anchor="ctr">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1075899315"/>
                  </a:ext>
                </a:extLst>
              </a:tr>
            </a:tbl>
          </a:graphicData>
        </a:graphic>
      </p:graphicFrame>
    </p:spTree>
    <p:extLst>
      <p:ext uri="{BB962C8B-B14F-4D97-AF65-F5344CB8AC3E}">
        <p14:creationId xmlns:p14="http://schemas.microsoft.com/office/powerpoint/2010/main" val="41658004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7973C-C38C-90D9-7842-AD301B5D63A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1C92E68-A980-58CA-9094-040AF404F4D7}"/>
              </a:ext>
            </a:extLst>
          </p:cNvPr>
          <p:cNvSpPr txBox="1">
            <a:spLocks/>
          </p:cNvSpPr>
          <p:nvPr/>
        </p:nvSpPr>
        <p:spPr>
          <a:xfrm>
            <a:off x="207955" y="2907888"/>
            <a:ext cx="4908331" cy="52111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chemeClr val="accent2"/>
                </a:solidFill>
                <a:latin typeface="Calibri" panose="020F0502020204030204" pitchFamily="34" charset="0"/>
                <a:ea typeface="Calibri" panose="020F0502020204030204" pitchFamily="34" charset="0"/>
                <a:cs typeface="Calibri" panose="020F0502020204030204" pitchFamily="34" charset="0"/>
              </a:rPr>
              <a:t>Implementation Investments (Ballparks)</a:t>
            </a:r>
          </a:p>
        </p:txBody>
      </p:sp>
    </p:spTree>
    <p:extLst>
      <p:ext uri="{BB962C8B-B14F-4D97-AF65-F5344CB8AC3E}">
        <p14:creationId xmlns:p14="http://schemas.microsoft.com/office/powerpoint/2010/main" val="6324323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A96DF-EC07-FE4B-A952-58789DD941C5}"/>
              </a:ext>
            </a:extLst>
          </p:cNvPr>
          <p:cNvSpPr>
            <a:spLocks noGrp="1"/>
          </p:cNvSpPr>
          <p:nvPr>
            <p:ph type="title"/>
          </p:nvPr>
        </p:nvSpPr>
        <p:spPr>
          <a:xfrm>
            <a:off x="179221" y="99706"/>
            <a:ext cx="10515600" cy="615950"/>
          </a:xfrm>
        </p:spPr>
        <p:txBody>
          <a:bodyPr>
            <a:normAutofit/>
          </a:bodyPr>
          <a:lstStyle/>
          <a:p>
            <a:r>
              <a:rPr lang="en-US"/>
              <a:t>Phase 1</a:t>
            </a:r>
          </a:p>
        </p:txBody>
      </p:sp>
      <p:graphicFrame>
        <p:nvGraphicFramePr>
          <p:cNvPr id="4" name="Table 3">
            <a:extLst>
              <a:ext uri="{FF2B5EF4-FFF2-40B4-BE49-F238E27FC236}">
                <a16:creationId xmlns:a16="http://schemas.microsoft.com/office/drawing/2014/main" id="{1F206F9D-D1C0-E84B-AB3D-7815480756E3}"/>
              </a:ext>
            </a:extLst>
          </p:cNvPr>
          <p:cNvGraphicFramePr>
            <a:graphicFrameLocks noGrp="1"/>
          </p:cNvGraphicFramePr>
          <p:nvPr>
            <p:extLst>
              <p:ext uri="{D42A27DB-BD31-4B8C-83A1-F6EECF244321}">
                <p14:modId xmlns:p14="http://schemas.microsoft.com/office/powerpoint/2010/main" val="976406711"/>
              </p:ext>
            </p:extLst>
          </p:nvPr>
        </p:nvGraphicFramePr>
        <p:xfrm>
          <a:off x="615886" y="524126"/>
          <a:ext cx="10960228" cy="4670092"/>
        </p:xfrm>
        <a:graphic>
          <a:graphicData uri="http://schemas.openxmlformats.org/drawingml/2006/table">
            <a:tbl>
              <a:tblPr firstRow="1"/>
              <a:tblGrid>
                <a:gridCol w="9146352">
                  <a:extLst>
                    <a:ext uri="{9D8B030D-6E8A-4147-A177-3AD203B41FA5}">
                      <a16:colId xmlns:a16="http://schemas.microsoft.com/office/drawing/2014/main" val="20000"/>
                    </a:ext>
                  </a:extLst>
                </a:gridCol>
                <a:gridCol w="1813876">
                  <a:extLst>
                    <a:ext uri="{9D8B030D-6E8A-4147-A177-3AD203B41FA5}">
                      <a16:colId xmlns:a16="http://schemas.microsoft.com/office/drawing/2014/main" val="20001"/>
                    </a:ext>
                  </a:extLst>
                </a:gridCol>
              </a:tblGrid>
              <a:tr h="50400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tab pos="0" algn="l"/>
                          <a:tab pos="2971800" algn="ctr"/>
                        </a:tabLst>
                      </a:pPr>
                      <a:r>
                        <a:rPr lang="en-US" sz="1600" b="1" kern="1200">
                          <a:latin typeface="+mn-lt"/>
                          <a:cs typeface="Franklin Gothic Medium"/>
                        </a:rPr>
                        <a:t>Implementation Services (One-Time Fee)</a:t>
                      </a:r>
                      <a:endParaRPr lang="en-US" sz="1600" b="1" kern="1200">
                        <a:solidFill>
                          <a:schemeClr val="bg1"/>
                        </a:solidFill>
                        <a:latin typeface="+mn-lt"/>
                        <a:ea typeface="+mn-ea"/>
                        <a:cs typeface="Franklin Gothic Medium"/>
                      </a:endParaRP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tab pos="0" algn="l"/>
                          <a:tab pos="2971800" algn="ctr"/>
                        </a:tabLst>
                      </a:pPr>
                      <a:r>
                        <a:rPr lang="en-US" sz="1600" b="1" kern="1200">
                          <a:latin typeface="+mn-lt"/>
                          <a:cs typeface="Franklin Gothic Medium"/>
                        </a:rPr>
                        <a:t>Time &amp; Material</a:t>
                      </a:r>
                      <a:endParaRPr lang="en-US" sz="1600" b="1" kern="1200">
                        <a:solidFill>
                          <a:schemeClr val="bg1"/>
                        </a:solidFill>
                        <a:latin typeface="+mn-lt"/>
                        <a:ea typeface="+mn-ea"/>
                        <a:cs typeface="Franklin Gothic Medium"/>
                      </a:endParaRP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278092">
                <a:tc>
                  <a:txBody>
                    <a:bodyPr/>
                    <a:lstStyle/>
                    <a:p>
                      <a:pPr marL="182880" indent="-182880" algn="l" fontAlgn="b">
                        <a:spcBef>
                          <a:spcPts val="300"/>
                        </a:spcBef>
                        <a:buFont typeface="Arial" panose="020B0604020202020204" pitchFamily="34" charset="0"/>
                        <a:buChar char="•"/>
                      </a:pPr>
                      <a:r>
                        <a:rPr lang="en-US" sz="1350" kern="1200" baseline="0">
                          <a:solidFill>
                            <a:schemeClr val="accent2"/>
                          </a:solidFill>
                          <a:latin typeface="+mn-lt"/>
                          <a:ea typeface="+mn-ea"/>
                          <a:cs typeface="+mn-cs"/>
                        </a:rPr>
                        <a:t>One time Installation Fee</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base" latinLnBrk="0" hangingPunct="1">
                        <a:lnSpc>
                          <a:spcPct val="100000"/>
                        </a:lnSpc>
                        <a:spcBef>
                          <a:spcPts val="100"/>
                        </a:spcBef>
                        <a:spcAft>
                          <a:spcPts val="100"/>
                        </a:spcAft>
                        <a:buClrTx/>
                        <a:buSzTx/>
                        <a:buFontTx/>
                        <a:buNone/>
                        <a:tabLst>
                          <a:tab pos="0" algn="l"/>
                        </a:tabLst>
                      </a:pPr>
                      <a:r>
                        <a:rPr kumimoji="0" lang="en-US" sz="1350" b="0" i="0" u="none" strike="noStrike" kern="1200" cap="none" normalizeH="0" baseline="0" dirty="0">
                          <a:ln>
                            <a:noFill/>
                          </a:ln>
                          <a:solidFill>
                            <a:schemeClr val="accent2"/>
                          </a:solidFill>
                          <a:effectLst/>
                          <a:highlight>
                            <a:srgbClr val="FFFF00"/>
                          </a:highlight>
                          <a:latin typeface="+mn-lt"/>
                          <a:ea typeface="ＭＳ Ｐゴシック" pitchFamily="-107" charset="-128"/>
                          <a:cs typeface="Times New Roman" pitchFamily="-107" charset="0"/>
                        </a:rPr>
                        <a:t>$5,000</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20086579"/>
                  </a:ext>
                </a:extLst>
              </a:tr>
              <a:tr h="154800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tab pos="0" algn="l"/>
                        </a:tabLst>
                      </a:pPr>
                      <a:r>
                        <a:rPr lang="en-US" sz="1350" b="1" i="0" kern="1200" dirty="0">
                          <a:solidFill>
                            <a:schemeClr val="accent2"/>
                          </a:solidFill>
                          <a:latin typeface="+mn-lt"/>
                          <a:ea typeface="+mn-ea"/>
                          <a:cs typeface="+mn-cs"/>
                        </a:rPr>
                        <a:t>Phase 1 Implementation</a:t>
                      </a:r>
                      <a:r>
                        <a:rPr lang="en-US" sz="1350" b="1" i="0" kern="1200" baseline="0" dirty="0">
                          <a:solidFill>
                            <a:schemeClr val="accent2"/>
                          </a:solidFill>
                          <a:latin typeface="+mn-lt"/>
                          <a:ea typeface="+mn-ea"/>
                          <a:cs typeface="+mn-cs"/>
                        </a:rPr>
                        <a:t> - up to </a:t>
                      </a:r>
                      <a:r>
                        <a:rPr lang="en-US" sz="1350" b="1" i="0" kern="1200" baseline="0" dirty="0">
                          <a:solidFill>
                            <a:schemeClr val="accent2"/>
                          </a:solidFill>
                          <a:highlight>
                            <a:srgbClr val="FFFF00"/>
                          </a:highlight>
                          <a:latin typeface="+mn-lt"/>
                          <a:ea typeface="+mn-ea"/>
                          <a:cs typeface="+mn-cs"/>
                        </a:rPr>
                        <a:t>12 to 16 </a:t>
                      </a:r>
                      <a:r>
                        <a:rPr lang="en-US" sz="1350" b="1" u="none" strike="noStrike" dirty="0">
                          <a:solidFill>
                            <a:schemeClr val="accent2"/>
                          </a:solidFill>
                          <a:effectLst/>
                          <a:highlight>
                            <a:srgbClr val="FFFF00"/>
                          </a:highlight>
                          <a:latin typeface="+mn-lt"/>
                        </a:rPr>
                        <a:t>Week</a:t>
                      </a:r>
                      <a:r>
                        <a:rPr lang="en-US" sz="1350" b="1" u="none" strike="noStrike" baseline="0" dirty="0">
                          <a:solidFill>
                            <a:schemeClr val="accent2"/>
                          </a:solidFill>
                          <a:effectLst/>
                          <a:highlight>
                            <a:srgbClr val="FFFF00"/>
                          </a:highlight>
                          <a:latin typeface="+mn-lt"/>
                        </a:rPr>
                        <a:t> Project </a:t>
                      </a:r>
                      <a:endParaRPr lang="en-US" sz="1350" b="1" u="none" strike="noStrike" dirty="0">
                        <a:solidFill>
                          <a:schemeClr val="accent2"/>
                        </a:solidFill>
                        <a:effectLst/>
                        <a:highlight>
                          <a:srgbClr val="FFFF00"/>
                        </a:highlight>
                        <a:latin typeface="+mn-lt"/>
                      </a:endParaRPr>
                    </a:p>
                    <a:p>
                      <a:pPr marL="182880" indent="-182880" algn="l" fontAlgn="b">
                        <a:spcBef>
                          <a:spcPts val="300"/>
                        </a:spcBef>
                        <a:buFont typeface="Arial" panose="020B0604020202020204" pitchFamily="34" charset="0"/>
                        <a:buChar char="•"/>
                      </a:pPr>
                      <a:r>
                        <a:rPr lang="en-US" sz="1350" kern="1200" baseline="0" dirty="0">
                          <a:solidFill>
                            <a:schemeClr val="accent2"/>
                          </a:solidFill>
                          <a:latin typeface="+mn-lt"/>
                          <a:ea typeface="+mn-ea"/>
                          <a:cs typeface="+mn-cs"/>
                        </a:rPr>
                        <a:t>Project Manager, SME and configuration support through the entire project</a:t>
                      </a:r>
                    </a:p>
                    <a:p>
                      <a:pPr marL="182880" indent="-182880" algn="l" fontAlgn="b">
                        <a:spcBef>
                          <a:spcPts val="300"/>
                        </a:spcBef>
                        <a:buFont typeface="Arial" panose="020B0604020202020204" pitchFamily="34" charset="0"/>
                        <a:buChar char="•"/>
                      </a:pPr>
                      <a:r>
                        <a:rPr lang="en-US" sz="1350" kern="1200" baseline="0" dirty="0">
                          <a:solidFill>
                            <a:schemeClr val="accent2"/>
                          </a:solidFill>
                          <a:highlight>
                            <a:srgbClr val="FFFF00"/>
                          </a:highlight>
                          <a:latin typeface="+mn-lt"/>
                          <a:ea typeface="+mn-ea"/>
                          <a:cs typeface="+mn-cs"/>
                        </a:rPr>
                        <a:t>Integration with Azure SSO</a:t>
                      </a:r>
                    </a:p>
                    <a:p>
                      <a:pPr marL="182880" indent="-182880" algn="l" fontAlgn="b">
                        <a:spcBef>
                          <a:spcPts val="300"/>
                        </a:spcBef>
                        <a:buFont typeface="Arial" panose="020B0604020202020204" pitchFamily="34" charset="0"/>
                        <a:buChar char="•"/>
                      </a:pPr>
                      <a:r>
                        <a:rPr lang="en-US" sz="1350" kern="1200" baseline="0" dirty="0">
                          <a:solidFill>
                            <a:schemeClr val="accent2"/>
                          </a:solidFill>
                          <a:latin typeface="+mn-lt"/>
                          <a:ea typeface="+mn-ea"/>
                          <a:cs typeface="+mn-cs"/>
                        </a:rPr>
                        <a:t>System Configuration for three processes: </a:t>
                      </a:r>
                      <a:r>
                        <a:rPr lang="en-US" sz="1350" i="0" kern="1200" dirty="0">
                          <a:solidFill>
                            <a:schemeClr val="accent2"/>
                          </a:solidFill>
                          <a:highlight>
                            <a:srgbClr val="FFFF00"/>
                          </a:highlight>
                          <a:latin typeface="+mn-lt"/>
                          <a:ea typeface="+mn-ea"/>
                          <a:cs typeface="+mn-cs"/>
                        </a:rPr>
                        <a:t>Document, Digital SOP, Change, Training</a:t>
                      </a:r>
                    </a:p>
                    <a:p>
                      <a:pPr marL="182880" indent="-182880" algn="l" fontAlgn="b">
                        <a:spcBef>
                          <a:spcPts val="300"/>
                        </a:spcBef>
                        <a:buFont typeface="Arial" panose="020B0604020202020204" pitchFamily="34" charset="0"/>
                        <a:buChar char="•"/>
                      </a:pPr>
                      <a:r>
                        <a:rPr lang="en-US" sz="1350" kern="1200" baseline="0" dirty="0">
                          <a:solidFill>
                            <a:schemeClr val="accent2"/>
                          </a:solidFill>
                          <a:latin typeface="+mn-lt"/>
                          <a:ea typeface="+mn-ea"/>
                          <a:cs typeface="+mn-cs"/>
                        </a:rPr>
                        <a:t>Application Training: </a:t>
                      </a:r>
                      <a:r>
                        <a:rPr lang="en-US" sz="1350" kern="1200" baseline="0" dirty="0">
                          <a:solidFill>
                            <a:schemeClr val="accent2"/>
                          </a:solidFill>
                          <a:highlight>
                            <a:srgbClr val="FFFF00"/>
                          </a:highlight>
                          <a:latin typeface="+mn-lt"/>
                          <a:ea typeface="+mn-ea"/>
                          <a:cs typeface="+mn-cs"/>
                        </a:rPr>
                        <a:t>Three (3) consecutive </a:t>
                      </a:r>
                      <a:r>
                        <a:rPr lang="en-US" sz="1350" kern="1200" baseline="0" dirty="0">
                          <a:solidFill>
                            <a:schemeClr val="accent2"/>
                          </a:solidFill>
                          <a:latin typeface="+mn-lt"/>
                          <a:ea typeface="+mn-ea"/>
                          <a:cs typeface="+mn-cs"/>
                        </a:rPr>
                        <a:t>half-day Train-the-Trainer sessions</a:t>
                      </a:r>
                    </a:p>
                    <a:p>
                      <a:pPr marL="182880" indent="-182880" algn="l" fontAlgn="b">
                        <a:spcBef>
                          <a:spcPts val="300"/>
                        </a:spcBef>
                        <a:buFont typeface="Arial" panose="020B0604020202020204" pitchFamily="34" charset="0"/>
                        <a:buChar char="•"/>
                      </a:pPr>
                      <a:r>
                        <a:rPr lang="en-US" sz="1350" kern="1200" baseline="0" dirty="0">
                          <a:solidFill>
                            <a:schemeClr val="accent2"/>
                          </a:solidFill>
                          <a:latin typeface="+mn-lt"/>
                          <a:ea typeface="+mn-ea"/>
                          <a:cs typeface="+mn-cs"/>
                        </a:rPr>
                        <a:t>Deployment to Production</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ctr" defTabSz="914400" rtl="0" eaLnBrk="1" fontAlgn="base" latinLnBrk="0" hangingPunct="1">
                        <a:lnSpc>
                          <a:spcPct val="100000"/>
                        </a:lnSpc>
                        <a:spcBef>
                          <a:spcPts val="100"/>
                        </a:spcBef>
                        <a:spcAft>
                          <a:spcPts val="100"/>
                        </a:spcAft>
                        <a:buClrTx/>
                        <a:buSzTx/>
                        <a:buFontTx/>
                        <a:buNone/>
                        <a:tabLst>
                          <a:tab pos="0" algn="l"/>
                        </a:tabLst>
                      </a:pPr>
                      <a:r>
                        <a:rPr kumimoji="0" lang="en-US" sz="1350" b="0" i="0" u="none" strike="noStrike" kern="1200" cap="none" normalizeH="0" baseline="0">
                          <a:ln>
                            <a:noFill/>
                          </a:ln>
                          <a:solidFill>
                            <a:schemeClr val="accent2"/>
                          </a:solidFill>
                          <a:effectLst/>
                          <a:highlight>
                            <a:srgbClr val="FFFF00"/>
                          </a:highlight>
                          <a:latin typeface="+mn-lt"/>
                          <a:ea typeface="ＭＳ Ｐゴシック" pitchFamily="-107" charset="-128"/>
                          <a:cs typeface="Times New Roman" pitchFamily="-107" charset="0"/>
                        </a:rPr>
                        <a:t>$50,000 - $70,000</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1"/>
                  </a:ext>
                </a:extLst>
              </a:tr>
              <a:tr h="900000">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tab pos="0" algn="l"/>
                        </a:tabLst>
                        <a:defRPr/>
                      </a:pPr>
                      <a:r>
                        <a:rPr lang="en-US" sz="1350" b="1" kern="1200" dirty="0">
                          <a:solidFill>
                            <a:schemeClr val="accent2"/>
                          </a:solidFill>
                          <a:latin typeface="+mn-lt"/>
                          <a:ea typeface="+mn-ea"/>
                          <a:cs typeface="+mn-cs"/>
                        </a:rPr>
                        <a:t>Hypercare - Post</a:t>
                      </a:r>
                      <a:r>
                        <a:rPr lang="en-US" sz="1350" b="1" kern="1200" baseline="0" dirty="0">
                          <a:solidFill>
                            <a:schemeClr val="accent2"/>
                          </a:solidFill>
                          <a:latin typeface="+mn-lt"/>
                          <a:ea typeface="+mn-ea"/>
                          <a:cs typeface="+mn-cs"/>
                        </a:rPr>
                        <a:t>-Production </a:t>
                      </a:r>
                      <a:r>
                        <a:rPr lang="en-US" sz="1350" b="1" kern="1200" dirty="0">
                          <a:solidFill>
                            <a:schemeClr val="accent2"/>
                          </a:solidFill>
                          <a:latin typeface="+mn-lt"/>
                          <a:ea typeface="+mn-ea"/>
                          <a:cs typeface="+mn-cs"/>
                        </a:rPr>
                        <a:t>Support</a:t>
                      </a:r>
                      <a:endParaRPr lang="en-US" sz="1350" b="0" kern="1200" dirty="0">
                        <a:solidFill>
                          <a:schemeClr val="accent2"/>
                        </a:solidFill>
                        <a:latin typeface="+mn-lt"/>
                        <a:ea typeface="+mn-ea"/>
                        <a:cs typeface="+mn-cs"/>
                      </a:endParaRPr>
                    </a:p>
                    <a:p>
                      <a:pPr marL="182880" marR="0" lvl="0" indent="-182880" algn="l" defTabSz="914400" rtl="0" eaLnBrk="1" fontAlgn="base" latinLnBrk="0" hangingPunct="1">
                        <a:lnSpc>
                          <a:spcPct val="100000"/>
                        </a:lnSpc>
                        <a:spcBef>
                          <a:spcPts val="300"/>
                        </a:spcBef>
                        <a:spcAft>
                          <a:spcPts val="0"/>
                        </a:spcAft>
                        <a:buClrTx/>
                        <a:buSzTx/>
                        <a:buFont typeface="Arial" panose="020B0604020202020204" pitchFamily="34" charset="0"/>
                        <a:buChar char="•"/>
                        <a:tabLst>
                          <a:tab pos="0" algn="l"/>
                        </a:tabLst>
                        <a:defRPr/>
                      </a:pPr>
                      <a:r>
                        <a:rPr lang="en-US" sz="1350" kern="1200" dirty="0">
                          <a:solidFill>
                            <a:schemeClr val="accent2"/>
                          </a:solidFill>
                          <a:latin typeface="+mn-lt"/>
                          <a:ea typeface="+mn-ea"/>
                          <a:cs typeface="+mn-cs"/>
                        </a:rPr>
                        <a:t>Allotted at </a:t>
                      </a:r>
                      <a:r>
                        <a:rPr lang="en-US" sz="1350" kern="1200" dirty="0">
                          <a:solidFill>
                            <a:schemeClr val="accent2"/>
                          </a:solidFill>
                          <a:highlight>
                            <a:srgbClr val="FFFF00"/>
                          </a:highlight>
                          <a:latin typeface="+mn-lt"/>
                          <a:ea typeface="+mn-ea"/>
                          <a:cs typeface="+mn-cs"/>
                        </a:rPr>
                        <a:t>40 hours over a fixed period of up to four (4) continuous weeks</a:t>
                      </a:r>
                    </a:p>
                    <a:p>
                      <a:pPr marL="182880" marR="0" lvl="0" indent="-182880" algn="l" defTabSz="914400" rtl="0" eaLnBrk="1" fontAlgn="base" latinLnBrk="0" hangingPunct="1">
                        <a:lnSpc>
                          <a:spcPct val="100000"/>
                        </a:lnSpc>
                        <a:spcBef>
                          <a:spcPts val="300"/>
                        </a:spcBef>
                        <a:spcAft>
                          <a:spcPct val="0"/>
                        </a:spcAft>
                        <a:buClrTx/>
                        <a:buSzTx/>
                        <a:buFont typeface="Arial" panose="020B0604020202020204" pitchFamily="34" charset="0"/>
                        <a:buChar char="•"/>
                        <a:tabLst>
                          <a:tab pos="0" algn="l"/>
                        </a:tabLst>
                        <a:defRPr/>
                      </a:pPr>
                      <a:r>
                        <a:rPr lang="en-US" sz="1350" kern="1200" dirty="0">
                          <a:solidFill>
                            <a:schemeClr val="accent2"/>
                          </a:solidFill>
                          <a:latin typeface="+mn-lt"/>
                          <a:ea typeface="+mn-ea"/>
                          <a:cs typeface="+mn-cs"/>
                        </a:rPr>
                        <a:t>Best Practices guidance, functional education, and knowledge transfer</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base" latinLnBrk="0" hangingPunct="1">
                        <a:lnSpc>
                          <a:spcPct val="100000"/>
                        </a:lnSpc>
                        <a:spcBef>
                          <a:spcPts val="100"/>
                        </a:spcBef>
                        <a:spcAft>
                          <a:spcPts val="100"/>
                        </a:spcAft>
                        <a:buClrTx/>
                        <a:buSzTx/>
                        <a:buFontTx/>
                        <a:buNone/>
                        <a:tabLst>
                          <a:tab pos="0" algn="l"/>
                        </a:tabLst>
                      </a:pPr>
                      <a:r>
                        <a:rPr kumimoji="0" lang="en-US" sz="1350" b="0" i="0" u="none" strike="noStrike" kern="1200" cap="none" normalizeH="0" baseline="0" dirty="0">
                          <a:ln>
                            <a:noFill/>
                          </a:ln>
                          <a:solidFill>
                            <a:schemeClr val="accent2"/>
                          </a:solidFill>
                          <a:effectLst/>
                          <a:highlight>
                            <a:srgbClr val="FFFF00"/>
                          </a:highlight>
                          <a:latin typeface="+mn-lt"/>
                          <a:ea typeface="ＭＳ Ｐゴシック" pitchFamily="-107" charset="-128"/>
                          <a:cs typeface="Times New Roman" pitchFamily="-107" charset="0"/>
                        </a:rPr>
                        <a:t>$10,000</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67646623"/>
                  </a:ext>
                </a:extLst>
              </a:tr>
              <a:tr h="936000">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tab pos="0" algn="l"/>
                        </a:tabLst>
                        <a:defRPr/>
                      </a:pPr>
                      <a:r>
                        <a:rPr lang="en-US" sz="1350" b="1" kern="1200" dirty="0">
                          <a:solidFill>
                            <a:schemeClr val="accent2"/>
                          </a:solidFill>
                          <a:latin typeface="+mn-lt"/>
                          <a:ea typeface="+mn-ea"/>
                          <a:cs typeface="+mn-cs"/>
                        </a:rPr>
                        <a:t>Rollout Support (US Sites)</a:t>
                      </a:r>
                      <a:endParaRPr lang="en-US" sz="1350" b="0" kern="1200" dirty="0">
                        <a:solidFill>
                          <a:schemeClr val="accent2"/>
                        </a:solidFill>
                        <a:latin typeface="+mn-lt"/>
                        <a:ea typeface="+mn-ea"/>
                        <a:cs typeface="+mn-cs"/>
                      </a:endParaRPr>
                    </a:p>
                    <a:p>
                      <a:pPr marL="182880" marR="0" lvl="0" indent="-182880" algn="l" defTabSz="914400" rtl="0" eaLnBrk="1" fontAlgn="base" latinLnBrk="0" hangingPunct="1">
                        <a:lnSpc>
                          <a:spcPct val="100000"/>
                        </a:lnSpc>
                        <a:spcBef>
                          <a:spcPts val="300"/>
                        </a:spcBef>
                        <a:spcAft>
                          <a:spcPts val="0"/>
                        </a:spcAft>
                        <a:buClrTx/>
                        <a:buSzTx/>
                        <a:buFont typeface="Arial" panose="020B0604020202020204" pitchFamily="34" charset="0"/>
                        <a:buChar char="•"/>
                        <a:tabLst>
                          <a:tab pos="0" algn="l"/>
                        </a:tabLst>
                        <a:defRPr/>
                      </a:pPr>
                      <a:r>
                        <a:rPr lang="en-US" sz="1350" kern="1200" dirty="0">
                          <a:solidFill>
                            <a:schemeClr val="accent2"/>
                          </a:solidFill>
                          <a:latin typeface="+mn-lt"/>
                          <a:ea typeface="+mn-ea"/>
                          <a:cs typeface="+mn-cs"/>
                        </a:rPr>
                        <a:t>Allotted </a:t>
                      </a:r>
                      <a:r>
                        <a:rPr lang="en-US" sz="1350" kern="1200" dirty="0">
                          <a:solidFill>
                            <a:schemeClr val="accent2"/>
                          </a:solidFill>
                          <a:highlight>
                            <a:srgbClr val="FFFF00"/>
                          </a:highlight>
                          <a:latin typeface="+mn-lt"/>
                          <a:ea typeface="+mn-ea"/>
                          <a:cs typeface="+mn-cs"/>
                        </a:rPr>
                        <a:t>at 20 hours per week over a fixed period of up to four (4) continuous </a:t>
                      </a:r>
                      <a:r>
                        <a:rPr lang="en-US" sz="1350" kern="1200" dirty="0">
                          <a:solidFill>
                            <a:schemeClr val="accent2"/>
                          </a:solidFill>
                          <a:latin typeface="+mn-lt"/>
                          <a:ea typeface="+mn-ea"/>
                          <a:cs typeface="+mn-cs"/>
                        </a:rPr>
                        <a:t>weeks</a:t>
                      </a:r>
                    </a:p>
                    <a:p>
                      <a:pPr marL="182880" marR="0" lvl="0" indent="-182880" algn="l" defTabSz="914400" rtl="0" eaLnBrk="1" fontAlgn="base" latinLnBrk="0" hangingPunct="1">
                        <a:lnSpc>
                          <a:spcPct val="100000"/>
                        </a:lnSpc>
                        <a:spcBef>
                          <a:spcPts val="300"/>
                        </a:spcBef>
                        <a:spcAft>
                          <a:spcPct val="0"/>
                        </a:spcAft>
                        <a:buClrTx/>
                        <a:buSzTx/>
                        <a:buFont typeface="Arial" panose="020B0604020202020204" pitchFamily="34" charset="0"/>
                        <a:buChar char="•"/>
                        <a:tabLst>
                          <a:tab pos="0" algn="l"/>
                        </a:tabLst>
                        <a:defRPr/>
                      </a:pPr>
                      <a:r>
                        <a:rPr lang="en-US" sz="1350" kern="1200" dirty="0">
                          <a:solidFill>
                            <a:schemeClr val="accent2"/>
                          </a:solidFill>
                          <a:latin typeface="+mn-lt"/>
                          <a:ea typeface="+mn-ea"/>
                          <a:cs typeface="+mn-cs"/>
                        </a:rPr>
                        <a:t>Best Practices guidance, Data load support, User Load Support, Minor Configs</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base" latinLnBrk="0" hangingPunct="1">
                        <a:lnSpc>
                          <a:spcPct val="100000"/>
                        </a:lnSpc>
                        <a:spcBef>
                          <a:spcPts val="100"/>
                        </a:spcBef>
                        <a:spcAft>
                          <a:spcPts val="100"/>
                        </a:spcAft>
                        <a:buClrTx/>
                        <a:buSzTx/>
                        <a:buFontTx/>
                        <a:buNone/>
                        <a:tabLst>
                          <a:tab pos="0" algn="l"/>
                        </a:tabLst>
                      </a:pPr>
                      <a:r>
                        <a:rPr kumimoji="0" lang="en-US" sz="1350" b="0" i="0" u="none" strike="noStrike" kern="1200" cap="none" normalizeH="0" baseline="0">
                          <a:ln>
                            <a:noFill/>
                          </a:ln>
                          <a:solidFill>
                            <a:schemeClr val="accent2"/>
                          </a:solidFill>
                          <a:effectLst/>
                          <a:highlight>
                            <a:srgbClr val="FFFF00"/>
                          </a:highlight>
                          <a:latin typeface="+mn-lt"/>
                          <a:ea typeface="ＭＳ Ｐゴシック" pitchFamily="-107" charset="-128"/>
                          <a:cs typeface="Times New Roman" pitchFamily="-107" charset="0"/>
                        </a:rPr>
                        <a:t>$10,000</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126601901"/>
                  </a:ext>
                </a:extLst>
              </a:tr>
              <a:tr h="50400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tab pos="0" algn="l"/>
                          <a:tab pos="2971800" algn="ctr"/>
                        </a:tabLst>
                      </a:pPr>
                      <a:r>
                        <a:rPr lang="en-US" sz="1600" b="1" kern="1200">
                          <a:solidFill>
                            <a:schemeClr val="bg1"/>
                          </a:solidFill>
                          <a:latin typeface="+mn-lt"/>
                        </a:rPr>
                        <a:t>Implementation </a:t>
                      </a:r>
                      <a:r>
                        <a:rPr lang="en-US" sz="1600" b="1" kern="1200" baseline="0">
                          <a:solidFill>
                            <a:schemeClr val="bg1"/>
                          </a:solidFill>
                          <a:latin typeface="+mn-lt"/>
                        </a:rPr>
                        <a:t>Services Estimated </a:t>
                      </a:r>
                      <a:r>
                        <a:rPr lang="en-US" sz="1600" b="1" kern="1200">
                          <a:solidFill>
                            <a:schemeClr val="bg1"/>
                          </a:solidFill>
                          <a:latin typeface="+mn-lt"/>
                        </a:rPr>
                        <a:t>Total:</a:t>
                      </a:r>
                      <a:endParaRPr lang="en-US" sz="1600" b="1" kern="1200">
                        <a:solidFill>
                          <a:schemeClr val="bg1"/>
                        </a:solidFill>
                        <a:latin typeface="+mn-lt"/>
                        <a:ea typeface="+mn-ea"/>
                        <a:cs typeface="+mn-cs"/>
                      </a:endParaRP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tab pos="0" algn="l"/>
                          <a:tab pos="2971800" algn="ctr"/>
                        </a:tabLst>
                        <a:defRPr/>
                      </a:pPr>
                      <a:r>
                        <a:rPr kumimoji="0" lang="en-US" sz="1600" b="1" u="none" strike="noStrike" kern="1200" cap="none" normalizeH="0" baseline="0" dirty="0">
                          <a:ln>
                            <a:noFill/>
                          </a:ln>
                          <a:solidFill>
                            <a:schemeClr val="bg1"/>
                          </a:solidFill>
                          <a:effectLst/>
                          <a:highlight>
                            <a:srgbClr val="FFFF00"/>
                          </a:highlight>
                          <a:latin typeface="+mn-lt"/>
                        </a:rPr>
                        <a:t>$90,000 - $115,000</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493165062"/>
      </p:ext>
    </p:extLst>
  </p:cSld>
  <p:clrMapOvr>
    <a:masterClrMapping/>
  </p:clrMapOvr>
  <mc:AlternateContent xmlns:mc="http://schemas.openxmlformats.org/markup-compatibility/2006" xmlns:p14="http://schemas.microsoft.com/office/powerpoint/2010/main">
    <mc:Choice Requires="p14">
      <p:transition spd="slow" p14:dur="3000">
        <p:fade/>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A96DF-EC07-FE4B-A952-58789DD941C5}"/>
              </a:ext>
            </a:extLst>
          </p:cNvPr>
          <p:cNvSpPr>
            <a:spLocks noGrp="1"/>
          </p:cNvSpPr>
          <p:nvPr>
            <p:ph type="title"/>
          </p:nvPr>
        </p:nvSpPr>
        <p:spPr>
          <a:xfrm>
            <a:off x="179221" y="99706"/>
            <a:ext cx="10515600" cy="615950"/>
          </a:xfrm>
        </p:spPr>
        <p:txBody>
          <a:bodyPr>
            <a:normAutofit/>
          </a:bodyPr>
          <a:lstStyle/>
          <a:p>
            <a:r>
              <a:rPr lang="en-US"/>
              <a:t>Phase 1</a:t>
            </a:r>
          </a:p>
        </p:txBody>
      </p:sp>
      <p:graphicFrame>
        <p:nvGraphicFramePr>
          <p:cNvPr id="4" name="Table 3">
            <a:extLst>
              <a:ext uri="{FF2B5EF4-FFF2-40B4-BE49-F238E27FC236}">
                <a16:creationId xmlns:a16="http://schemas.microsoft.com/office/drawing/2014/main" id="{1F206F9D-D1C0-E84B-AB3D-7815480756E3}"/>
              </a:ext>
            </a:extLst>
          </p:cNvPr>
          <p:cNvGraphicFramePr>
            <a:graphicFrameLocks noGrp="1"/>
          </p:cNvGraphicFramePr>
          <p:nvPr>
            <p:extLst>
              <p:ext uri="{D42A27DB-BD31-4B8C-83A1-F6EECF244321}">
                <p14:modId xmlns:p14="http://schemas.microsoft.com/office/powerpoint/2010/main" val="1972678612"/>
              </p:ext>
            </p:extLst>
          </p:nvPr>
        </p:nvGraphicFramePr>
        <p:xfrm>
          <a:off x="615886" y="848003"/>
          <a:ext cx="10960228" cy="3089100"/>
        </p:xfrm>
        <a:graphic>
          <a:graphicData uri="http://schemas.openxmlformats.org/drawingml/2006/table">
            <a:tbl>
              <a:tblPr firstRow="1"/>
              <a:tblGrid>
                <a:gridCol w="9146352">
                  <a:extLst>
                    <a:ext uri="{9D8B030D-6E8A-4147-A177-3AD203B41FA5}">
                      <a16:colId xmlns:a16="http://schemas.microsoft.com/office/drawing/2014/main" val="20000"/>
                    </a:ext>
                  </a:extLst>
                </a:gridCol>
                <a:gridCol w="1813876">
                  <a:extLst>
                    <a:ext uri="{9D8B030D-6E8A-4147-A177-3AD203B41FA5}">
                      <a16:colId xmlns:a16="http://schemas.microsoft.com/office/drawing/2014/main" val="20001"/>
                    </a:ext>
                  </a:extLst>
                </a:gridCol>
              </a:tblGrid>
              <a:tr h="50400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tab pos="0" algn="l"/>
                          <a:tab pos="2971800" algn="ctr"/>
                        </a:tabLst>
                      </a:pPr>
                      <a:r>
                        <a:rPr lang="en-US" sz="1600" b="1" kern="1200">
                          <a:latin typeface="+mn-lt"/>
                          <a:cs typeface="Franklin Gothic Medium"/>
                        </a:rPr>
                        <a:t>Additional Implementation Services (One-Time Fee)</a:t>
                      </a:r>
                      <a:endParaRPr lang="en-US" sz="1600" b="1" kern="1200">
                        <a:solidFill>
                          <a:schemeClr val="bg1"/>
                        </a:solidFill>
                        <a:latin typeface="+mn-lt"/>
                        <a:ea typeface="+mn-ea"/>
                        <a:cs typeface="Franklin Gothic Medium"/>
                      </a:endParaRP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tab pos="0" algn="l"/>
                          <a:tab pos="2971800" algn="ctr"/>
                        </a:tabLst>
                      </a:pPr>
                      <a:r>
                        <a:rPr lang="en-US" sz="1600" b="1" kern="1200">
                          <a:latin typeface="+mn-lt"/>
                          <a:cs typeface="Franklin Gothic Medium"/>
                        </a:rPr>
                        <a:t>Time &amp; Material</a:t>
                      </a:r>
                      <a:endParaRPr lang="en-US" sz="1600" b="1" kern="1200">
                        <a:solidFill>
                          <a:schemeClr val="bg1"/>
                        </a:solidFill>
                        <a:latin typeface="+mn-lt"/>
                        <a:ea typeface="+mn-ea"/>
                        <a:cs typeface="Franklin Gothic Medium"/>
                      </a:endParaRP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900000">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tab pos="0" algn="l"/>
                        </a:tabLst>
                        <a:defRPr/>
                      </a:pPr>
                      <a:r>
                        <a:rPr lang="en-US" sz="1350" b="1" kern="1200" dirty="0">
                          <a:solidFill>
                            <a:schemeClr val="accent2"/>
                          </a:solidFill>
                          <a:latin typeface="+mn-lt"/>
                          <a:ea typeface="+mn-ea"/>
                          <a:cs typeface="+mn-cs"/>
                        </a:rPr>
                        <a:t>Integrations</a:t>
                      </a:r>
                      <a:endParaRPr lang="en-US" sz="1350" b="0" kern="1200" dirty="0">
                        <a:solidFill>
                          <a:schemeClr val="accent2"/>
                        </a:solidFill>
                        <a:latin typeface="+mn-lt"/>
                        <a:ea typeface="+mn-ea"/>
                        <a:cs typeface="+mn-cs"/>
                      </a:endParaRPr>
                    </a:p>
                    <a:p>
                      <a:pPr marL="182880" marR="0" lvl="0" indent="-182880" algn="l" defTabSz="914400" rtl="0" eaLnBrk="1" fontAlgn="base" latinLnBrk="0" hangingPunct="1">
                        <a:lnSpc>
                          <a:spcPct val="100000"/>
                        </a:lnSpc>
                        <a:spcBef>
                          <a:spcPts val="300"/>
                        </a:spcBef>
                        <a:spcAft>
                          <a:spcPts val="0"/>
                        </a:spcAft>
                        <a:buClrTx/>
                        <a:buSzTx/>
                        <a:buFont typeface="Arial" panose="020B0604020202020204" pitchFamily="34" charset="0"/>
                        <a:buChar char="•"/>
                        <a:tabLst>
                          <a:tab pos="0" algn="l"/>
                        </a:tabLst>
                        <a:defRPr/>
                      </a:pPr>
                      <a:r>
                        <a:rPr lang="en-US" sz="1350" kern="1200" dirty="0">
                          <a:solidFill>
                            <a:schemeClr val="accent2"/>
                          </a:solidFill>
                          <a:latin typeface="+mn-lt"/>
                          <a:ea typeface="+mn-ea"/>
                          <a:cs typeface="+mn-cs"/>
                        </a:rPr>
                        <a:t>Provide guidance on APIs</a:t>
                      </a:r>
                    </a:p>
                    <a:p>
                      <a:pPr marL="182880" marR="0" lvl="0" indent="-182880" algn="l" defTabSz="914400" rtl="0" eaLnBrk="1" fontAlgn="base" latinLnBrk="0" hangingPunct="1">
                        <a:lnSpc>
                          <a:spcPct val="100000"/>
                        </a:lnSpc>
                        <a:spcBef>
                          <a:spcPts val="300"/>
                        </a:spcBef>
                        <a:spcAft>
                          <a:spcPts val="0"/>
                        </a:spcAft>
                        <a:buClrTx/>
                        <a:buSzTx/>
                        <a:buFont typeface="Arial" panose="020B0604020202020204" pitchFamily="34" charset="0"/>
                        <a:buChar char="•"/>
                        <a:tabLst>
                          <a:tab pos="0" algn="l"/>
                        </a:tabLst>
                        <a:defRPr/>
                      </a:pPr>
                      <a:r>
                        <a:rPr lang="en-US" sz="1350" kern="1200" dirty="0">
                          <a:solidFill>
                            <a:schemeClr val="accent2"/>
                          </a:solidFill>
                          <a:highlight>
                            <a:srgbClr val="FFFF00"/>
                          </a:highlight>
                          <a:latin typeface="+mn-lt"/>
                          <a:ea typeface="+mn-ea"/>
                          <a:cs typeface="+mn-cs"/>
                        </a:rPr>
                        <a:t>Support customer for User Provisioning (Creation/deletion) with Workday</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base" latinLnBrk="0" hangingPunct="1">
                        <a:lnSpc>
                          <a:spcPct val="100000"/>
                        </a:lnSpc>
                        <a:spcBef>
                          <a:spcPts val="100"/>
                        </a:spcBef>
                        <a:spcAft>
                          <a:spcPts val="100"/>
                        </a:spcAft>
                        <a:buClrTx/>
                        <a:buSzTx/>
                        <a:buFontTx/>
                        <a:buNone/>
                        <a:tabLst>
                          <a:tab pos="0" algn="l"/>
                        </a:tabLst>
                      </a:pPr>
                      <a:r>
                        <a:rPr kumimoji="0" lang="en-US" sz="1350" b="0" i="0" u="none" strike="noStrike" kern="1200" cap="none" normalizeH="0" baseline="0" dirty="0">
                          <a:ln>
                            <a:noFill/>
                          </a:ln>
                          <a:solidFill>
                            <a:schemeClr val="accent2"/>
                          </a:solidFill>
                          <a:effectLst/>
                          <a:highlight>
                            <a:srgbClr val="FFFF00"/>
                          </a:highlight>
                          <a:latin typeface="+mn-lt"/>
                          <a:ea typeface="ＭＳ Ｐゴシック" pitchFamily="-107" charset="-128"/>
                          <a:cs typeface="Times New Roman" pitchFamily="-107" charset="0"/>
                        </a:rPr>
                        <a:t>$15,000 - $25,000</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67646623"/>
                  </a:ext>
                </a:extLst>
              </a:tr>
              <a:tr h="936000">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tab pos="0" algn="l"/>
                        </a:tabLst>
                        <a:defRPr/>
                      </a:pPr>
                      <a:r>
                        <a:rPr lang="en-US" sz="1350" b="1" kern="1200" dirty="0">
                          <a:solidFill>
                            <a:schemeClr val="accent2"/>
                          </a:solidFill>
                          <a:latin typeface="+mn-lt"/>
                          <a:ea typeface="+mn-ea"/>
                          <a:cs typeface="+mn-cs"/>
                        </a:rPr>
                        <a:t>Data Migration</a:t>
                      </a:r>
                      <a:endParaRPr lang="en-US" sz="1350" b="0" kern="1200" dirty="0">
                        <a:solidFill>
                          <a:schemeClr val="accent2"/>
                        </a:solidFill>
                        <a:latin typeface="+mn-lt"/>
                        <a:ea typeface="+mn-ea"/>
                        <a:cs typeface="+mn-cs"/>
                      </a:endParaRPr>
                    </a:p>
                    <a:p>
                      <a:pPr marL="182880" marR="0" lvl="0" indent="-182880" algn="l" defTabSz="914400" rtl="0" eaLnBrk="1" fontAlgn="base" latinLnBrk="0" hangingPunct="1">
                        <a:lnSpc>
                          <a:spcPct val="100000"/>
                        </a:lnSpc>
                        <a:spcBef>
                          <a:spcPts val="300"/>
                        </a:spcBef>
                        <a:spcAft>
                          <a:spcPts val="0"/>
                        </a:spcAft>
                        <a:buClrTx/>
                        <a:buSzTx/>
                        <a:buFont typeface="Arial" panose="020B0604020202020204" pitchFamily="34" charset="0"/>
                        <a:buChar char="•"/>
                        <a:tabLst>
                          <a:tab pos="0" algn="l"/>
                        </a:tabLst>
                        <a:defRPr/>
                      </a:pPr>
                      <a:r>
                        <a:rPr lang="en-US" sz="1350" kern="1200" dirty="0">
                          <a:solidFill>
                            <a:schemeClr val="accent2"/>
                          </a:solidFill>
                          <a:highlight>
                            <a:srgbClr val="FFFF00"/>
                          </a:highlight>
                          <a:latin typeface="+mn-lt"/>
                          <a:ea typeface="+mn-ea"/>
                          <a:cs typeface="+mn-cs"/>
                        </a:rPr>
                        <a:t>Migration of ~55000 documents</a:t>
                      </a:r>
                    </a:p>
                    <a:p>
                      <a:pPr marL="182880" marR="0" lvl="0" indent="-182880" algn="l" defTabSz="914400" rtl="0" eaLnBrk="1" fontAlgn="base" latinLnBrk="0" hangingPunct="1">
                        <a:lnSpc>
                          <a:spcPct val="100000"/>
                        </a:lnSpc>
                        <a:spcBef>
                          <a:spcPts val="300"/>
                        </a:spcBef>
                        <a:spcAft>
                          <a:spcPts val="0"/>
                        </a:spcAft>
                        <a:buClrTx/>
                        <a:buSzTx/>
                        <a:buFont typeface="Arial" panose="020B0604020202020204" pitchFamily="34" charset="0"/>
                        <a:buChar char="•"/>
                        <a:tabLst>
                          <a:tab pos="0" algn="l"/>
                        </a:tabLst>
                        <a:defRPr/>
                      </a:pPr>
                      <a:r>
                        <a:rPr lang="en-US" sz="1350" kern="1200" dirty="0">
                          <a:solidFill>
                            <a:schemeClr val="accent2"/>
                          </a:solidFill>
                          <a:latin typeface="+mn-lt"/>
                          <a:ea typeface="+mn-ea"/>
                          <a:cs typeface="+mn-cs"/>
                        </a:rPr>
                        <a:t>Partial Data load in Test, Full load in Production</a:t>
                      </a:r>
                    </a:p>
                    <a:p>
                      <a:pPr marL="182880" marR="0" lvl="0" indent="-182880" algn="l" defTabSz="914400" rtl="0" eaLnBrk="1" fontAlgn="base" latinLnBrk="0" hangingPunct="1">
                        <a:lnSpc>
                          <a:spcPct val="100000"/>
                        </a:lnSpc>
                        <a:spcBef>
                          <a:spcPts val="300"/>
                        </a:spcBef>
                        <a:spcAft>
                          <a:spcPts val="0"/>
                        </a:spcAft>
                        <a:buClrTx/>
                        <a:buSzTx/>
                        <a:buFont typeface="Arial" panose="020B0604020202020204" pitchFamily="34" charset="0"/>
                        <a:buChar char="•"/>
                        <a:tabLst>
                          <a:tab pos="0" algn="l"/>
                        </a:tabLst>
                        <a:defRPr/>
                      </a:pPr>
                      <a:r>
                        <a:rPr lang="en-US" sz="1350" kern="1200" dirty="0">
                          <a:solidFill>
                            <a:schemeClr val="accent2"/>
                          </a:solidFill>
                          <a:latin typeface="+mn-lt"/>
                          <a:ea typeface="+mn-ea"/>
                          <a:cs typeface="+mn-cs"/>
                        </a:rPr>
                        <a:t>Migration Plan, Summary Report</a:t>
                      </a:r>
                    </a:p>
                    <a:p>
                      <a:pPr marL="182880" marR="0" lvl="0" indent="-182880" algn="l" defTabSz="914400" rtl="0" eaLnBrk="1" fontAlgn="base" latinLnBrk="0" hangingPunct="1">
                        <a:lnSpc>
                          <a:spcPct val="100000"/>
                        </a:lnSpc>
                        <a:spcBef>
                          <a:spcPts val="300"/>
                        </a:spcBef>
                        <a:spcAft>
                          <a:spcPts val="0"/>
                        </a:spcAft>
                        <a:buClrTx/>
                        <a:buSzTx/>
                        <a:buFont typeface="Arial" panose="020B0604020202020204" pitchFamily="34" charset="0"/>
                        <a:buChar char="•"/>
                        <a:tabLst>
                          <a:tab pos="0" algn="l"/>
                        </a:tabLst>
                        <a:defRPr/>
                      </a:pPr>
                      <a:r>
                        <a:rPr lang="en-US" sz="1350" kern="1200" dirty="0">
                          <a:solidFill>
                            <a:schemeClr val="accent2"/>
                          </a:solidFill>
                          <a:highlight>
                            <a:srgbClr val="FFFF00"/>
                          </a:highlight>
                          <a:latin typeface="+mn-lt"/>
                          <a:ea typeface="+mn-ea"/>
                          <a:cs typeface="+mn-cs"/>
                        </a:rPr>
                        <a:t>10 Weeks in duration</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base" latinLnBrk="0" hangingPunct="1">
                        <a:lnSpc>
                          <a:spcPct val="100000"/>
                        </a:lnSpc>
                        <a:spcBef>
                          <a:spcPts val="100"/>
                        </a:spcBef>
                        <a:spcAft>
                          <a:spcPts val="100"/>
                        </a:spcAft>
                        <a:buClrTx/>
                        <a:buSzTx/>
                        <a:buFontTx/>
                        <a:buNone/>
                        <a:tabLst>
                          <a:tab pos="0" algn="l"/>
                        </a:tabLst>
                      </a:pPr>
                      <a:r>
                        <a:rPr kumimoji="0" lang="en-US" sz="1350" b="0" i="0" u="none" strike="noStrike" kern="1200" cap="none" normalizeH="0" baseline="0" dirty="0">
                          <a:ln>
                            <a:noFill/>
                          </a:ln>
                          <a:solidFill>
                            <a:schemeClr val="accent2"/>
                          </a:solidFill>
                          <a:effectLst/>
                          <a:highlight>
                            <a:srgbClr val="FFFF00"/>
                          </a:highlight>
                          <a:latin typeface="+mn-lt"/>
                          <a:ea typeface="ＭＳ Ｐゴシック" pitchFamily="-107" charset="-128"/>
                          <a:cs typeface="Times New Roman" pitchFamily="-107" charset="0"/>
                        </a:rPr>
                        <a:t>$20,000 - $30,000</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126601901"/>
                  </a:ext>
                </a:extLst>
              </a:tr>
              <a:tr h="50400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tab pos="0" algn="l"/>
                          <a:tab pos="2971800" algn="ctr"/>
                        </a:tabLst>
                      </a:pPr>
                      <a:r>
                        <a:rPr lang="en-US" sz="1600" b="1" kern="1200">
                          <a:solidFill>
                            <a:schemeClr val="bg1"/>
                          </a:solidFill>
                          <a:latin typeface="+mn-lt"/>
                        </a:rPr>
                        <a:t>Additional Implementation </a:t>
                      </a:r>
                      <a:r>
                        <a:rPr lang="en-US" sz="1600" b="1" kern="1200" baseline="0">
                          <a:solidFill>
                            <a:schemeClr val="bg1"/>
                          </a:solidFill>
                          <a:latin typeface="+mn-lt"/>
                        </a:rPr>
                        <a:t>Services Estimated </a:t>
                      </a:r>
                      <a:r>
                        <a:rPr lang="en-US" sz="1600" b="1" kern="1200">
                          <a:solidFill>
                            <a:schemeClr val="bg1"/>
                          </a:solidFill>
                          <a:latin typeface="+mn-lt"/>
                        </a:rPr>
                        <a:t>Total:</a:t>
                      </a:r>
                      <a:endParaRPr lang="en-US" sz="1600" b="1" kern="1200">
                        <a:solidFill>
                          <a:schemeClr val="bg1"/>
                        </a:solidFill>
                        <a:latin typeface="+mn-lt"/>
                        <a:ea typeface="+mn-ea"/>
                        <a:cs typeface="+mn-cs"/>
                      </a:endParaRP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tab pos="0" algn="l"/>
                          <a:tab pos="2971800" algn="ctr"/>
                        </a:tabLst>
                        <a:defRPr/>
                      </a:pPr>
                      <a:r>
                        <a:rPr kumimoji="0" lang="en-US" sz="1600" b="1" u="none" strike="noStrike" kern="1200" cap="none" normalizeH="0" baseline="0" dirty="0">
                          <a:ln>
                            <a:noFill/>
                          </a:ln>
                          <a:solidFill>
                            <a:schemeClr val="bg1"/>
                          </a:solidFill>
                          <a:effectLst/>
                          <a:highlight>
                            <a:srgbClr val="FFFF00"/>
                          </a:highlight>
                          <a:latin typeface="+mn-lt"/>
                        </a:rPr>
                        <a:t>$35,000 - $55,000</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0002"/>
                  </a:ext>
                </a:extLst>
              </a:tr>
            </a:tbl>
          </a:graphicData>
        </a:graphic>
      </p:graphicFrame>
      <p:sp>
        <p:nvSpPr>
          <p:cNvPr id="3" name="Rectangle 2">
            <a:extLst>
              <a:ext uri="{FF2B5EF4-FFF2-40B4-BE49-F238E27FC236}">
                <a16:creationId xmlns:a16="http://schemas.microsoft.com/office/drawing/2014/main" id="{035C28B8-14BB-F37C-3C59-70BA0C5AB6B6}"/>
              </a:ext>
            </a:extLst>
          </p:cNvPr>
          <p:cNvSpPr/>
          <p:nvPr/>
        </p:nvSpPr>
        <p:spPr>
          <a:xfrm>
            <a:off x="4106333" y="4868333"/>
            <a:ext cx="2438400" cy="1092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Bullet List out the integrations</a:t>
            </a:r>
          </a:p>
        </p:txBody>
      </p:sp>
    </p:spTree>
    <p:extLst>
      <p:ext uri="{BB962C8B-B14F-4D97-AF65-F5344CB8AC3E}">
        <p14:creationId xmlns:p14="http://schemas.microsoft.com/office/powerpoint/2010/main" val="664921250"/>
      </p:ext>
    </p:extLst>
  </p:cSld>
  <p:clrMapOvr>
    <a:masterClrMapping/>
  </p:clrMapOvr>
  <mc:AlternateContent xmlns:mc="http://schemas.openxmlformats.org/markup-compatibility/2006" xmlns:p14="http://schemas.microsoft.com/office/powerpoint/2010/main">
    <mc:Choice Requires="p14">
      <p:transition spd="slow" p14:dur="3000">
        <p:fade/>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A96DF-EC07-FE4B-A952-58789DD941C5}"/>
              </a:ext>
            </a:extLst>
          </p:cNvPr>
          <p:cNvSpPr>
            <a:spLocks noGrp="1"/>
          </p:cNvSpPr>
          <p:nvPr>
            <p:ph type="title"/>
          </p:nvPr>
        </p:nvSpPr>
        <p:spPr>
          <a:xfrm>
            <a:off x="179221" y="99706"/>
            <a:ext cx="10515600" cy="615950"/>
          </a:xfrm>
        </p:spPr>
        <p:txBody>
          <a:bodyPr>
            <a:normAutofit/>
          </a:bodyPr>
          <a:lstStyle/>
          <a:p>
            <a:r>
              <a:rPr lang="en-US"/>
              <a:t>Additional Services</a:t>
            </a:r>
          </a:p>
        </p:txBody>
      </p:sp>
      <p:graphicFrame>
        <p:nvGraphicFramePr>
          <p:cNvPr id="4" name="Table 3">
            <a:extLst>
              <a:ext uri="{FF2B5EF4-FFF2-40B4-BE49-F238E27FC236}">
                <a16:creationId xmlns:a16="http://schemas.microsoft.com/office/drawing/2014/main" id="{1F206F9D-D1C0-E84B-AB3D-7815480756E3}"/>
              </a:ext>
            </a:extLst>
          </p:cNvPr>
          <p:cNvGraphicFramePr>
            <a:graphicFrameLocks noGrp="1"/>
          </p:cNvGraphicFramePr>
          <p:nvPr>
            <p:extLst>
              <p:ext uri="{D42A27DB-BD31-4B8C-83A1-F6EECF244321}">
                <p14:modId xmlns:p14="http://schemas.microsoft.com/office/powerpoint/2010/main" val="3633141858"/>
              </p:ext>
            </p:extLst>
          </p:nvPr>
        </p:nvGraphicFramePr>
        <p:xfrm>
          <a:off x="615886" y="715656"/>
          <a:ext cx="10960228" cy="2844420"/>
        </p:xfrm>
        <a:graphic>
          <a:graphicData uri="http://schemas.openxmlformats.org/drawingml/2006/table">
            <a:tbl>
              <a:tblPr firstRow="1"/>
              <a:tblGrid>
                <a:gridCol w="9146352">
                  <a:extLst>
                    <a:ext uri="{9D8B030D-6E8A-4147-A177-3AD203B41FA5}">
                      <a16:colId xmlns:a16="http://schemas.microsoft.com/office/drawing/2014/main" val="20000"/>
                    </a:ext>
                  </a:extLst>
                </a:gridCol>
                <a:gridCol w="1813876">
                  <a:extLst>
                    <a:ext uri="{9D8B030D-6E8A-4147-A177-3AD203B41FA5}">
                      <a16:colId xmlns:a16="http://schemas.microsoft.com/office/drawing/2014/main" val="20001"/>
                    </a:ext>
                  </a:extLst>
                </a:gridCol>
              </a:tblGrid>
              <a:tr h="50400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tab pos="0" algn="l"/>
                          <a:tab pos="2971800" algn="ctr"/>
                        </a:tabLst>
                      </a:pPr>
                      <a:r>
                        <a:rPr lang="en-US" sz="1600" b="1" kern="1200">
                          <a:latin typeface="+mn-lt"/>
                          <a:cs typeface="Franklin Gothic Medium"/>
                        </a:rPr>
                        <a:t>Implementation Services (One-Time Fee)</a:t>
                      </a:r>
                      <a:endParaRPr lang="en-US" sz="1600" b="1" kern="1200">
                        <a:solidFill>
                          <a:schemeClr val="bg1"/>
                        </a:solidFill>
                        <a:latin typeface="+mn-lt"/>
                        <a:ea typeface="+mn-ea"/>
                        <a:cs typeface="Franklin Gothic Medium"/>
                      </a:endParaRP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tab pos="0" algn="l"/>
                          <a:tab pos="2971800" algn="ctr"/>
                        </a:tabLst>
                      </a:pPr>
                      <a:r>
                        <a:rPr lang="en-US" sz="1600" b="1" kern="1200">
                          <a:latin typeface="+mn-lt"/>
                          <a:cs typeface="Franklin Gothic Medium"/>
                        </a:rPr>
                        <a:t>Time &amp; Material</a:t>
                      </a:r>
                      <a:endParaRPr lang="en-US" sz="1600" b="1" kern="1200">
                        <a:solidFill>
                          <a:schemeClr val="bg1"/>
                        </a:solidFill>
                        <a:latin typeface="+mn-lt"/>
                        <a:ea typeface="+mn-ea"/>
                        <a:cs typeface="Franklin Gothic Medium"/>
                      </a:endParaRP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692959">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tab pos="0" algn="l"/>
                        </a:tabLst>
                      </a:pPr>
                      <a:r>
                        <a:rPr lang="en-US" sz="1350" b="1" i="0" kern="1200" dirty="0">
                          <a:solidFill>
                            <a:schemeClr val="accent2"/>
                          </a:solidFill>
                          <a:latin typeface="+mn-lt"/>
                          <a:ea typeface="+mn-ea"/>
                          <a:cs typeface="+mn-cs"/>
                        </a:rPr>
                        <a:t>Language Translations (Price per Language)</a:t>
                      </a:r>
                      <a:endParaRPr lang="en-US" sz="1350" b="1" u="none" strike="noStrike" dirty="0">
                        <a:solidFill>
                          <a:schemeClr val="accent2"/>
                        </a:solidFill>
                        <a:effectLst/>
                        <a:latin typeface="+mn-lt"/>
                      </a:endParaRPr>
                    </a:p>
                    <a:p>
                      <a:pPr marL="182880" indent="-182880" algn="l" fontAlgn="b">
                        <a:spcBef>
                          <a:spcPts val="300"/>
                        </a:spcBef>
                        <a:buFont typeface="Arial" panose="020B0604020202020204" pitchFamily="34" charset="0"/>
                        <a:buChar char="•"/>
                      </a:pPr>
                      <a:r>
                        <a:rPr lang="en-US" sz="1350" kern="1200" baseline="0" dirty="0">
                          <a:solidFill>
                            <a:schemeClr val="accent2"/>
                          </a:solidFill>
                          <a:latin typeface="+mn-lt"/>
                          <a:ea typeface="+mn-ea"/>
                          <a:cs typeface="+mn-cs"/>
                        </a:rPr>
                        <a:t>The language will be translated using an automated engine such as google translate and populate the system.</a:t>
                      </a:r>
                    </a:p>
                    <a:p>
                      <a:pPr marL="182880" indent="-182880" algn="l" fontAlgn="b">
                        <a:spcBef>
                          <a:spcPts val="300"/>
                        </a:spcBef>
                        <a:buFont typeface="Arial" panose="020B0604020202020204" pitchFamily="34" charset="0"/>
                        <a:buChar char="•"/>
                      </a:pPr>
                      <a:r>
                        <a:rPr lang="en-US" sz="1350" kern="1200" baseline="0" dirty="0">
                          <a:solidFill>
                            <a:schemeClr val="accent2"/>
                          </a:solidFill>
                          <a:latin typeface="+mn-lt"/>
                          <a:ea typeface="+mn-ea"/>
                          <a:cs typeface="+mn-cs"/>
                        </a:rPr>
                        <a:t>Client is responsible for the reviewing and cleaning up the language content as needed.</a:t>
                      </a:r>
                    </a:p>
                    <a:p>
                      <a:pPr marL="182880" indent="-182880" algn="l" fontAlgn="b">
                        <a:spcBef>
                          <a:spcPts val="300"/>
                        </a:spcBef>
                        <a:buFont typeface="Arial" panose="020B0604020202020204" pitchFamily="34" charset="0"/>
                        <a:buChar char="•"/>
                      </a:pPr>
                      <a:r>
                        <a:rPr lang="en-US" sz="1350" kern="1200" baseline="0" dirty="0">
                          <a:solidFill>
                            <a:schemeClr val="accent2"/>
                          </a:solidFill>
                          <a:latin typeface="+mn-lt"/>
                          <a:ea typeface="+mn-ea"/>
                          <a:cs typeface="+mn-cs"/>
                        </a:rPr>
                        <a:t>Client will  assign an English-speaking Language Expert or Experts, for each of the Languages, to work with the Consultant for error corrections and proof reading and clean up.</a:t>
                      </a:r>
                    </a:p>
                    <a:p>
                      <a:pPr marL="182880" indent="-182880" algn="l" fontAlgn="b">
                        <a:spcBef>
                          <a:spcPts val="300"/>
                        </a:spcBef>
                        <a:buFont typeface="Arial" panose="020B0604020202020204" pitchFamily="34" charset="0"/>
                        <a:buChar char="•"/>
                      </a:pPr>
                      <a:r>
                        <a:rPr lang="en-US" sz="1350" kern="1200" baseline="0" dirty="0">
                          <a:solidFill>
                            <a:schemeClr val="accent2"/>
                          </a:solidFill>
                          <a:latin typeface="+mn-lt"/>
                          <a:ea typeface="+mn-ea"/>
                          <a:cs typeface="+mn-cs"/>
                        </a:rPr>
                        <a:t>After translating the system as OOB,  translating any further new configurations or  changes to the system, will be Customer responsibility.</a:t>
                      </a:r>
                    </a:p>
                    <a:p>
                      <a:pPr marL="182880" indent="-182880" algn="l" fontAlgn="b">
                        <a:spcBef>
                          <a:spcPts val="300"/>
                        </a:spcBef>
                        <a:buFont typeface="Arial" panose="020B0604020202020204" pitchFamily="34" charset="0"/>
                        <a:buChar char="•"/>
                      </a:pPr>
                      <a:r>
                        <a:rPr lang="en-US" sz="1350" kern="1200" baseline="0" dirty="0">
                          <a:solidFill>
                            <a:schemeClr val="accent2"/>
                          </a:solidFill>
                          <a:latin typeface="+mn-lt"/>
                          <a:ea typeface="+mn-ea"/>
                          <a:cs typeface="+mn-cs"/>
                        </a:rPr>
                        <a:t>Deployment of the translated systemin Production will be CQ responsibility.</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ctr" defTabSz="914400" rtl="0" eaLnBrk="1" fontAlgn="base" latinLnBrk="0" hangingPunct="1">
                        <a:lnSpc>
                          <a:spcPct val="100000"/>
                        </a:lnSpc>
                        <a:spcBef>
                          <a:spcPts val="100"/>
                        </a:spcBef>
                        <a:spcAft>
                          <a:spcPts val="100"/>
                        </a:spcAft>
                        <a:buClrTx/>
                        <a:buSzTx/>
                        <a:buFontTx/>
                        <a:buNone/>
                        <a:tabLst>
                          <a:tab pos="0" algn="l"/>
                        </a:tabLst>
                      </a:pPr>
                      <a:r>
                        <a:rPr kumimoji="0" lang="en-US" sz="1350" b="0" i="0" u="none" strike="noStrike" kern="1200" cap="none" normalizeH="0" baseline="0">
                          <a:ln>
                            <a:noFill/>
                          </a:ln>
                          <a:solidFill>
                            <a:schemeClr val="accent2"/>
                          </a:solidFill>
                          <a:effectLst/>
                          <a:latin typeface="+mn-lt"/>
                          <a:ea typeface="ＭＳ Ｐゴシック" pitchFamily="-107" charset="-128"/>
                          <a:cs typeface="Times New Roman" pitchFamily="-107" charset="0"/>
                        </a:rPr>
                        <a:t>$8,000</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1"/>
                  </a:ext>
                </a:extLst>
              </a:tr>
              <a:tr h="50400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tab pos="0" algn="l"/>
                          <a:tab pos="2971800" algn="ctr"/>
                        </a:tabLst>
                      </a:pPr>
                      <a:r>
                        <a:rPr lang="en-US" sz="1600" b="1" kern="1200">
                          <a:solidFill>
                            <a:schemeClr val="bg1"/>
                          </a:solidFill>
                          <a:latin typeface="+mn-lt"/>
                        </a:rPr>
                        <a:t>Implementation </a:t>
                      </a:r>
                      <a:r>
                        <a:rPr lang="en-US" sz="1600" b="1" kern="1200" baseline="0">
                          <a:solidFill>
                            <a:schemeClr val="bg1"/>
                          </a:solidFill>
                          <a:latin typeface="+mn-lt"/>
                        </a:rPr>
                        <a:t>Services Estimated </a:t>
                      </a:r>
                      <a:r>
                        <a:rPr lang="en-US" sz="1600" b="1" kern="1200">
                          <a:solidFill>
                            <a:schemeClr val="bg1"/>
                          </a:solidFill>
                          <a:latin typeface="+mn-lt"/>
                        </a:rPr>
                        <a:t>Total:</a:t>
                      </a:r>
                      <a:endParaRPr lang="en-US" sz="1600" b="1" kern="1200">
                        <a:solidFill>
                          <a:schemeClr val="bg1"/>
                        </a:solidFill>
                        <a:latin typeface="+mn-lt"/>
                        <a:ea typeface="+mn-ea"/>
                        <a:cs typeface="+mn-cs"/>
                      </a:endParaRP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tab pos="0" algn="l"/>
                          <a:tab pos="2971800" algn="ctr"/>
                        </a:tabLst>
                        <a:defRPr/>
                      </a:pPr>
                      <a:r>
                        <a:rPr kumimoji="0" lang="en-US" sz="1600" b="1" u="none" strike="noStrike" kern="1200" cap="none" normalizeH="0" baseline="0" dirty="0">
                          <a:ln>
                            <a:noFill/>
                          </a:ln>
                          <a:solidFill>
                            <a:schemeClr val="bg1"/>
                          </a:solidFill>
                          <a:effectLst/>
                          <a:latin typeface="+mn-lt"/>
                        </a:rPr>
                        <a:t>$8,000</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567840335"/>
      </p:ext>
    </p:extLst>
  </p:cSld>
  <p:clrMapOvr>
    <a:masterClrMapping/>
  </p:clrMapOvr>
  <mc:AlternateContent xmlns:mc="http://schemas.openxmlformats.org/markup-compatibility/2006" xmlns:p14="http://schemas.microsoft.com/office/powerpoint/2010/main">
    <mc:Choice Requires="p14">
      <p:transition spd="slow" p14:dur="3000">
        <p:fade/>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A96DF-EC07-FE4B-A952-58789DD941C5}"/>
              </a:ext>
            </a:extLst>
          </p:cNvPr>
          <p:cNvSpPr>
            <a:spLocks noGrp="1"/>
          </p:cNvSpPr>
          <p:nvPr>
            <p:ph type="title"/>
          </p:nvPr>
        </p:nvSpPr>
        <p:spPr>
          <a:xfrm>
            <a:off x="179221" y="99706"/>
            <a:ext cx="10515600" cy="615950"/>
          </a:xfrm>
        </p:spPr>
        <p:txBody>
          <a:bodyPr>
            <a:normAutofit/>
          </a:bodyPr>
          <a:lstStyle/>
          <a:p>
            <a:r>
              <a:rPr lang="en-US"/>
              <a:t>Total Implementation Investments</a:t>
            </a:r>
          </a:p>
        </p:txBody>
      </p:sp>
      <p:graphicFrame>
        <p:nvGraphicFramePr>
          <p:cNvPr id="4" name="Table 3">
            <a:extLst>
              <a:ext uri="{FF2B5EF4-FFF2-40B4-BE49-F238E27FC236}">
                <a16:creationId xmlns:a16="http://schemas.microsoft.com/office/drawing/2014/main" id="{1F206F9D-D1C0-E84B-AB3D-7815480756E3}"/>
              </a:ext>
            </a:extLst>
          </p:cNvPr>
          <p:cNvGraphicFramePr>
            <a:graphicFrameLocks noGrp="1"/>
          </p:cNvGraphicFramePr>
          <p:nvPr>
            <p:extLst>
              <p:ext uri="{D42A27DB-BD31-4B8C-83A1-F6EECF244321}">
                <p14:modId xmlns:p14="http://schemas.microsoft.com/office/powerpoint/2010/main" val="3086064301"/>
              </p:ext>
            </p:extLst>
          </p:nvPr>
        </p:nvGraphicFramePr>
        <p:xfrm>
          <a:off x="615886" y="1077579"/>
          <a:ext cx="10960228" cy="3294000"/>
        </p:xfrm>
        <a:graphic>
          <a:graphicData uri="http://schemas.openxmlformats.org/drawingml/2006/table">
            <a:tbl>
              <a:tblPr firstRow="1"/>
              <a:tblGrid>
                <a:gridCol w="8235783">
                  <a:extLst>
                    <a:ext uri="{9D8B030D-6E8A-4147-A177-3AD203B41FA5}">
                      <a16:colId xmlns:a16="http://schemas.microsoft.com/office/drawing/2014/main" val="20000"/>
                    </a:ext>
                  </a:extLst>
                </a:gridCol>
                <a:gridCol w="2724445">
                  <a:extLst>
                    <a:ext uri="{9D8B030D-6E8A-4147-A177-3AD203B41FA5}">
                      <a16:colId xmlns:a16="http://schemas.microsoft.com/office/drawing/2014/main" val="20001"/>
                    </a:ext>
                  </a:extLst>
                </a:gridCol>
              </a:tblGrid>
              <a:tr h="50400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tab pos="0" algn="l"/>
                          <a:tab pos="2971800" algn="ctr"/>
                        </a:tabLst>
                      </a:pPr>
                      <a:r>
                        <a:rPr lang="en-US" sz="1600" b="1" kern="1200">
                          <a:latin typeface="+mn-lt"/>
                          <a:cs typeface="Franklin Gothic Medium"/>
                        </a:rPr>
                        <a:t>Phase </a:t>
                      </a:r>
                      <a:endParaRPr lang="en-US" sz="1600" b="1" kern="1200">
                        <a:solidFill>
                          <a:schemeClr val="bg1"/>
                        </a:solidFill>
                        <a:latin typeface="+mn-lt"/>
                        <a:ea typeface="+mn-ea"/>
                        <a:cs typeface="Franklin Gothic Medium"/>
                      </a:endParaRP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tab pos="0" algn="l"/>
                          <a:tab pos="2971800" algn="ctr"/>
                        </a:tabLst>
                      </a:pPr>
                      <a:r>
                        <a:rPr lang="en-US" sz="1600" b="1" kern="1200">
                          <a:latin typeface="+mn-lt"/>
                          <a:cs typeface="Franklin Gothic Medium"/>
                        </a:rPr>
                        <a:t>Costs</a:t>
                      </a:r>
                      <a:endParaRPr lang="en-US" sz="1600" b="1" kern="1200">
                        <a:solidFill>
                          <a:schemeClr val="bg1"/>
                        </a:solidFill>
                        <a:latin typeface="+mn-lt"/>
                        <a:ea typeface="+mn-ea"/>
                        <a:cs typeface="Franklin Gothic Medium"/>
                      </a:endParaRP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45720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tab pos="0" algn="l"/>
                        </a:tabLst>
                      </a:pPr>
                      <a:r>
                        <a:rPr lang="en-US" sz="1400" b="1" i="0" kern="1200" dirty="0">
                          <a:solidFill>
                            <a:schemeClr val="accent2"/>
                          </a:solidFill>
                          <a:highlight>
                            <a:srgbClr val="FFFF00"/>
                          </a:highlight>
                          <a:latin typeface="+mn-lt"/>
                          <a:ea typeface="+mn-ea"/>
                          <a:cs typeface="+mn-cs"/>
                        </a:rPr>
                        <a:t>Phase 1 - Implementation Services</a:t>
                      </a:r>
                      <a:endParaRPr lang="en-US" sz="1400" b="1" kern="1200" baseline="0" dirty="0">
                        <a:solidFill>
                          <a:schemeClr val="accent2"/>
                        </a:solidFill>
                        <a:highlight>
                          <a:srgbClr val="FFFF00"/>
                        </a:highlight>
                        <a:latin typeface="+mn-lt"/>
                        <a:ea typeface="+mn-ea"/>
                        <a:cs typeface="+mn-cs"/>
                      </a:endParaRP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ctr" defTabSz="914400" rtl="0" eaLnBrk="1" fontAlgn="base" latinLnBrk="0" hangingPunct="1">
                        <a:lnSpc>
                          <a:spcPct val="100000"/>
                        </a:lnSpc>
                        <a:spcBef>
                          <a:spcPts val="100"/>
                        </a:spcBef>
                        <a:spcAft>
                          <a:spcPts val="100"/>
                        </a:spcAft>
                        <a:buClrTx/>
                        <a:buSzTx/>
                        <a:buFontTx/>
                        <a:buNone/>
                        <a:tabLst>
                          <a:tab pos="0" algn="l"/>
                        </a:tabLst>
                      </a:pPr>
                      <a:r>
                        <a:rPr kumimoji="0" lang="en-US" sz="1400" b="1" i="0" u="none" strike="noStrike" kern="1200" cap="none" normalizeH="0" baseline="0" dirty="0">
                          <a:ln>
                            <a:noFill/>
                          </a:ln>
                          <a:solidFill>
                            <a:schemeClr val="accent2"/>
                          </a:solidFill>
                          <a:effectLst/>
                          <a:highlight>
                            <a:srgbClr val="FFFF00"/>
                          </a:highlight>
                          <a:latin typeface="+mn-lt"/>
                          <a:ea typeface="ＭＳ Ｐゴシック" pitchFamily="-107" charset="-128"/>
                          <a:cs typeface="Times New Roman" pitchFamily="-107" charset="0"/>
                        </a:rPr>
                        <a:t>$90,000 - $115,000</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1"/>
                  </a:ext>
                </a:extLst>
              </a:tr>
              <a:tr h="457200">
                <a:tc>
                  <a:txBody>
                    <a:bodyPr/>
                    <a:lstStyle/>
                    <a:p>
                      <a:pPr marL="0" marR="0" lvl="0" indent="0" algn="l" defTabSz="914400" rtl="0" eaLnBrk="1" fontAlgn="base" latinLnBrk="0" hangingPunct="1">
                        <a:lnSpc>
                          <a:spcPct val="100000"/>
                        </a:lnSpc>
                        <a:spcBef>
                          <a:spcPct val="0"/>
                        </a:spcBef>
                        <a:spcAft>
                          <a:spcPct val="0"/>
                        </a:spcAft>
                        <a:buClrTx/>
                        <a:buSzTx/>
                        <a:buFontTx/>
                        <a:buNone/>
                        <a:tabLst>
                          <a:tab pos="0" algn="l"/>
                        </a:tabLst>
                      </a:pPr>
                      <a:r>
                        <a:rPr lang="en-US" sz="1400" b="1" kern="1200" baseline="0">
                          <a:solidFill>
                            <a:schemeClr val="accent2"/>
                          </a:solidFill>
                          <a:highlight>
                            <a:srgbClr val="FFFF00"/>
                          </a:highlight>
                          <a:latin typeface="+mn-lt"/>
                          <a:ea typeface="+mn-ea"/>
                          <a:cs typeface="+mn-cs"/>
                        </a:rPr>
                        <a:t>Phase 1 – Integration and Migration</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base" latinLnBrk="0" hangingPunct="1">
                        <a:lnSpc>
                          <a:spcPct val="100000"/>
                        </a:lnSpc>
                        <a:spcBef>
                          <a:spcPts val="100"/>
                        </a:spcBef>
                        <a:spcAft>
                          <a:spcPts val="100"/>
                        </a:spcAft>
                        <a:buClrTx/>
                        <a:buSzTx/>
                        <a:buFontTx/>
                        <a:buNone/>
                        <a:tabLst>
                          <a:tab pos="0" algn="l"/>
                        </a:tabLst>
                      </a:pPr>
                      <a:r>
                        <a:rPr kumimoji="0" lang="en-US" sz="1400" b="1" i="0" u="none" strike="noStrike" kern="1200" cap="none" normalizeH="0" baseline="0">
                          <a:ln>
                            <a:noFill/>
                          </a:ln>
                          <a:solidFill>
                            <a:schemeClr val="accent2"/>
                          </a:solidFill>
                          <a:effectLst/>
                          <a:highlight>
                            <a:srgbClr val="FFFF00"/>
                          </a:highlight>
                          <a:latin typeface="+mn-lt"/>
                          <a:ea typeface="ＭＳ Ｐゴシック" pitchFamily="-107" charset="-128"/>
                          <a:cs typeface="Times New Roman" pitchFamily="-107" charset="0"/>
                        </a:rPr>
                        <a:t>$35,000 - $55,000</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751105589"/>
                  </a:ext>
                </a:extLst>
              </a:tr>
              <a:tr h="457200">
                <a:tc>
                  <a:txBody>
                    <a:bodyPr/>
                    <a:lstStyle/>
                    <a:p>
                      <a:pPr marL="0" marR="0" lvl="0" indent="0" algn="l" defTabSz="914400" rtl="0" eaLnBrk="1" fontAlgn="base" latinLnBrk="0" hangingPunct="1">
                        <a:lnSpc>
                          <a:spcPct val="100000"/>
                        </a:lnSpc>
                        <a:spcBef>
                          <a:spcPct val="0"/>
                        </a:spcBef>
                        <a:spcAft>
                          <a:spcPct val="0"/>
                        </a:spcAft>
                        <a:buClrTx/>
                        <a:buSzTx/>
                        <a:buFontTx/>
                        <a:buNone/>
                        <a:tabLst>
                          <a:tab pos="0" algn="l"/>
                        </a:tabLst>
                      </a:pPr>
                      <a:r>
                        <a:rPr lang="en-US" sz="1400" b="1" kern="1200" baseline="0">
                          <a:solidFill>
                            <a:schemeClr val="accent2"/>
                          </a:solidFill>
                          <a:highlight>
                            <a:srgbClr val="FFFF00"/>
                          </a:highlight>
                          <a:latin typeface="+mn-lt"/>
                          <a:ea typeface="+mn-ea"/>
                          <a:cs typeface="+mn-cs"/>
                        </a:rPr>
                        <a:t>Phase 2 – Implementation Services</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base" latinLnBrk="0" hangingPunct="1">
                        <a:lnSpc>
                          <a:spcPct val="100000"/>
                        </a:lnSpc>
                        <a:spcBef>
                          <a:spcPts val="100"/>
                        </a:spcBef>
                        <a:spcAft>
                          <a:spcPts val="100"/>
                        </a:spcAft>
                        <a:buClrTx/>
                        <a:buSzTx/>
                        <a:buFontTx/>
                        <a:buNone/>
                        <a:tabLst>
                          <a:tab pos="0" algn="l"/>
                        </a:tabLst>
                      </a:pPr>
                      <a:r>
                        <a:rPr kumimoji="0" lang="en-US" sz="1400" b="1" i="0" u="none" strike="noStrike" kern="1200" cap="none" normalizeH="0" baseline="0">
                          <a:ln>
                            <a:noFill/>
                          </a:ln>
                          <a:solidFill>
                            <a:schemeClr val="accent2"/>
                          </a:solidFill>
                          <a:effectLst/>
                          <a:highlight>
                            <a:srgbClr val="FFFF00"/>
                          </a:highlight>
                          <a:latin typeface="+mn-lt"/>
                          <a:ea typeface="ＭＳ Ｐゴシック" pitchFamily="-107" charset="-128"/>
                          <a:cs typeface="Times New Roman" pitchFamily="-107" charset="0"/>
                        </a:rPr>
                        <a:t>$98,000 - $124,000</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036427"/>
                  </a:ext>
                </a:extLst>
              </a:tr>
              <a:tr h="457200">
                <a:tc>
                  <a:txBody>
                    <a:bodyPr/>
                    <a:lstStyle/>
                    <a:p>
                      <a:pPr marL="0" marR="0" lvl="0" indent="0" algn="l" defTabSz="914400" rtl="0" eaLnBrk="1" fontAlgn="base" latinLnBrk="0" hangingPunct="1">
                        <a:lnSpc>
                          <a:spcPct val="100000"/>
                        </a:lnSpc>
                        <a:spcBef>
                          <a:spcPct val="0"/>
                        </a:spcBef>
                        <a:spcAft>
                          <a:spcPct val="0"/>
                        </a:spcAft>
                        <a:buClrTx/>
                        <a:buSzTx/>
                        <a:buFontTx/>
                        <a:buNone/>
                        <a:tabLst>
                          <a:tab pos="0" algn="l"/>
                        </a:tabLst>
                      </a:pPr>
                      <a:r>
                        <a:rPr lang="en-US" sz="1400" b="1" kern="1200" baseline="0">
                          <a:solidFill>
                            <a:schemeClr val="accent2"/>
                          </a:solidFill>
                          <a:highlight>
                            <a:srgbClr val="FFFF00"/>
                          </a:highlight>
                          <a:latin typeface="+mn-lt"/>
                          <a:ea typeface="+mn-ea"/>
                          <a:cs typeface="+mn-cs"/>
                        </a:rPr>
                        <a:t>Phase 3 – Implementation Services</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base" latinLnBrk="0" hangingPunct="1">
                        <a:lnSpc>
                          <a:spcPct val="100000"/>
                        </a:lnSpc>
                        <a:spcBef>
                          <a:spcPts val="100"/>
                        </a:spcBef>
                        <a:spcAft>
                          <a:spcPts val="100"/>
                        </a:spcAft>
                        <a:buClrTx/>
                        <a:buSzTx/>
                        <a:buFontTx/>
                        <a:buNone/>
                        <a:tabLst>
                          <a:tab pos="0" algn="l"/>
                        </a:tabLst>
                      </a:pPr>
                      <a:r>
                        <a:rPr kumimoji="0" lang="en-US" sz="1400" b="1" i="0" u="none" strike="noStrike" kern="1200" cap="none" normalizeH="0" baseline="0">
                          <a:ln>
                            <a:noFill/>
                          </a:ln>
                          <a:solidFill>
                            <a:schemeClr val="accent2"/>
                          </a:solidFill>
                          <a:effectLst/>
                          <a:highlight>
                            <a:srgbClr val="FFFF00"/>
                          </a:highlight>
                          <a:latin typeface="+mn-lt"/>
                          <a:ea typeface="ＭＳ Ｐゴシック" pitchFamily="-107" charset="-128"/>
                          <a:cs typeface="Times New Roman" pitchFamily="-107" charset="0"/>
                        </a:rPr>
                        <a:t>$98,000 - $124,000</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65068566"/>
                  </a:ext>
                </a:extLst>
              </a:tr>
              <a:tr h="457200">
                <a:tc>
                  <a:txBody>
                    <a:bodyPr/>
                    <a:lstStyle/>
                    <a:p>
                      <a:pPr marL="0" marR="0" lvl="0" indent="0" algn="l" defTabSz="914400" rtl="0" eaLnBrk="1" fontAlgn="base" latinLnBrk="0" hangingPunct="1">
                        <a:lnSpc>
                          <a:spcPct val="100000"/>
                        </a:lnSpc>
                        <a:spcBef>
                          <a:spcPct val="0"/>
                        </a:spcBef>
                        <a:spcAft>
                          <a:spcPct val="0"/>
                        </a:spcAft>
                        <a:buClrTx/>
                        <a:buSzTx/>
                        <a:buFontTx/>
                        <a:buNone/>
                        <a:tabLst>
                          <a:tab pos="0" algn="l"/>
                        </a:tabLst>
                      </a:pPr>
                      <a:r>
                        <a:rPr lang="en-US" sz="1400" b="1" kern="1200" baseline="0">
                          <a:solidFill>
                            <a:schemeClr val="accent2"/>
                          </a:solidFill>
                          <a:highlight>
                            <a:srgbClr val="FFFF00"/>
                          </a:highlight>
                          <a:latin typeface="+mn-lt"/>
                          <a:ea typeface="+mn-ea"/>
                          <a:cs typeface="+mn-cs"/>
                        </a:rPr>
                        <a:t>Language Translation Services</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base" latinLnBrk="0" hangingPunct="1">
                        <a:lnSpc>
                          <a:spcPct val="100000"/>
                        </a:lnSpc>
                        <a:spcBef>
                          <a:spcPts val="100"/>
                        </a:spcBef>
                        <a:spcAft>
                          <a:spcPts val="100"/>
                        </a:spcAft>
                        <a:buClrTx/>
                        <a:buSzTx/>
                        <a:buFontTx/>
                        <a:buNone/>
                        <a:tabLst>
                          <a:tab pos="0" algn="l"/>
                        </a:tabLst>
                      </a:pPr>
                      <a:r>
                        <a:rPr kumimoji="0" lang="en-US" sz="1400" b="1" i="0" u="none" strike="noStrike" kern="1200" cap="none" normalizeH="0" baseline="0">
                          <a:ln>
                            <a:noFill/>
                          </a:ln>
                          <a:solidFill>
                            <a:schemeClr val="accent2"/>
                          </a:solidFill>
                          <a:effectLst/>
                          <a:highlight>
                            <a:srgbClr val="FFFF00"/>
                          </a:highlight>
                          <a:latin typeface="+mn-lt"/>
                          <a:ea typeface="ＭＳ Ｐゴシック" pitchFamily="-107" charset="-128"/>
                          <a:cs typeface="Times New Roman" pitchFamily="-107" charset="0"/>
                        </a:rPr>
                        <a:t>$8,000</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37090258"/>
                  </a:ext>
                </a:extLst>
              </a:tr>
              <a:tr h="50400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tab pos="0" algn="l"/>
                          <a:tab pos="2971800" algn="ctr"/>
                        </a:tabLst>
                      </a:pPr>
                      <a:r>
                        <a:rPr lang="en-US" sz="1600" b="1" kern="1200" dirty="0">
                          <a:solidFill>
                            <a:schemeClr val="bg1"/>
                          </a:solidFill>
                          <a:highlight>
                            <a:srgbClr val="FFFF00"/>
                          </a:highlight>
                          <a:latin typeface="+mn-lt"/>
                        </a:rPr>
                        <a:t>Total Implementation Investments</a:t>
                      </a:r>
                      <a:endParaRPr lang="en-US" sz="1600" b="1" kern="1200" dirty="0">
                        <a:solidFill>
                          <a:schemeClr val="bg1"/>
                        </a:solidFill>
                        <a:highlight>
                          <a:srgbClr val="FFFF00"/>
                        </a:highlight>
                        <a:latin typeface="+mn-lt"/>
                        <a:ea typeface="+mn-ea"/>
                        <a:cs typeface="+mn-cs"/>
                      </a:endParaRP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tab pos="0" algn="l"/>
                          <a:tab pos="2971800" algn="ctr"/>
                        </a:tabLst>
                        <a:defRPr/>
                      </a:pPr>
                      <a:r>
                        <a:rPr kumimoji="0" lang="en-US" sz="1600" b="1" u="none" strike="noStrike" kern="1200" cap="none" normalizeH="0" baseline="0" dirty="0">
                          <a:ln>
                            <a:noFill/>
                          </a:ln>
                          <a:solidFill>
                            <a:schemeClr val="bg1"/>
                          </a:solidFill>
                          <a:effectLst/>
                          <a:highlight>
                            <a:srgbClr val="FFFF00"/>
                          </a:highlight>
                          <a:latin typeface="+mn-lt"/>
                        </a:rPr>
                        <a:t>$329,000 - $426,000</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268064061"/>
      </p:ext>
    </p:extLst>
  </p:cSld>
  <p:clrMapOvr>
    <a:masterClrMapping/>
  </p:clrMapOvr>
  <mc:AlternateContent xmlns:mc="http://schemas.openxmlformats.org/markup-compatibility/2006" xmlns:p14="http://schemas.microsoft.com/office/powerpoint/2010/main">
    <mc:Choice Requires="p14">
      <p:transition spd="slow" p14:dur="3000">
        <p:fade/>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68F51-14A6-9D46-D8B5-F81C46FE3C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2B2059-74BC-1E8D-E4C7-930FBC160C5B}"/>
              </a:ext>
            </a:extLst>
          </p:cNvPr>
          <p:cNvSpPr txBox="1">
            <a:spLocks/>
          </p:cNvSpPr>
          <p:nvPr/>
        </p:nvSpPr>
        <p:spPr>
          <a:xfrm>
            <a:off x="207955" y="2907888"/>
            <a:ext cx="4908331" cy="52111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chemeClr val="accent2"/>
                </a:solidFill>
                <a:latin typeface="Calibri" panose="020F0502020204030204" pitchFamily="34" charset="0"/>
                <a:ea typeface="Calibri" panose="020F0502020204030204" pitchFamily="34" charset="0"/>
                <a:cs typeface="Calibri" panose="020F0502020204030204" pitchFamily="34" charset="0"/>
              </a:rPr>
              <a:t>Assumptions</a:t>
            </a:r>
          </a:p>
        </p:txBody>
      </p:sp>
    </p:spTree>
    <p:extLst>
      <p:ext uri="{BB962C8B-B14F-4D97-AF65-F5344CB8AC3E}">
        <p14:creationId xmlns:p14="http://schemas.microsoft.com/office/powerpoint/2010/main" val="23552678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B5D902B-30AB-6244-9403-479A1B08E008}"/>
              </a:ext>
            </a:extLst>
          </p:cNvPr>
          <p:cNvSpPr>
            <a:spLocks noGrp="1"/>
          </p:cNvSpPr>
          <p:nvPr>
            <p:ph type="title"/>
          </p:nvPr>
        </p:nvSpPr>
        <p:spPr>
          <a:xfrm>
            <a:off x="179221" y="89767"/>
            <a:ext cx="10515600" cy="615950"/>
          </a:xfrm>
        </p:spPr>
        <p:txBody>
          <a:bodyPr/>
          <a:lstStyle/>
          <a:p>
            <a:r>
              <a:rPr lang="en-US"/>
              <a:t>In Scope Assumptions</a:t>
            </a:r>
          </a:p>
        </p:txBody>
      </p:sp>
      <p:sp>
        <p:nvSpPr>
          <p:cNvPr id="9" name="Title 2">
            <a:extLst>
              <a:ext uri="{FF2B5EF4-FFF2-40B4-BE49-F238E27FC236}">
                <a16:creationId xmlns:a16="http://schemas.microsoft.com/office/drawing/2014/main" id="{5A5CC627-4792-2D43-A3AB-9CB0D7AAA163}"/>
              </a:ext>
            </a:extLst>
          </p:cNvPr>
          <p:cNvSpPr txBox="1">
            <a:spLocks/>
          </p:cNvSpPr>
          <p:nvPr/>
        </p:nvSpPr>
        <p:spPr>
          <a:xfrm>
            <a:off x="0" y="25168"/>
            <a:ext cx="12192000" cy="645951"/>
          </a:xfrm>
          <a:prstGeom prst="rect">
            <a:avLst/>
          </a:prstGeom>
        </p:spPr>
        <p:txBody>
          <a:bodyPr vert="horz" lIns="91440" tIns="45720" rIns="91440" bIns="45720" rtlCol="0" anchor="b" anchorCtr="0">
            <a:noAutofit/>
          </a:bodyPr>
          <a:lstStyle>
            <a:lvl1pPr algn="ctr" defTabSz="914400" rtl="0" eaLnBrk="1" latinLnBrk="0" hangingPunct="1">
              <a:lnSpc>
                <a:spcPct val="70000"/>
              </a:lnSpc>
              <a:spcBef>
                <a:spcPct val="0"/>
              </a:spcBef>
              <a:buNone/>
              <a:defRPr sz="4000" kern="1200">
                <a:solidFill>
                  <a:srgbClr val="5A7E96"/>
                </a:solidFill>
                <a:latin typeface="+mj-lt"/>
                <a:ea typeface="+mj-ea"/>
                <a:cs typeface="+mj-cs"/>
              </a:defRPr>
            </a:lvl1pPr>
          </a:lstStyle>
          <a:p>
            <a:endParaRPr lang="en-US" sz="3300">
              <a:solidFill>
                <a:schemeClr val="tx2"/>
              </a:solidFill>
            </a:endParaRPr>
          </a:p>
        </p:txBody>
      </p:sp>
      <p:sp>
        <p:nvSpPr>
          <p:cNvPr id="6" name="Snip Same Side Corner Rectangle 7">
            <a:extLst>
              <a:ext uri="{FF2B5EF4-FFF2-40B4-BE49-F238E27FC236}">
                <a16:creationId xmlns:a16="http://schemas.microsoft.com/office/drawing/2014/main" id="{0CBA11D3-95EB-B5EC-D417-49FC37949A3E}"/>
              </a:ext>
            </a:extLst>
          </p:cNvPr>
          <p:cNvSpPr/>
          <p:nvPr/>
        </p:nvSpPr>
        <p:spPr>
          <a:xfrm>
            <a:off x="444167" y="757713"/>
            <a:ext cx="5470757" cy="388568"/>
          </a:xfrm>
          <a:prstGeom prst="rect">
            <a:avLst/>
          </a:prstGeom>
          <a:solidFill>
            <a:srgbClr val="0070C0"/>
          </a:solidFill>
          <a:ln>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a:solidFill>
                  <a:schemeClr val="bg1"/>
                </a:solidFill>
              </a:rPr>
              <a:t>General</a:t>
            </a:r>
          </a:p>
        </p:txBody>
      </p:sp>
      <p:sp>
        <p:nvSpPr>
          <p:cNvPr id="7" name="Rectangle 6">
            <a:extLst>
              <a:ext uri="{FF2B5EF4-FFF2-40B4-BE49-F238E27FC236}">
                <a16:creationId xmlns:a16="http://schemas.microsoft.com/office/drawing/2014/main" id="{DF92A95E-36A1-C8B8-229F-675921CF1634}"/>
              </a:ext>
            </a:extLst>
          </p:cNvPr>
          <p:cNvSpPr/>
          <p:nvPr/>
        </p:nvSpPr>
        <p:spPr>
          <a:xfrm>
            <a:off x="555842" y="1146281"/>
            <a:ext cx="5363695" cy="1501379"/>
          </a:xfrm>
          <a:prstGeom prst="rect">
            <a:avLst/>
          </a:prstGeom>
          <a:solidFill>
            <a:schemeClr val="bg1"/>
          </a:solidFill>
          <a:ln w="6350">
            <a:solidFill>
              <a:srgbClr val="0070C0"/>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sz="1400" b="1" baseline="-25000">
              <a:solidFill>
                <a:schemeClr val="accent2"/>
              </a:solidFill>
              <a:cs typeface="Arial" panose="020B0604020202020204" pitchFamily="34" charset="0"/>
            </a:endParaRPr>
          </a:p>
        </p:txBody>
      </p:sp>
      <p:sp>
        <p:nvSpPr>
          <p:cNvPr id="8" name="Rectangle 7">
            <a:extLst>
              <a:ext uri="{FF2B5EF4-FFF2-40B4-BE49-F238E27FC236}">
                <a16:creationId xmlns:a16="http://schemas.microsoft.com/office/drawing/2014/main" id="{13FC3BD5-9DE7-65CA-8ED5-F6758370858C}"/>
              </a:ext>
            </a:extLst>
          </p:cNvPr>
          <p:cNvSpPr/>
          <p:nvPr/>
        </p:nvSpPr>
        <p:spPr>
          <a:xfrm>
            <a:off x="344156" y="946768"/>
            <a:ext cx="5751844" cy="199513"/>
          </a:xfrm>
          <a:prstGeom prst="rect">
            <a:avLst/>
          </a:prstGeom>
        </p:spPr>
        <p:txBody>
          <a:bodyPr wrap="square">
            <a:spAutoFit/>
          </a:bodyPr>
          <a:lstStyle/>
          <a:p>
            <a:pPr algn="ctr"/>
            <a:endParaRPr lang="en-US" sz="1200" b="1">
              <a:solidFill>
                <a:srgbClr val="FFFFFF"/>
              </a:solidFill>
            </a:endParaRPr>
          </a:p>
        </p:txBody>
      </p:sp>
      <p:sp>
        <p:nvSpPr>
          <p:cNvPr id="10" name="Oval 9">
            <a:extLst>
              <a:ext uri="{FF2B5EF4-FFF2-40B4-BE49-F238E27FC236}">
                <a16:creationId xmlns:a16="http://schemas.microsoft.com/office/drawing/2014/main" id="{577A3DC5-6F02-565A-D58D-EB3A90B5663B}"/>
              </a:ext>
            </a:extLst>
          </p:cNvPr>
          <p:cNvSpPr/>
          <p:nvPr/>
        </p:nvSpPr>
        <p:spPr>
          <a:xfrm>
            <a:off x="293688" y="646393"/>
            <a:ext cx="596876" cy="59687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BC6CF73E-D970-8E73-B4EA-5871B88A6D48}"/>
              </a:ext>
            </a:extLst>
          </p:cNvPr>
          <p:cNvSpPr txBox="1"/>
          <p:nvPr/>
        </p:nvSpPr>
        <p:spPr>
          <a:xfrm>
            <a:off x="608914" y="1167250"/>
            <a:ext cx="5098867" cy="723275"/>
          </a:xfrm>
          <a:prstGeom prst="rect">
            <a:avLst/>
          </a:prstGeom>
          <a:noFill/>
        </p:spPr>
        <p:txBody>
          <a:bodyPr wrap="square" lIns="91440" tIns="45720" rIns="91440" bIns="45720" anchor="t">
            <a:spAutoFit/>
          </a:bodyPr>
          <a:lstStyle/>
          <a:p>
            <a:pPr marL="179705" lvl="1" indent="-179705">
              <a:lnSpc>
                <a:spcPct val="100000"/>
              </a:lnSpc>
              <a:spcBef>
                <a:spcPts val="600"/>
              </a:spcBef>
              <a:buClr>
                <a:srgbClr val="484848"/>
              </a:buClr>
              <a:buFont typeface="Arial" panose="020B0604020202020204" pitchFamily="34" charset="0"/>
              <a:buChar char="•"/>
            </a:pPr>
            <a:r>
              <a:rPr lang="en-US" sz="1200" dirty="0">
                <a:solidFill>
                  <a:srgbClr val="484848"/>
                </a:solidFill>
              </a:rPr>
              <a:t>Proposal is bid as Time and Materials (except where specified).</a:t>
            </a:r>
            <a:endParaRPr lang="en-US" sz="1200" dirty="0">
              <a:solidFill>
                <a:srgbClr val="484848"/>
              </a:solidFill>
              <a:ea typeface="Calibri"/>
              <a:cs typeface="Calibri"/>
            </a:endParaRPr>
          </a:p>
          <a:p>
            <a:pPr marL="179705" lvl="1" indent="-179705">
              <a:lnSpc>
                <a:spcPct val="100000"/>
              </a:lnSpc>
              <a:spcBef>
                <a:spcPts val="600"/>
              </a:spcBef>
              <a:buClr>
                <a:srgbClr val="484848"/>
              </a:buClr>
              <a:buFont typeface="Arial" panose="020B0604020202020204" pitchFamily="34" charset="0"/>
              <a:buChar char="•"/>
            </a:pPr>
            <a:r>
              <a:rPr lang="en-US" sz="1200" dirty="0">
                <a:solidFill>
                  <a:srgbClr val="484848"/>
                </a:solidFill>
              </a:rPr>
              <a:t>Proposal is provided as indicative pricing; Numbers are high-level estimates based on current knowledge of goals for implementation.</a:t>
            </a:r>
            <a:endParaRPr lang="en-US" sz="1200" dirty="0">
              <a:solidFill>
                <a:srgbClr val="484848"/>
              </a:solidFill>
              <a:ea typeface="Calibri"/>
              <a:cs typeface="Calibri"/>
            </a:endParaRPr>
          </a:p>
        </p:txBody>
      </p:sp>
      <p:sp>
        <p:nvSpPr>
          <p:cNvPr id="53" name="Snip Same Side Corner Rectangle 7">
            <a:extLst>
              <a:ext uri="{FF2B5EF4-FFF2-40B4-BE49-F238E27FC236}">
                <a16:creationId xmlns:a16="http://schemas.microsoft.com/office/drawing/2014/main" id="{8AD0B205-0936-3CCB-1EC5-411684C6686D}"/>
              </a:ext>
            </a:extLst>
          </p:cNvPr>
          <p:cNvSpPr/>
          <p:nvPr/>
        </p:nvSpPr>
        <p:spPr>
          <a:xfrm>
            <a:off x="448363" y="3457532"/>
            <a:ext cx="5470757" cy="388568"/>
          </a:xfrm>
          <a:prstGeom prst="rect">
            <a:avLst/>
          </a:prstGeom>
          <a:solidFill>
            <a:srgbClr val="484848"/>
          </a:solidFill>
          <a:ln>
            <a:solidFill>
              <a:srgbClr val="4848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a:solidFill>
                  <a:schemeClr val="bg1"/>
                </a:solidFill>
              </a:rPr>
              <a:t>Configuration</a:t>
            </a:r>
          </a:p>
        </p:txBody>
      </p:sp>
      <p:sp>
        <p:nvSpPr>
          <p:cNvPr id="54" name="Rectangle 53">
            <a:extLst>
              <a:ext uri="{FF2B5EF4-FFF2-40B4-BE49-F238E27FC236}">
                <a16:creationId xmlns:a16="http://schemas.microsoft.com/office/drawing/2014/main" id="{B5C662C7-B162-55D9-1979-EA66F90EF449}"/>
              </a:ext>
            </a:extLst>
          </p:cNvPr>
          <p:cNvSpPr/>
          <p:nvPr/>
        </p:nvSpPr>
        <p:spPr>
          <a:xfrm>
            <a:off x="555842" y="3846100"/>
            <a:ext cx="5363695" cy="2586498"/>
          </a:xfrm>
          <a:prstGeom prst="rect">
            <a:avLst/>
          </a:prstGeom>
          <a:solidFill>
            <a:schemeClr val="bg1"/>
          </a:solidFill>
          <a:ln w="6350">
            <a:solidFill>
              <a:srgbClr val="484848"/>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sz="1400" b="1" baseline="-25000">
              <a:solidFill>
                <a:schemeClr val="accent2"/>
              </a:solidFill>
              <a:cs typeface="Arial" panose="020B0604020202020204" pitchFamily="34" charset="0"/>
            </a:endParaRPr>
          </a:p>
        </p:txBody>
      </p:sp>
      <p:sp>
        <p:nvSpPr>
          <p:cNvPr id="55" name="Rectangle 54">
            <a:extLst>
              <a:ext uri="{FF2B5EF4-FFF2-40B4-BE49-F238E27FC236}">
                <a16:creationId xmlns:a16="http://schemas.microsoft.com/office/drawing/2014/main" id="{BE15AB45-96E7-1EB6-61D9-A6A477E0DADB}"/>
              </a:ext>
            </a:extLst>
          </p:cNvPr>
          <p:cNvSpPr/>
          <p:nvPr/>
        </p:nvSpPr>
        <p:spPr>
          <a:xfrm>
            <a:off x="348352" y="3646587"/>
            <a:ext cx="5751844" cy="199513"/>
          </a:xfrm>
          <a:prstGeom prst="rect">
            <a:avLst/>
          </a:prstGeom>
        </p:spPr>
        <p:txBody>
          <a:bodyPr wrap="square">
            <a:spAutoFit/>
          </a:bodyPr>
          <a:lstStyle/>
          <a:p>
            <a:pPr algn="ctr"/>
            <a:endParaRPr lang="en-US" sz="1200" b="1">
              <a:solidFill>
                <a:srgbClr val="FFFFFF"/>
              </a:solidFill>
            </a:endParaRPr>
          </a:p>
        </p:txBody>
      </p:sp>
      <p:sp>
        <p:nvSpPr>
          <p:cNvPr id="56" name="Oval 55">
            <a:extLst>
              <a:ext uri="{FF2B5EF4-FFF2-40B4-BE49-F238E27FC236}">
                <a16:creationId xmlns:a16="http://schemas.microsoft.com/office/drawing/2014/main" id="{5E85451F-EDCF-5849-F442-629736F05C06}"/>
              </a:ext>
            </a:extLst>
          </p:cNvPr>
          <p:cNvSpPr/>
          <p:nvPr/>
        </p:nvSpPr>
        <p:spPr>
          <a:xfrm>
            <a:off x="297884" y="3346212"/>
            <a:ext cx="596876" cy="596876"/>
          </a:xfrm>
          <a:prstGeom prst="ellipse">
            <a:avLst/>
          </a:prstGeom>
          <a:solidFill>
            <a:schemeClr val="bg1"/>
          </a:solidFill>
          <a:ln>
            <a:solidFill>
              <a:srgbClr val="4848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Snip Same Side Corner Rectangle 7">
            <a:extLst>
              <a:ext uri="{FF2B5EF4-FFF2-40B4-BE49-F238E27FC236}">
                <a16:creationId xmlns:a16="http://schemas.microsoft.com/office/drawing/2014/main" id="{81510C18-4EE3-8DF7-C51A-880D4DD2D916}"/>
              </a:ext>
            </a:extLst>
          </p:cNvPr>
          <p:cNvSpPr/>
          <p:nvPr/>
        </p:nvSpPr>
        <p:spPr>
          <a:xfrm>
            <a:off x="6186772" y="757713"/>
            <a:ext cx="5706497" cy="388568"/>
          </a:xfrm>
          <a:prstGeom prst="rect">
            <a:avLst/>
          </a:prstGeom>
          <a:solidFill>
            <a:srgbClr val="EE7D09"/>
          </a:solidFill>
          <a:ln>
            <a:solidFill>
              <a:srgbClr val="EE7D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a:solidFill>
                  <a:schemeClr val="bg1"/>
                </a:solidFill>
              </a:rPr>
              <a:t>Training</a:t>
            </a:r>
          </a:p>
        </p:txBody>
      </p:sp>
      <p:sp>
        <p:nvSpPr>
          <p:cNvPr id="61" name="Rectangle 60">
            <a:extLst>
              <a:ext uri="{FF2B5EF4-FFF2-40B4-BE49-F238E27FC236}">
                <a16:creationId xmlns:a16="http://schemas.microsoft.com/office/drawing/2014/main" id="{F3F78612-7FE4-040E-9BC4-FB71D130C5AE}"/>
              </a:ext>
            </a:extLst>
          </p:cNvPr>
          <p:cNvSpPr/>
          <p:nvPr/>
        </p:nvSpPr>
        <p:spPr>
          <a:xfrm>
            <a:off x="6294251" y="1146281"/>
            <a:ext cx="5594822" cy="1326637"/>
          </a:xfrm>
          <a:prstGeom prst="rect">
            <a:avLst/>
          </a:prstGeom>
          <a:solidFill>
            <a:schemeClr val="bg1"/>
          </a:solidFill>
          <a:ln w="6350">
            <a:solidFill>
              <a:srgbClr val="EE7D09"/>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sz="1400" b="1" baseline="-25000">
              <a:solidFill>
                <a:schemeClr val="accent2"/>
              </a:solidFill>
              <a:cs typeface="Arial" panose="020B0604020202020204" pitchFamily="34" charset="0"/>
            </a:endParaRPr>
          </a:p>
        </p:txBody>
      </p:sp>
      <p:sp>
        <p:nvSpPr>
          <p:cNvPr id="62" name="Rectangle 61">
            <a:extLst>
              <a:ext uri="{FF2B5EF4-FFF2-40B4-BE49-F238E27FC236}">
                <a16:creationId xmlns:a16="http://schemas.microsoft.com/office/drawing/2014/main" id="{2B7B248D-A026-0B78-2584-1A2ED5AD31B9}"/>
              </a:ext>
            </a:extLst>
          </p:cNvPr>
          <p:cNvSpPr/>
          <p:nvPr/>
        </p:nvSpPr>
        <p:spPr>
          <a:xfrm>
            <a:off x="6086761" y="946768"/>
            <a:ext cx="5751844" cy="199513"/>
          </a:xfrm>
          <a:prstGeom prst="rect">
            <a:avLst/>
          </a:prstGeom>
        </p:spPr>
        <p:txBody>
          <a:bodyPr wrap="square">
            <a:spAutoFit/>
          </a:bodyPr>
          <a:lstStyle/>
          <a:p>
            <a:pPr algn="ctr"/>
            <a:endParaRPr lang="en-US" sz="1200" b="1">
              <a:solidFill>
                <a:srgbClr val="FFFFFF"/>
              </a:solidFill>
            </a:endParaRPr>
          </a:p>
        </p:txBody>
      </p:sp>
      <p:sp>
        <p:nvSpPr>
          <p:cNvPr id="63" name="Oval 62">
            <a:extLst>
              <a:ext uri="{FF2B5EF4-FFF2-40B4-BE49-F238E27FC236}">
                <a16:creationId xmlns:a16="http://schemas.microsoft.com/office/drawing/2014/main" id="{6CD2EF1D-48F6-17E0-D25F-F37F9B67A3E0}"/>
              </a:ext>
            </a:extLst>
          </p:cNvPr>
          <p:cNvSpPr/>
          <p:nvPr/>
        </p:nvSpPr>
        <p:spPr>
          <a:xfrm>
            <a:off x="6036293" y="646393"/>
            <a:ext cx="596876" cy="596876"/>
          </a:xfrm>
          <a:prstGeom prst="ellipse">
            <a:avLst/>
          </a:prstGeom>
          <a:solidFill>
            <a:schemeClr val="bg1"/>
          </a:solidFill>
          <a:ln>
            <a:solidFill>
              <a:srgbClr val="EE7D0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4" name="TextBox 63">
            <a:extLst>
              <a:ext uri="{FF2B5EF4-FFF2-40B4-BE49-F238E27FC236}">
                <a16:creationId xmlns:a16="http://schemas.microsoft.com/office/drawing/2014/main" id="{5D9118DB-DE13-29C2-A9D7-B49511694480}"/>
              </a:ext>
            </a:extLst>
          </p:cNvPr>
          <p:cNvSpPr txBox="1"/>
          <p:nvPr/>
        </p:nvSpPr>
        <p:spPr>
          <a:xfrm>
            <a:off x="6309204" y="1205965"/>
            <a:ext cx="5589107" cy="1200329"/>
          </a:xfrm>
          <a:prstGeom prst="rect">
            <a:avLst/>
          </a:prstGeom>
          <a:noFill/>
        </p:spPr>
        <p:txBody>
          <a:bodyPr wrap="square" lIns="91440" tIns="45720" rIns="91440" bIns="45720" anchor="t">
            <a:spAutoFit/>
          </a:bodyPr>
          <a:lstStyle/>
          <a:p>
            <a:pPr marL="179705" lvl="1" indent="-179705">
              <a:buClr>
                <a:srgbClr val="484848"/>
              </a:buClr>
              <a:buFont typeface="Arial" panose="020B0604020202020204" pitchFamily="34" charset="0"/>
              <a:buChar char="•"/>
            </a:pPr>
            <a:r>
              <a:rPr lang="en-US" sz="1200" dirty="0">
                <a:solidFill>
                  <a:srgbClr val="484848"/>
                </a:solidFill>
                <a:highlight>
                  <a:srgbClr val="FFFF00"/>
                </a:highlight>
              </a:rPr>
              <a:t>One (1) Train-the-Trainer session per in scope process, for the core team (up to 15 attendees per training).</a:t>
            </a:r>
            <a:endParaRPr lang="en-US" sz="1200" dirty="0">
              <a:solidFill>
                <a:srgbClr val="484848"/>
              </a:solidFill>
              <a:highlight>
                <a:srgbClr val="FFFF00"/>
              </a:highlight>
              <a:ea typeface="Calibri"/>
              <a:cs typeface="Calibri"/>
            </a:endParaRPr>
          </a:p>
          <a:p>
            <a:pPr marL="179705" lvl="1" indent="-179705">
              <a:lnSpc>
                <a:spcPct val="100000"/>
              </a:lnSpc>
              <a:buClr>
                <a:srgbClr val="484848"/>
              </a:buClr>
              <a:buFont typeface="Arial" panose="020B0604020202020204" pitchFamily="34" charset="0"/>
              <a:buChar char="•"/>
            </a:pPr>
            <a:r>
              <a:rPr lang="en-US" sz="1200" dirty="0" err="1">
                <a:solidFill>
                  <a:srgbClr val="484848"/>
                </a:solidFill>
                <a:highlight>
                  <a:srgbClr val="FFFF00"/>
                </a:highlight>
              </a:rPr>
              <a:t>ComplianceQuest</a:t>
            </a:r>
            <a:r>
              <a:rPr lang="en-US" sz="1200" dirty="0">
                <a:solidFill>
                  <a:srgbClr val="484848"/>
                </a:solidFill>
                <a:highlight>
                  <a:srgbClr val="FFFF00"/>
                </a:highlight>
              </a:rPr>
              <a:t> will also provide a single set of standard training material and curriculum.</a:t>
            </a:r>
            <a:endParaRPr lang="en-US" sz="1200" dirty="0">
              <a:solidFill>
                <a:srgbClr val="484848"/>
              </a:solidFill>
              <a:highlight>
                <a:srgbClr val="FFFF00"/>
              </a:highlight>
              <a:ea typeface="Calibri"/>
              <a:cs typeface="Calibri"/>
            </a:endParaRPr>
          </a:p>
          <a:p>
            <a:pPr marL="179705" lvl="1" indent="-179705">
              <a:lnSpc>
                <a:spcPct val="100000"/>
              </a:lnSpc>
              <a:buClr>
                <a:srgbClr val="484848"/>
              </a:buClr>
              <a:buFont typeface="Arial" panose="020B0604020202020204" pitchFamily="34" charset="0"/>
              <a:buChar char="•"/>
            </a:pPr>
            <a:r>
              <a:rPr lang="en-US" sz="1200" dirty="0">
                <a:solidFill>
                  <a:srgbClr val="484848"/>
                </a:solidFill>
                <a:highlight>
                  <a:srgbClr val="FFFF00"/>
                </a:highlight>
              </a:rPr>
              <a:t>Additional Train-the-Trainer sessions may be added to the project scope and budget.</a:t>
            </a:r>
            <a:endParaRPr lang="en-US" sz="1200" dirty="0">
              <a:solidFill>
                <a:srgbClr val="484848"/>
              </a:solidFill>
              <a:highlight>
                <a:srgbClr val="FFFF00"/>
              </a:highlight>
              <a:ea typeface="Calibri"/>
              <a:cs typeface="Calibri"/>
            </a:endParaRPr>
          </a:p>
          <a:p>
            <a:pPr marL="179705" lvl="1" indent="-179705">
              <a:lnSpc>
                <a:spcPct val="100000"/>
              </a:lnSpc>
              <a:buClr>
                <a:srgbClr val="484848"/>
              </a:buClr>
              <a:buFont typeface="Arial" panose="020B0604020202020204" pitchFamily="34" charset="0"/>
              <a:buChar char="•"/>
            </a:pPr>
            <a:r>
              <a:rPr lang="en-US" sz="1200" dirty="0">
                <a:solidFill>
                  <a:srgbClr val="484848"/>
                </a:solidFill>
                <a:highlight>
                  <a:srgbClr val="FFFF00"/>
                </a:highlight>
              </a:rPr>
              <a:t>Customer will be responsible for Roll-out support and End-User Training</a:t>
            </a:r>
            <a:endParaRPr lang="en-US" sz="1200" dirty="0">
              <a:solidFill>
                <a:srgbClr val="484848"/>
              </a:solidFill>
              <a:highlight>
                <a:srgbClr val="FFFF00"/>
              </a:highlight>
              <a:ea typeface="Calibri"/>
              <a:cs typeface="Calibri"/>
            </a:endParaRPr>
          </a:p>
        </p:txBody>
      </p:sp>
      <p:sp>
        <p:nvSpPr>
          <p:cNvPr id="65" name="Snip Same Side Corner Rectangle 7">
            <a:extLst>
              <a:ext uri="{FF2B5EF4-FFF2-40B4-BE49-F238E27FC236}">
                <a16:creationId xmlns:a16="http://schemas.microsoft.com/office/drawing/2014/main" id="{D27751A7-6FD3-25D3-4E58-6CBDD3F274CB}"/>
              </a:ext>
            </a:extLst>
          </p:cNvPr>
          <p:cNvSpPr/>
          <p:nvPr/>
        </p:nvSpPr>
        <p:spPr>
          <a:xfrm>
            <a:off x="6186772" y="2639890"/>
            <a:ext cx="5706497" cy="388568"/>
          </a:xfrm>
          <a:prstGeom prst="rect">
            <a:avLst/>
          </a:prstGeom>
          <a:solidFill>
            <a:srgbClr val="003363"/>
          </a:solidFill>
          <a:ln>
            <a:solidFill>
              <a:srgbClr val="0033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a:solidFill>
                  <a:schemeClr val="bg1"/>
                </a:solidFill>
              </a:rPr>
              <a:t>Integration &amp; Data Migration</a:t>
            </a:r>
          </a:p>
        </p:txBody>
      </p:sp>
      <p:sp>
        <p:nvSpPr>
          <p:cNvPr id="66" name="Rectangle 65">
            <a:extLst>
              <a:ext uri="{FF2B5EF4-FFF2-40B4-BE49-F238E27FC236}">
                <a16:creationId xmlns:a16="http://schemas.microsoft.com/office/drawing/2014/main" id="{BCBA8791-4633-4325-0F70-5C42AF96C05D}"/>
              </a:ext>
            </a:extLst>
          </p:cNvPr>
          <p:cNvSpPr/>
          <p:nvPr/>
        </p:nvSpPr>
        <p:spPr>
          <a:xfrm>
            <a:off x="6294251" y="3028458"/>
            <a:ext cx="5594822" cy="2593947"/>
          </a:xfrm>
          <a:prstGeom prst="rect">
            <a:avLst/>
          </a:prstGeom>
          <a:solidFill>
            <a:schemeClr val="bg1"/>
          </a:solidFill>
          <a:ln w="6350">
            <a:solidFill>
              <a:srgbClr val="003363"/>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sz="1400" b="1" baseline="-25000">
              <a:solidFill>
                <a:schemeClr val="accent2"/>
              </a:solidFill>
              <a:cs typeface="Arial" panose="020B0604020202020204" pitchFamily="34" charset="0"/>
            </a:endParaRPr>
          </a:p>
        </p:txBody>
      </p:sp>
      <p:sp>
        <p:nvSpPr>
          <p:cNvPr id="67" name="Rectangle 66">
            <a:extLst>
              <a:ext uri="{FF2B5EF4-FFF2-40B4-BE49-F238E27FC236}">
                <a16:creationId xmlns:a16="http://schemas.microsoft.com/office/drawing/2014/main" id="{368C35F8-2680-9B8F-029C-E1652CF70426}"/>
              </a:ext>
            </a:extLst>
          </p:cNvPr>
          <p:cNvSpPr/>
          <p:nvPr/>
        </p:nvSpPr>
        <p:spPr>
          <a:xfrm>
            <a:off x="6086761" y="2828945"/>
            <a:ext cx="5751844" cy="199513"/>
          </a:xfrm>
          <a:prstGeom prst="rect">
            <a:avLst/>
          </a:prstGeom>
        </p:spPr>
        <p:txBody>
          <a:bodyPr wrap="square">
            <a:spAutoFit/>
          </a:bodyPr>
          <a:lstStyle/>
          <a:p>
            <a:pPr algn="ctr"/>
            <a:endParaRPr lang="en-US" sz="1200" b="1">
              <a:solidFill>
                <a:srgbClr val="FFFFFF"/>
              </a:solidFill>
            </a:endParaRPr>
          </a:p>
        </p:txBody>
      </p:sp>
      <p:sp>
        <p:nvSpPr>
          <p:cNvPr id="68" name="Oval 67">
            <a:extLst>
              <a:ext uri="{FF2B5EF4-FFF2-40B4-BE49-F238E27FC236}">
                <a16:creationId xmlns:a16="http://schemas.microsoft.com/office/drawing/2014/main" id="{96D6A1D2-7DFC-A104-9FB4-9186395EB18C}"/>
              </a:ext>
            </a:extLst>
          </p:cNvPr>
          <p:cNvSpPr/>
          <p:nvPr/>
        </p:nvSpPr>
        <p:spPr>
          <a:xfrm>
            <a:off x="6036293" y="2528570"/>
            <a:ext cx="596876" cy="596876"/>
          </a:xfrm>
          <a:prstGeom prst="ellipse">
            <a:avLst/>
          </a:prstGeom>
          <a:solidFill>
            <a:schemeClr val="bg1"/>
          </a:solidFill>
          <a:ln>
            <a:solidFill>
              <a:srgbClr val="00336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9" name="TextBox 68">
            <a:extLst>
              <a:ext uri="{FF2B5EF4-FFF2-40B4-BE49-F238E27FC236}">
                <a16:creationId xmlns:a16="http://schemas.microsoft.com/office/drawing/2014/main" id="{CB3B64FB-4886-1160-613B-A39241CE4E42}"/>
              </a:ext>
            </a:extLst>
          </p:cNvPr>
          <p:cNvSpPr txBox="1"/>
          <p:nvPr/>
        </p:nvSpPr>
        <p:spPr>
          <a:xfrm>
            <a:off x="6309205" y="3088142"/>
            <a:ext cx="5529400" cy="2487861"/>
          </a:xfrm>
          <a:prstGeom prst="rect">
            <a:avLst/>
          </a:prstGeom>
          <a:noFill/>
        </p:spPr>
        <p:txBody>
          <a:bodyPr wrap="square">
            <a:spAutoFit/>
          </a:bodyPr>
          <a:lstStyle/>
          <a:p>
            <a:pPr marL="180000" lvl="1" indent="-180000">
              <a:lnSpc>
                <a:spcPct val="100000"/>
              </a:lnSpc>
              <a:spcBef>
                <a:spcPts val="200"/>
              </a:spcBef>
              <a:buClr>
                <a:srgbClr val="484848"/>
              </a:buClr>
              <a:buFont typeface="Arial" panose="020B0604020202020204" pitchFamily="34" charset="0"/>
              <a:buChar char="•"/>
            </a:pPr>
            <a:r>
              <a:rPr lang="en-US" sz="1200" dirty="0">
                <a:solidFill>
                  <a:srgbClr val="484848"/>
                </a:solidFill>
                <a:highlight>
                  <a:srgbClr val="FFFF00"/>
                </a:highlight>
              </a:rPr>
              <a:t>Production migration will occur in one (1) wave </a:t>
            </a:r>
          </a:p>
          <a:p>
            <a:pPr marL="180000" lvl="1" indent="-180000">
              <a:spcBef>
                <a:spcPts val="200"/>
              </a:spcBef>
              <a:buClr>
                <a:srgbClr val="484848"/>
              </a:buClr>
              <a:buFont typeface="Arial" panose="020B0604020202020204" pitchFamily="34" charset="0"/>
              <a:buChar char="•"/>
            </a:pPr>
            <a:r>
              <a:rPr lang="en-US" sz="1200" dirty="0">
                <a:solidFill>
                  <a:schemeClr val="tx1">
                    <a:lumMod val="50000"/>
                  </a:schemeClr>
                </a:solidFill>
                <a:highlight>
                  <a:srgbClr val="FFFF00"/>
                </a:highlight>
              </a:rPr>
              <a:t>User, groups, and/or security settings will not be migrated from previous repository</a:t>
            </a:r>
          </a:p>
          <a:p>
            <a:pPr marL="180000" lvl="1" indent="-180000">
              <a:lnSpc>
                <a:spcPct val="100000"/>
              </a:lnSpc>
              <a:spcBef>
                <a:spcPts val="200"/>
              </a:spcBef>
              <a:buClr>
                <a:srgbClr val="484848"/>
              </a:buClr>
              <a:buFont typeface="Arial" panose="020B0604020202020204" pitchFamily="34" charset="0"/>
              <a:buChar char="•"/>
            </a:pPr>
            <a:r>
              <a:rPr lang="en-US" sz="1200" dirty="0">
                <a:solidFill>
                  <a:srgbClr val="484848"/>
                </a:solidFill>
                <a:highlight>
                  <a:srgbClr val="FFFF00"/>
                </a:highlight>
              </a:rPr>
              <a:t>All configurations must be complete and locked, prior to any dry runs. Changes to Configuration after the start of dry runs will result in additional time and effort for completing the migration</a:t>
            </a:r>
          </a:p>
          <a:p>
            <a:pPr marL="180000" lvl="1" indent="-180000">
              <a:lnSpc>
                <a:spcPct val="100000"/>
              </a:lnSpc>
              <a:spcBef>
                <a:spcPts val="200"/>
              </a:spcBef>
              <a:buClr>
                <a:srgbClr val="484848"/>
              </a:buClr>
              <a:buFont typeface="Arial" panose="020B0604020202020204" pitchFamily="34" charset="0"/>
              <a:buChar char="•"/>
            </a:pPr>
            <a:r>
              <a:rPr lang="en-US" sz="1200" dirty="0">
                <a:solidFill>
                  <a:srgbClr val="484848"/>
                </a:solidFill>
                <a:highlight>
                  <a:srgbClr val="FFFF00"/>
                </a:highlight>
              </a:rPr>
              <a:t>CQ will provide advisory support for the Integrations. CQ will be responsible for Integration Configurations on the CQ Product. </a:t>
            </a:r>
          </a:p>
          <a:p>
            <a:pPr marL="180000" lvl="1" indent="-180000">
              <a:lnSpc>
                <a:spcPct val="100000"/>
              </a:lnSpc>
              <a:spcBef>
                <a:spcPts val="200"/>
              </a:spcBef>
              <a:buClr>
                <a:srgbClr val="484848"/>
              </a:buClr>
              <a:buFont typeface="Arial" panose="020B0604020202020204" pitchFamily="34" charset="0"/>
              <a:buChar char="•"/>
            </a:pPr>
            <a:r>
              <a:rPr lang="en-US" sz="1200" dirty="0">
                <a:solidFill>
                  <a:srgbClr val="484848"/>
                </a:solidFill>
                <a:highlight>
                  <a:srgbClr val="FFFF00"/>
                </a:highlight>
              </a:rPr>
              <a:t>Customer will be responsible for Configuration of 3</a:t>
            </a:r>
            <a:r>
              <a:rPr lang="en-US" sz="1200" baseline="30000" dirty="0">
                <a:solidFill>
                  <a:srgbClr val="484848"/>
                </a:solidFill>
                <a:highlight>
                  <a:srgbClr val="FFFF00"/>
                </a:highlight>
              </a:rPr>
              <a:t>rd</a:t>
            </a:r>
            <a:r>
              <a:rPr lang="en-US" sz="1200" dirty="0">
                <a:solidFill>
                  <a:srgbClr val="484848"/>
                </a:solidFill>
                <a:highlight>
                  <a:srgbClr val="FFFF00"/>
                </a:highlight>
              </a:rPr>
              <a:t> Party Systems for Integrations.</a:t>
            </a:r>
          </a:p>
          <a:p>
            <a:pPr marL="180000" lvl="1" indent="-180000">
              <a:lnSpc>
                <a:spcPct val="100000"/>
              </a:lnSpc>
              <a:spcBef>
                <a:spcPts val="200"/>
              </a:spcBef>
              <a:buClr>
                <a:srgbClr val="484848"/>
              </a:buClr>
              <a:buFont typeface="Arial" panose="020B0604020202020204" pitchFamily="34" charset="0"/>
              <a:buChar char="•"/>
            </a:pPr>
            <a:r>
              <a:rPr lang="en-US" sz="1200" dirty="0">
                <a:solidFill>
                  <a:srgbClr val="484848"/>
                </a:solidFill>
                <a:highlight>
                  <a:srgbClr val="FFFF00"/>
                </a:highlight>
              </a:rPr>
              <a:t>Customer will be responsible for UAT testing of the integrations</a:t>
            </a:r>
          </a:p>
          <a:p>
            <a:pPr marL="180000" lvl="1" indent="-180000">
              <a:lnSpc>
                <a:spcPct val="100000"/>
              </a:lnSpc>
              <a:spcBef>
                <a:spcPts val="200"/>
              </a:spcBef>
              <a:buClr>
                <a:srgbClr val="484848"/>
              </a:buClr>
              <a:buFont typeface="Arial" panose="020B0604020202020204" pitchFamily="34" charset="0"/>
              <a:buChar char="•"/>
            </a:pPr>
            <a:r>
              <a:rPr lang="en-US" sz="1200" dirty="0">
                <a:solidFill>
                  <a:srgbClr val="484848"/>
                </a:solidFill>
                <a:highlight>
                  <a:srgbClr val="FFFF00"/>
                </a:highlight>
              </a:rPr>
              <a:t>SSO Integration requires the use of SAML 2.0</a:t>
            </a:r>
          </a:p>
          <a:p>
            <a:pPr marL="180000" lvl="1" indent="-180000">
              <a:lnSpc>
                <a:spcPct val="100000"/>
              </a:lnSpc>
              <a:spcBef>
                <a:spcPts val="200"/>
              </a:spcBef>
              <a:buClr>
                <a:srgbClr val="484848"/>
              </a:buClr>
              <a:buFont typeface="Arial" panose="020B0604020202020204" pitchFamily="34" charset="0"/>
              <a:buChar char="•"/>
            </a:pPr>
            <a:r>
              <a:rPr lang="en-US" sz="1200" dirty="0">
                <a:solidFill>
                  <a:srgbClr val="484848"/>
                </a:solidFill>
                <a:highlight>
                  <a:srgbClr val="FFFF00"/>
                </a:highlight>
              </a:rPr>
              <a:t>Customer will provide access to administrators that are responsible for the setup and maintenance of Customer’s SSO provider.</a:t>
            </a:r>
          </a:p>
        </p:txBody>
      </p:sp>
      <p:sp>
        <p:nvSpPr>
          <p:cNvPr id="70" name="TextBox 69">
            <a:extLst>
              <a:ext uri="{FF2B5EF4-FFF2-40B4-BE49-F238E27FC236}">
                <a16:creationId xmlns:a16="http://schemas.microsoft.com/office/drawing/2014/main" id="{5FDB5787-C89E-26AC-8C5B-6FBF805C4353}"/>
              </a:ext>
            </a:extLst>
          </p:cNvPr>
          <p:cNvSpPr txBox="1"/>
          <p:nvPr/>
        </p:nvSpPr>
        <p:spPr>
          <a:xfrm>
            <a:off x="602240" y="3924218"/>
            <a:ext cx="5332251" cy="2169825"/>
          </a:xfrm>
          <a:prstGeom prst="rect">
            <a:avLst/>
          </a:prstGeom>
          <a:noFill/>
        </p:spPr>
        <p:txBody>
          <a:bodyPr wrap="square" lIns="91440" tIns="45720" rIns="91440" bIns="45720" anchor="t">
            <a:spAutoFit/>
          </a:bodyPr>
          <a:lstStyle/>
          <a:p>
            <a:pPr marL="179705" lvl="1" indent="-179705">
              <a:lnSpc>
                <a:spcPct val="100000"/>
              </a:lnSpc>
              <a:spcBef>
                <a:spcPts val="600"/>
              </a:spcBef>
              <a:buClr>
                <a:srgbClr val="484848"/>
              </a:buClr>
              <a:buFont typeface="Arial" panose="020B0604020202020204" pitchFamily="34" charset="0"/>
              <a:buChar char="•"/>
            </a:pPr>
            <a:r>
              <a:rPr lang="en-US" sz="1200" dirty="0">
                <a:solidFill>
                  <a:srgbClr val="484848"/>
                </a:solidFill>
                <a:highlight>
                  <a:srgbClr val="FFFF00"/>
                </a:highlight>
              </a:rPr>
              <a:t>The timeline and cost estimates in this proposal assume that the customer will adopt a harmonized process.</a:t>
            </a:r>
            <a:endParaRPr lang="en-US" sz="1200" dirty="0">
              <a:solidFill>
                <a:srgbClr val="484848"/>
              </a:solidFill>
              <a:highlight>
                <a:srgbClr val="FFFF00"/>
              </a:highlight>
              <a:ea typeface="Calibri"/>
              <a:cs typeface="Calibri"/>
            </a:endParaRPr>
          </a:p>
          <a:p>
            <a:pPr marL="179705" lvl="1" indent="-179705">
              <a:spcBef>
                <a:spcPts val="600"/>
              </a:spcBef>
              <a:buClr>
                <a:srgbClr val="484848"/>
              </a:buClr>
              <a:buFont typeface="Arial" panose="020B0604020202020204" pitchFamily="34" charset="0"/>
              <a:buChar char="•"/>
            </a:pPr>
            <a:r>
              <a:rPr lang="en-US" sz="1200" b="1" dirty="0">
                <a:solidFill>
                  <a:srgbClr val="484848"/>
                </a:solidFill>
                <a:highlight>
                  <a:srgbClr val="FFFF00"/>
                </a:highlight>
              </a:rPr>
              <a:t>Customer will be responsible for harmonizing the processes prior to beginning the implementation. This is crucial for a timely execution of the project.</a:t>
            </a:r>
            <a:endParaRPr lang="en-US" sz="1200" b="1" dirty="0">
              <a:solidFill>
                <a:srgbClr val="484848"/>
              </a:solidFill>
              <a:highlight>
                <a:srgbClr val="FFFF00"/>
              </a:highlight>
              <a:ea typeface="Calibri"/>
              <a:cs typeface="Calibri"/>
            </a:endParaRPr>
          </a:p>
          <a:p>
            <a:pPr marL="179705" lvl="1" indent="-179705">
              <a:spcBef>
                <a:spcPts val="600"/>
              </a:spcBef>
              <a:buClr>
                <a:srgbClr val="484848"/>
              </a:buClr>
              <a:buFont typeface="Arial" panose="020B0604020202020204" pitchFamily="34" charset="0"/>
              <a:buChar char="•"/>
            </a:pPr>
            <a:r>
              <a:rPr lang="en-US" sz="1200" b="1" dirty="0">
                <a:solidFill>
                  <a:srgbClr val="484848"/>
                </a:solidFill>
                <a:highlight>
                  <a:srgbClr val="FFFF00"/>
                </a:highlight>
              </a:rPr>
              <a:t>Customer agrees to adopt to OOB as a baseline and leverage this opportunity to standardize the processes across the organization.</a:t>
            </a:r>
            <a:endParaRPr lang="en-US" sz="1200" b="1" dirty="0">
              <a:solidFill>
                <a:srgbClr val="484848"/>
              </a:solidFill>
              <a:highlight>
                <a:srgbClr val="FFFF00"/>
              </a:highlight>
              <a:ea typeface="Calibri"/>
              <a:cs typeface="Calibri"/>
            </a:endParaRPr>
          </a:p>
          <a:p>
            <a:pPr marL="179705" lvl="1" indent="-179705">
              <a:spcBef>
                <a:spcPts val="600"/>
              </a:spcBef>
              <a:buClr>
                <a:srgbClr val="484848"/>
              </a:buClr>
              <a:buFont typeface="Arial" panose="020B0604020202020204" pitchFamily="34" charset="0"/>
              <a:buChar char="•"/>
            </a:pPr>
            <a:r>
              <a:rPr lang="en-US" sz="1200" b="1" dirty="0">
                <a:solidFill>
                  <a:srgbClr val="484848"/>
                </a:solidFill>
                <a:highlight>
                  <a:srgbClr val="FFFF00"/>
                </a:highlight>
              </a:rPr>
              <a:t>Changes in processes/configurations on a site-by-site basis will result in increases to timeline and budget to account for additional configurations. While subtle nuances have been accounted for, this implementation assumes harmonization for most of the process.</a:t>
            </a:r>
            <a:endParaRPr lang="en-US" sz="1200" b="1" dirty="0">
              <a:solidFill>
                <a:srgbClr val="484848"/>
              </a:solidFill>
              <a:highlight>
                <a:srgbClr val="FFFF00"/>
              </a:highlight>
              <a:ea typeface="Calibri"/>
              <a:cs typeface="Calibri"/>
            </a:endParaRPr>
          </a:p>
        </p:txBody>
      </p:sp>
      <p:sp>
        <p:nvSpPr>
          <p:cNvPr id="71" name="Snip Same Side Corner Rectangle 7">
            <a:extLst>
              <a:ext uri="{FF2B5EF4-FFF2-40B4-BE49-F238E27FC236}">
                <a16:creationId xmlns:a16="http://schemas.microsoft.com/office/drawing/2014/main" id="{39C172F9-701D-8834-7478-B83028E49C40}"/>
              </a:ext>
            </a:extLst>
          </p:cNvPr>
          <p:cNvSpPr/>
          <p:nvPr/>
        </p:nvSpPr>
        <p:spPr>
          <a:xfrm>
            <a:off x="6186772" y="5683085"/>
            <a:ext cx="5706497" cy="388568"/>
          </a:xfrm>
          <a:prstGeom prst="rect">
            <a:avLst/>
          </a:prstGeom>
          <a:solidFill>
            <a:srgbClr val="87A905"/>
          </a:solidFill>
          <a:ln>
            <a:solidFill>
              <a:srgbClr val="87A9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a:solidFill>
                  <a:schemeClr val="bg1"/>
                </a:solidFill>
              </a:rPr>
              <a:t>Language Translation</a:t>
            </a:r>
          </a:p>
        </p:txBody>
      </p:sp>
      <p:sp>
        <p:nvSpPr>
          <p:cNvPr id="72" name="Rectangle 71">
            <a:extLst>
              <a:ext uri="{FF2B5EF4-FFF2-40B4-BE49-F238E27FC236}">
                <a16:creationId xmlns:a16="http://schemas.microsoft.com/office/drawing/2014/main" id="{32E5C5F1-575E-AF02-54E2-B7C6B66BA746}"/>
              </a:ext>
            </a:extLst>
          </p:cNvPr>
          <p:cNvSpPr/>
          <p:nvPr/>
        </p:nvSpPr>
        <p:spPr>
          <a:xfrm>
            <a:off x="6294251" y="6071653"/>
            <a:ext cx="5594822" cy="397363"/>
          </a:xfrm>
          <a:prstGeom prst="rect">
            <a:avLst/>
          </a:prstGeom>
          <a:solidFill>
            <a:schemeClr val="bg1"/>
          </a:solidFill>
          <a:ln w="6350">
            <a:solidFill>
              <a:srgbClr val="87A905"/>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sz="1400" b="1" baseline="-25000">
              <a:solidFill>
                <a:schemeClr val="accent2"/>
              </a:solidFill>
              <a:cs typeface="Arial" panose="020B0604020202020204" pitchFamily="34" charset="0"/>
            </a:endParaRPr>
          </a:p>
        </p:txBody>
      </p:sp>
      <p:sp>
        <p:nvSpPr>
          <p:cNvPr id="73" name="Rectangle 72">
            <a:extLst>
              <a:ext uri="{FF2B5EF4-FFF2-40B4-BE49-F238E27FC236}">
                <a16:creationId xmlns:a16="http://schemas.microsoft.com/office/drawing/2014/main" id="{82375035-44C1-62FD-BA67-E0C21187D3F2}"/>
              </a:ext>
            </a:extLst>
          </p:cNvPr>
          <p:cNvSpPr/>
          <p:nvPr/>
        </p:nvSpPr>
        <p:spPr>
          <a:xfrm>
            <a:off x="6086761" y="5872140"/>
            <a:ext cx="5751844" cy="199513"/>
          </a:xfrm>
          <a:prstGeom prst="rect">
            <a:avLst/>
          </a:prstGeom>
        </p:spPr>
        <p:txBody>
          <a:bodyPr wrap="square">
            <a:spAutoFit/>
          </a:bodyPr>
          <a:lstStyle/>
          <a:p>
            <a:pPr algn="ctr"/>
            <a:endParaRPr lang="en-US" sz="1200" b="1">
              <a:solidFill>
                <a:srgbClr val="FFFFFF"/>
              </a:solidFill>
            </a:endParaRPr>
          </a:p>
        </p:txBody>
      </p:sp>
      <p:sp>
        <p:nvSpPr>
          <p:cNvPr id="74" name="Oval 73">
            <a:extLst>
              <a:ext uri="{FF2B5EF4-FFF2-40B4-BE49-F238E27FC236}">
                <a16:creationId xmlns:a16="http://schemas.microsoft.com/office/drawing/2014/main" id="{85F4A710-AD48-7D62-C5D0-7BEB853545B4}"/>
              </a:ext>
            </a:extLst>
          </p:cNvPr>
          <p:cNvSpPr/>
          <p:nvPr/>
        </p:nvSpPr>
        <p:spPr>
          <a:xfrm>
            <a:off x="6036293" y="5571765"/>
            <a:ext cx="596876" cy="596876"/>
          </a:xfrm>
          <a:prstGeom prst="ellipse">
            <a:avLst/>
          </a:prstGeom>
          <a:solidFill>
            <a:schemeClr val="bg1"/>
          </a:solidFill>
          <a:ln>
            <a:solidFill>
              <a:srgbClr val="87A90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TextBox 75">
            <a:extLst>
              <a:ext uri="{FF2B5EF4-FFF2-40B4-BE49-F238E27FC236}">
                <a16:creationId xmlns:a16="http://schemas.microsoft.com/office/drawing/2014/main" id="{7001D89A-AE68-332C-7169-3119CF1AFFE9}"/>
              </a:ext>
            </a:extLst>
          </p:cNvPr>
          <p:cNvSpPr txBox="1"/>
          <p:nvPr/>
        </p:nvSpPr>
        <p:spPr>
          <a:xfrm>
            <a:off x="6309205" y="6131337"/>
            <a:ext cx="5579868" cy="276999"/>
          </a:xfrm>
          <a:prstGeom prst="rect">
            <a:avLst/>
          </a:prstGeom>
          <a:noFill/>
        </p:spPr>
        <p:txBody>
          <a:bodyPr wrap="square" lIns="91440" tIns="45720" rIns="91440" bIns="45720" anchor="t">
            <a:spAutoFit/>
          </a:bodyPr>
          <a:lstStyle/>
          <a:p>
            <a:pPr marL="179705" lvl="1" indent="-179705">
              <a:lnSpc>
                <a:spcPct val="100000"/>
              </a:lnSpc>
              <a:spcBef>
                <a:spcPts val="200"/>
              </a:spcBef>
              <a:buClr>
                <a:srgbClr val="484848"/>
              </a:buClr>
              <a:buFont typeface="Arial" panose="020B0604020202020204" pitchFamily="34" charset="0"/>
              <a:buChar char="•"/>
            </a:pPr>
            <a:r>
              <a:rPr lang="en-US" sz="1200" dirty="0">
                <a:solidFill>
                  <a:srgbClr val="484848"/>
                </a:solidFill>
                <a:highlight>
                  <a:srgbClr val="FFFF00"/>
                </a:highlight>
              </a:rPr>
              <a:t>Language Translations to French are included in Scope</a:t>
            </a:r>
            <a:endParaRPr lang="en-US" dirty="0">
              <a:highlight>
                <a:srgbClr val="FFFF00"/>
              </a:highlight>
              <a:ea typeface="Calibri" panose="020F0502020204030204"/>
              <a:cs typeface="Calibri" panose="020F0502020204030204"/>
            </a:endParaRPr>
          </a:p>
        </p:txBody>
      </p:sp>
      <p:pic>
        <p:nvPicPr>
          <p:cNvPr id="77" name="Graphic 76">
            <a:extLst>
              <a:ext uri="{FF2B5EF4-FFF2-40B4-BE49-F238E27FC236}">
                <a16:creationId xmlns:a16="http://schemas.microsoft.com/office/drawing/2014/main" id="{4240AD32-D7FE-48FC-84A1-A672F66DEE0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23697" y="724213"/>
            <a:ext cx="422068" cy="422068"/>
          </a:xfrm>
          <a:prstGeom prst="rect">
            <a:avLst/>
          </a:prstGeom>
        </p:spPr>
      </p:pic>
      <p:pic>
        <p:nvPicPr>
          <p:cNvPr id="78" name="Graphic 77">
            <a:extLst>
              <a:ext uri="{FF2B5EF4-FFF2-40B4-BE49-F238E27FC236}">
                <a16:creationId xmlns:a16="http://schemas.microsoft.com/office/drawing/2014/main" id="{77598501-DEDB-9F53-4F87-8E765D0A546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10480" y="2602140"/>
            <a:ext cx="448502" cy="448502"/>
          </a:xfrm>
          <a:prstGeom prst="rect">
            <a:avLst/>
          </a:prstGeom>
        </p:spPr>
      </p:pic>
      <p:pic>
        <p:nvPicPr>
          <p:cNvPr id="79" name="Graphic 78">
            <a:extLst>
              <a:ext uri="{FF2B5EF4-FFF2-40B4-BE49-F238E27FC236}">
                <a16:creationId xmlns:a16="http://schemas.microsoft.com/office/drawing/2014/main" id="{EEBFAECC-4CB8-932F-8FBD-9A0D340B9A4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3395" y="3405800"/>
            <a:ext cx="469924" cy="469924"/>
          </a:xfrm>
          <a:prstGeom prst="rect">
            <a:avLst/>
          </a:prstGeom>
        </p:spPr>
      </p:pic>
      <p:pic>
        <p:nvPicPr>
          <p:cNvPr id="81" name="Graphic 80">
            <a:extLst>
              <a:ext uri="{FF2B5EF4-FFF2-40B4-BE49-F238E27FC236}">
                <a16:creationId xmlns:a16="http://schemas.microsoft.com/office/drawing/2014/main" id="{B57E8518-BBD3-9768-70C9-96A8651D96A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23697" y="5666335"/>
            <a:ext cx="422068" cy="422068"/>
          </a:xfrm>
          <a:prstGeom prst="rect">
            <a:avLst/>
          </a:prstGeom>
        </p:spPr>
      </p:pic>
      <p:pic>
        <p:nvPicPr>
          <p:cNvPr id="83" name="Graphic 82">
            <a:extLst>
              <a:ext uri="{FF2B5EF4-FFF2-40B4-BE49-F238E27FC236}">
                <a16:creationId xmlns:a16="http://schemas.microsoft.com/office/drawing/2014/main" id="{7304C466-08A3-FFC6-8CA7-AF17CD9AB97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56729" y="696317"/>
            <a:ext cx="454484" cy="454484"/>
          </a:xfrm>
          <a:prstGeom prst="rect">
            <a:avLst/>
          </a:prstGeom>
        </p:spPr>
      </p:pic>
    </p:spTree>
    <p:extLst>
      <p:ext uri="{BB962C8B-B14F-4D97-AF65-F5344CB8AC3E}">
        <p14:creationId xmlns:p14="http://schemas.microsoft.com/office/powerpoint/2010/main" val="4072381126"/>
      </p:ext>
    </p:extLst>
  </p:cSld>
  <p:clrMapOvr>
    <a:masterClrMapping/>
  </p:clrMapOvr>
  <mc:AlternateContent xmlns:mc="http://schemas.openxmlformats.org/markup-compatibility/2006" xmlns:p14="http://schemas.microsoft.com/office/powerpoint/2010/main">
    <mc:Choice Requires="p14">
      <p:transition spd="slow" p14:dur="3000">
        <p:fade/>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74496-8474-A2B3-0BFE-8E2DE37E61E0}"/>
              </a:ext>
            </a:extLst>
          </p:cNvPr>
          <p:cNvSpPr>
            <a:spLocks noGrp="1"/>
          </p:cNvSpPr>
          <p:nvPr>
            <p:ph type="title"/>
          </p:nvPr>
        </p:nvSpPr>
        <p:spPr/>
        <p:txBody>
          <a:bodyPr/>
          <a:lstStyle/>
          <a:p>
            <a:r>
              <a:rPr lang="en-IN"/>
              <a:t>Out of Scope Assumptions</a:t>
            </a:r>
          </a:p>
        </p:txBody>
      </p:sp>
      <p:sp>
        <p:nvSpPr>
          <p:cNvPr id="24" name="TextBox 23">
            <a:extLst>
              <a:ext uri="{FF2B5EF4-FFF2-40B4-BE49-F238E27FC236}">
                <a16:creationId xmlns:a16="http://schemas.microsoft.com/office/drawing/2014/main" id="{21F12539-4C5A-06A3-E4FD-9BA7F183509F}"/>
              </a:ext>
            </a:extLst>
          </p:cNvPr>
          <p:cNvSpPr txBox="1"/>
          <p:nvPr/>
        </p:nvSpPr>
        <p:spPr>
          <a:xfrm>
            <a:off x="1976123" y="1170517"/>
            <a:ext cx="7442047" cy="369332"/>
          </a:xfrm>
          <a:prstGeom prst="rect">
            <a:avLst/>
          </a:prstGeom>
          <a:noFill/>
        </p:spPr>
        <p:txBody>
          <a:bodyPr wrap="square">
            <a:spAutoFit/>
          </a:bodyPr>
          <a:lstStyle/>
          <a:p>
            <a:pPr marL="216000" indent="-216000">
              <a:buFont typeface="Arial" panose="020B0604020202020204" pitchFamily="34" charset="0"/>
              <a:buChar char="•"/>
            </a:pPr>
            <a:r>
              <a:rPr lang="en-US" sz="1800">
                <a:solidFill>
                  <a:srgbClr val="484848"/>
                </a:solidFill>
              </a:rPr>
              <a:t>ComplianceQuest led Business process redesign and associated activities.</a:t>
            </a:r>
          </a:p>
        </p:txBody>
      </p:sp>
      <p:sp>
        <p:nvSpPr>
          <p:cNvPr id="25" name="TextBox 24">
            <a:extLst>
              <a:ext uri="{FF2B5EF4-FFF2-40B4-BE49-F238E27FC236}">
                <a16:creationId xmlns:a16="http://schemas.microsoft.com/office/drawing/2014/main" id="{52A1792C-2453-C0D9-3B3A-3134F52C8547}"/>
              </a:ext>
            </a:extLst>
          </p:cNvPr>
          <p:cNvSpPr txBox="1"/>
          <p:nvPr/>
        </p:nvSpPr>
        <p:spPr>
          <a:xfrm>
            <a:off x="1976123" y="1844508"/>
            <a:ext cx="7442047" cy="369332"/>
          </a:xfrm>
          <a:prstGeom prst="rect">
            <a:avLst/>
          </a:prstGeom>
          <a:noFill/>
        </p:spPr>
        <p:txBody>
          <a:bodyPr wrap="square">
            <a:spAutoFit/>
          </a:bodyPr>
          <a:lstStyle/>
          <a:p>
            <a:pPr marL="216000" indent="-216000">
              <a:buFont typeface="Arial" panose="020B0604020202020204" pitchFamily="34" charset="0"/>
              <a:buChar char="•"/>
            </a:pPr>
            <a:r>
              <a:rPr lang="en-US" sz="1800">
                <a:solidFill>
                  <a:srgbClr val="484848"/>
                </a:solidFill>
              </a:rPr>
              <a:t>SOP Development.</a:t>
            </a:r>
          </a:p>
        </p:txBody>
      </p:sp>
      <p:sp>
        <p:nvSpPr>
          <p:cNvPr id="26" name="TextBox 25">
            <a:extLst>
              <a:ext uri="{FF2B5EF4-FFF2-40B4-BE49-F238E27FC236}">
                <a16:creationId xmlns:a16="http://schemas.microsoft.com/office/drawing/2014/main" id="{F4DC0FB2-EEA8-6C25-A6F8-4FECC8D6A9AB}"/>
              </a:ext>
            </a:extLst>
          </p:cNvPr>
          <p:cNvSpPr txBox="1"/>
          <p:nvPr/>
        </p:nvSpPr>
        <p:spPr>
          <a:xfrm>
            <a:off x="1976123" y="2668563"/>
            <a:ext cx="7442047" cy="369332"/>
          </a:xfrm>
          <a:prstGeom prst="rect">
            <a:avLst/>
          </a:prstGeom>
          <a:noFill/>
        </p:spPr>
        <p:txBody>
          <a:bodyPr wrap="square">
            <a:spAutoFit/>
          </a:bodyPr>
          <a:lstStyle/>
          <a:p>
            <a:pPr marL="216000" indent="-216000">
              <a:buFont typeface="Arial" panose="020B0604020202020204" pitchFamily="34" charset="0"/>
              <a:buChar char="•"/>
            </a:pPr>
            <a:r>
              <a:rPr lang="en-US" sz="1800">
                <a:solidFill>
                  <a:srgbClr val="484848"/>
                </a:solidFill>
              </a:rPr>
              <a:t>Organizational Change management.</a:t>
            </a:r>
          </a:p>
        </p:txBody>
      </p:sp>
      <p:sp>
        <p:nvSpPr>
          <p:cNvPr id="27" name="TextBox 26">
            <a:extLst>
              <a:ext uri="{FF2B5EF4-FFF2-40B4-BE49-F238E27FC236}">
                <a16:creationId xmlns:a16="http://schemas.microsoft.com/office/drawing/2014/main" id="{A4A51EFA-02BE-04EF-E484-16C4F8D52B45}"/>
              </a:ext>
            </a:extLst>
          </p:cNvPr>
          <p:cNvSpPr txBox="1"/>
          <p:nvPr/>
        </p:nvSpPr>
        <p:spPr>
          <a:xfrm>
            <a:off x="1976123" y="3366687"/>
            <a:ext cx="7442047" cy="369332"/>
          </a:xfrm>
          <a:prstGeom prst="rect">
            <a:avLst/>
          </a:prstGeom>
          <a:noFill/>
        </p:spPr>
        <p:txBody>
          <a:bodyPr wrap="square">
            <a:spAutoFit/>
          </a:bodyPr>
          <a:lstStyle/>
          <a:p>
            <a:pPr marL="216000" indent="-216000">
              <a:buFont typeface="Arial" panose="020B0604020202020204" pitchFamily="34" charset="0"/>
              <a:buChar char="•"/>
            </a:pPr>
            <a:r>
              <a:rPr lang="en-US" sz="1800">
                <a:solidFill>
                  <a:srgbClr val="484848"/>
                </a:solidFill>
              </a:rPr>
              <a:t>End-User / Role-based Training.</a:t>
            </a:r>
          </a:p>
        </p:txBody>
      </p:sp>
      <p:sp>
        <p:nvSpPr>
          <p:cNvPr id="28" name="TextBox 27">
            <a:extLst>
              <a:ext uri="{FF2B5EF4-FFF2-40B4-BE49-F238E27FC236}">
                <a16:creationId xmlns:a16="http://schemas.microsoft.com/office/drawing/2014/main" id="{C22FD4B9-43B3-CB36-2347-2899CC42484A}"/>
              </a:ext>
            </a:extLst>
          </p:cNvPr>
          <p:cNvSpPr txBox="1"/>
          <p:nvPr/>
        </p:nvSpPr>
        <p:spPr>
          <a:xfrm>
            <a:off x="1976123" y="4059863"/>
            <a:ext cx="7442047" cy="369332"/>
          </a:xfrm>
          <a:prstGeom prst="rect">
            <a:avLst/>
          </a:prstGeom>
          <a:noFill/>
        </p:spPr>
        <p:txBody>
          <a:bodyPr wrap="square">
            <a:spAutoFit/>
          </a:bodyPr>
          <a:lstStyle/>
          <a:p>
            <a:pPr marL="216000" indent="-216000">
              <a:buFont typeface="Arial" panose="020B0604020202020204" pitchFamily="34" charset="0"/>
              <a:buChar char="•"/>
            </a:pPr>
            <a:r>
              <a:rPr lang="en-US" sz="1800">
                <a:solidFill>
                  <a:srgbClr val="484848"/>
                </a:solidFill>
              </a:rPr>
              <a:t>Data cleansing or data stewardship.</a:t>
            </a:r>
          </a:p>
        </p:txBody>
      </p:sp>
      <p:sp>
        <p:nvSpPr>
          <p:cNvPr id="11" name="Shape">
            <a:extLst>
              <a:ext uri="{FF2B5EF4-FFF2-40B4-BE49-F238E27FC236}">
                <a16:creationId xmlns:a16="http://schemas.microsoft.com/office/drawing/2014/main" id="{8917B938-4B8E-5167-32D5-042C33C91595}"/>
              </a:ext>
            </a:extLst>
          </p:cNvPr>
          <p:cNvSpPr/>
          <p:nvPr/>
        </p:nvSpPr>
        <p:spPr>
          <a:xfrm rot="16200000">
            <a:off x="604751" y="2888274"/>
            <a:ext cx="717116" cy="1361467"/>
          </a:xfrm>
          <a:custGeom>
            <a:avLst/>
            <a:gdLst/>
            <a:ahLst/>
            <a:cxnLst>
              <a:cxn ang="0">
                <a:pos x="wd2" y="hd2"/>
              </a:cxn>
              <a:cxn ang="5400000">
                <a:pos x="wd2" y="hd2"/>
              </a:cxn>
              <a:cxn ang="10800000">
                <a:pos x="wd2" y="hd2"/>
              </a:cxn>
              <a:cxn ang="16200000">
                <a:pos x="wd2" y="hd2"/>
              </a:cxn>
            </a:cxnLst>
            <a:rect l="0" t="0" r="r" b="b"/>
            <a:pathLst>
              <a:path w="21600" h="21497" extrusionOk="0">
                <a:moveTo>
                  <a:pt x="21600" y="12860"/>
                </a:moveTo>
                <a:lnTo>
                  <a:pt x="21600" y="0"/>
                </a:lnTo>
                <a:lnTo>
                  <a:pt x="0" y="0"/>
                </a:lnTo>
                <a:lnTo>
                  <a:pt x="0" y="12860"/>
                </a:lnTo>
                <a:lnTo>
                  <a:pt x="7297" y="12860"/>
                </a:lnTo>
                <a:cubicBezTo>
                  <a:pt x="9002" y="12860"/>
                  <a:pt x="10374" y="13579"/>
                  <a:pt x="10374" y="14473"/>
                </a:cubicBezTo>
                <a:lnTo>
                  <a:pt x="10374" y="14473"/>
                </a:lnTo>
                <a:cubicBezTo>
                  <a:pt x="10374" y="15127"/>
                  <a:pt x="9605" y="15715"/>
                  <a:pt x="8461" y="15966"/>
                </a:cubicBezTo>
                <a:cubicBezTo>
                  <a:pt x="6382" y="16423"/>
                  <a:pt x="4948" y="17546"/>
                  <a:pt x="5114" y="18832"/>
                </a:cubicBezTo>
                <a:cubicBezTo>
                  <a:pt x="5301" y="20249"/>
                  <a:pt x="7526" y="21404"/>
                  <a:pt x="10228" y="21491"/>
                </a:cubicBezTo>
                <a:cubicBezTo>
                  <a:pt x="13409" y="21600"/>
                  <a:pt x="16070" y="20270"/>
                  <a:pt x="16070" y="18625"/>
                </a:cubicBezTo>
                <a:cubicBezTo>
                  <a:pt x="16070" y="17481"/>
                  <a:pt x="14781" y="16489"/>
                  <a:pt x="12931" y="16020"/>
                </a:cubicBezTo>
                <a:cubicBezTo>
                  <a:pt x="11871" y="15759"/>
                  <a:pt x="11205" y="15181"/>
                  <a:pt x="11205" y="14571"/>
                </a:cubicBezTo>
                <a:lnTo>
                  <a:pt x="11205" y="14473"/>
                </a:lnTo>
                <a:cubicBezTo>
                  <a:pt x="11205" y="13579"/>
                  <a:pt x="12577" y="12860"/>
                  <a:pt x="14282" y="12860"/>
                </a:cubicBezTo>
                <a:lnTo>
                  <a:pt x="21600" y="12860"/>
                </a:lnTo>
                <a:close/>
              </a:path>
            </a:pathLst>
          </a:custGeom>
          <a:solidFill>
            <a:srgbClr val="003363"/>
          </a:solidFill>
          <a:ln w="12700">
            <a:miter lim="400000"/>
          </a:ln>
        </p:spPr>
        <p:txBody>
          <a:bodyPr lIns="38100" tIns="38100" rIns="38100" bIns="38100" anchor="ctr"/>
          <a:lstStyle/>
          <a:p>
            <a:pPr>
              <a:defRPr sz="3000">
                <a:solidFill>
                  <a:srgbClr val="FFFFFF"/>
                </a:solidFill>
              </a:defRPr>
            </a:pPr>
            <a:endParaRPr/>
          </a:p>
        </p:txBody>
      </p:sp>
      <p:sp>
        <p:nvSpPr>
          <p:cNvPr id="12" name="Shape">
            <a:extLst>
              <a:ext uri="{FF2B5EF4-FFF2-40B4-BE49-F238E27FC236}">
                <a16:creationId xmlns:a16="http://schemas.microsoft.com/office/drawing/2014/main" id="{187D0BE3-BC87-D6C5-AC1D-F18326FAFF52}"/>
              </a:ext>
            </a:extLst>
          </p:cNvPr>
          <p:cNvSpPr/>
          <p:nvPr/>
        </p:nvSpPr>
        <p:spPr>
          <a:xfrm rot="16200000">
            <a:off x="604751" y="2153420"/>
            <a:ext cx="717116" cy="1361467"/>
          </a:xfrm>
          <a:custGeom>
            <a:avLst/>
            <a:gdLst/>
            <a:ahLst/>
            <a:cxnLst>
              <a:cxn ang="0">
                <a:pos x="wd2" y="hd2"/>
              </a:cxn>
              <a:cxn ang="5400000">
                <a:pos x="wd2" y="hd2"/>
              </a:cxn>
              <a:cxn ang="10800000">
                <a:pos x="wd2" y="hd2"/>
              </a:cxn>
              <a:cxn ang="16200000">
                <a:pos x="wd2" y="hd2"/>
              </a:cxn>
            </a:cxnLst>
            <a:rect l="0" t="0" r="r" b="b"/>
            <a:pathLst>
              <a:path w="21600" h="21497" extrusionOk="0">
                <a:moveTo>
                  <a:pt x="21600" y="12860"/>
                </a:moveTo>
                <a:lnTo>
                  <a:pt x="21600" y="0"/>
                </a:lnTo>
                <a:lnTo>
                  <a:pt x="0" y="0"/>
                </a:lnTo>
                <a:lnTo>
                  <a:pt x="0" y="12860"/>
                </a:lnTo>
                <a:lnTo>
                  <a:pt x="7297" y="12860"/>
                </a:lnTo>
                <a:cubicBezTo>
                  <a:pt x="9002" y="12860"/>
                  <a:pt x="10374" y="13579"/>
                  <a:pt x="10374" y="14473"/>
                </a:cubicBezTo>
                <a:lnTo>
                  <a:pt x="10374" y="14473"/>
                </a:lnTo>
                <a:cubicBezTo>
                  <a:pt x="10374" y="15127"/>
                  <a:pt x="9605" y="15715"/>
                  <a:pt x="8461" y="15966"/>
                </a:cubicBezTo>
                <a:cubicBezTo>
                  <a:pt x="6382" y="16423"/>
                  <a:pt x="4948" y="17546"/>
                  <a:pt x="5114" y="18832"/>
                </a:cubicBezTo>
                <a:cubicBezTo>
                  <a:pt x="5301" y="20249"/>
                  <a:pt x="7526" y="21404"/>
                  <a:pt x="10228" y="21491"/>
                </a:cubicBezTo>
                <a:cubicBezTo>
                  <a:pt x="13409" y="21600"/>
                  <a:pt x="16070" y="20270"/>
                  <a:pt x="16070" y="18625"/>
                </a:cubicBezTo>
                <a:cubicBezTo>
                  <a:pt x="16070" y="17481"/>
                  <a:pt x="14781" y="16489"/>
                  <a:pt x="12931" y="16020"/>
                </a:cubicBezTo>
                <a:cubicBezTo>
                  <a:pt x="11871" y="15759"/>
                  <a:pt x="11205" y="15181"/>
                  <a:pt x="11205" y="14571"/>
                </a:cubicBezTo>
                <a:lnTo>
                  <a:pt x="11205" y="14473"/>
                </a:lnTo>
                <a:cubicBezTo>
                  <a:pt x="11205" y="13579"/>
                  <a:pt x="12577" y="12860"/>
                  <a:pt x="14282" y="12860"/>
                </a:cubicBezTo>
                <a:lnTo>
                  <a:pt x="21600" y="12860"/>
                </a:lnTo>
                <a:close/>
              </a:path>
            </a:pathLst>
          </a:custGeom>
          <a:solidFill>
            <a:srgbClr val="EE7D09"/>
          </a:solidFill>
          <a:ln w="12700">
            <a:miter lim="400000"/>
          </a:ln>
        </p:spPr>
        <p:txBody>
          <a:bodyPr lIns="38100" tIns="38100" rIns="38100" bIns="38100" anchor="ctr"/>
          <a:lstStyle/>
          <a:p>
            <a:pPr>
              <a:defRPr sz="3000">
                <a:solidFill>
                  <a:srgbClr val="FFFFFF"/>
                </a:solidFill>
              </a:defRPr>
            </a:pPr>
            <a:endParaRPr/>
          </a:p>
        </p:txBody>
      </p:sp>
      <p:sp>
        <p:nvSpPr>
          <p:cNvPr id="13" name="Shape">
            <a:extLst>
              <a:ext uri="{FF2B5EF4-FFF2-40B4-BE49-F238E27FC236}">
                <a16:creationId xmlns:a16="http://schemas.microsoft.com/office/drawing/2014/main" id="{5D32E222-02AC-C937-B359-56FDC9AC2CB3}"/>
              </a:ext>
            </a:extLst>
          </p:cNvPr>
          <p:cNvSpPr/>
          <p:nvPr/>
        </p:nvSpPr>
        <p:spPr>
          <a:xfrm rot="16200000">
            <a:off x="604405" y="1418910"/>
            <a:ext cx="717116" cy="1360775"/>
          </a:xfrm>
          <a:custGeom>
            <a:avLst/>
            <a:gdLst/>
            <a:ahLst/>
            <a:cxnLst>
              <a:cxn ang="0">
                <a:pos x="wd2" y="hd2"/>
              </a:cxn>
              <a:cxn ang="5400000">
                <a:pos x="wd2" y="hd2"/>
              </a:cxn>
              <a:cxn ang="10800000">
                <a:pos x="wd2" y="hd2"/>
              </a:cxn>
              <a:cxn ang="16200000">
                <a:pos x="wd2" y="hd2"/>
              </a:cxn>
            </a:cxnLst>
            <a:rect l="0" t="0" r="r" b="b"/>
            <a:pathLst>
              <a:path w="21600" h="21497" extrusionOk="0">
                <a:moveTo>
                  <a:pt x="21600" y="12866"/>
                </a:moveTo>
                <a:lnTo>
                  <a:pt x="21600" y="0"/>
                </a:lnTo>
                <a:lnTo>
                  <a:pt x="0" y="0"/>
                </a:lnTo>
                <a:lnTo>
                  <a:pt x="0" y="12866"/>
                </a:lnTo>
                <a:lnTo>
                  <a:pt x="7297" y="12866"/>
                </a:lnTo>
                <a:cubicBezTo>
                  <a:pt x="9002" y="12866"/>
                  <a:pt x="10374" y="13586"/>
                  <a:pt x="10374" y="14480"/>
                </a:cubicBezTo>
                <a:lnTo>
                  <a:pt x="10374" y="14524"/>
                </a:lnTo>
                <a:cubicBezTo>
                  <a:pt x="10374" y="15167"/>
                  <a:pt x="9646" y="15734"/>
                  <a:pt x="8544" y="15996"/>
                </a:cubicBezTo>
                <a:cubicBezTo>
                  <a:pt x="6569" y="16464"/>
                  <a:pt x="5239" y="17511"/>
                  <a:pt x="5301" y="18721"/>
                </a:cubicBezTo>
                <a:cubicBezTo>
                  <a:pt x="5405" y="20183"/>
                  <a:pt x="7650" y="21393"/>
                  <a:pt x="10436" y="21491"/>
                </a:cubicBezTo>
                <a:cubicBezTo>
                  <a:pt x="13617" y="21600"/>
                  <a:pt x="16278" y="20270"/>
                  <a:pt x="16278" y="18623"/>
                </a:cubicBezTo>
                <a:cubicBezTo>
                  <a:pt x="16278" y="17446"/>
                  <a:pt x="14927" y="16432"/>
                  <a:pt x="13014" y="15996"/>
                </a:cubicBezTo>
                <a:cubicBezTo>
                  <a:pt x="11912" y="15745"/>
                  <a:pt x="11226" y="15156"/>
                  <a:pt x="11226" y="14524"/>
                </a:cubicBezTo>
                <a:lnTo>
                  <a:pt x="11226" y="14480"/>
                </a:lnTo>
                <a:cubicBezTo>
                  <a:pt x="11226" y="13586"/>
                  <a:pt x="12598" y="12866"/>
                  <a:pt x="14303" y="12866"/>
                </a:cubicBezTo>
                <a:lnTo>
                  <a:pt x="21600" y="12866"/>
                </a:lnTo>
                <a:close/>
              </a:path>
            </a:pathLst>
          </a:custGeom>
          <a:solidFill>
            <a:srgbClr val="484848"/>
          </a:solidFill>
          <a:ln w="12700">
            <a:miter lim="400000"/>
          </a:ln>
        </p:spPr>
        <p:txBody>
          <a:bodyPr lIns="38100" tIns="38100" rIns="38100" bIns="38100" anchor="ctr"/>
          <a:lstStyle/>
          <a:p>
            <a:pPr>
              <a:defRPr sz="3000">
                <a:solidFill>
                  <a:srgbClr val="FFFFFF"/>
                </a:solidFill>
              </a:defRPr>
            </a:pPr>
            <a:endParaRPr/>
          </a:p>
        </p:txBody>
      </p:sp>
      <p:sp>
        <p:nvSpPr>
          <p:cNvPr id="14" name="Shape">
            <a:extLst>
              <a:ext uri="{FF2B5EF4-FFF2-40B4-BE49-F238E27FC236}">
                <a16:creationId xmlns:a16="http://schemas.microsoft.com/office/drawing/2014/main" id="{CD53BBA5-578E-3847-DC49-5824E8C62EFB}"/>
              </a:ext>
            </a:extLst>
          </p:cNvPr>
          <p:cNvSpPr/>
          <p:nvPr/>
        </p:nvSpPr>
        <p:spPr>
          <a:xfrm rot="5400000" flipV="1">
            <a:off x="457049" y="536698"/>
            <a:ext cx="1011830" cy="1360775"/>
          </a:xfrm>
          <a:custGeom>
            <a:avLst/>
            <a:gdLst/>
            <a:ahLst/>
            <a:cxnLst>
              <a:cxn ang="0">
                <a:pos x="wd2" y="hd2"/>
              </a:cxn>
              <a:cxn ang="5400000">
                <a:pos x="wd2" y="hd2"/>
              </a:cxn>
              <a:cxn ang="10800000">
                <a:pos x="wd2" y="hd2"/>
              </a:cxn>
              <a:cxn ang="16200000">
                <a:pos x="wd2" y="hd2"/>
              </a:cxn>
            </a:cxnLst>
            <a:rect l="0" t="0" r="r" b="b"/>
            <a:pathLst>
              <a:path w="21600" h="21497" extrusionOk="0">
                <a:moveTo>
                  <a:pt x="21600" y="12866"/>
                </a:moveTo>
                <a:lnTo>
                  <a:pt x="21600" y="0"/>
                </a:lnTo>
                <a:lnTo>
                  <a:pt x="8693" y="0"/>
                </a:lnTo>
                <a:cubicBezTo>
                  <a:pt x="3890" y="0"/>
                  <a:pt x="0" y="2879"/>
                  <a:pt x="0" y="6433"/>
                </a:cubicBezTo>
                <a:lnTo>
                  <a:pt x="0" y="6433"/>
                </a:lnTo>
                <a:cubicBezTo>
                  <a:pt x="0" y="9988"/>
                  <a:pt x="3890" y="12866"/>
                  <a:pt x="8693" y="12866"/>
                </a:cubicBezTo>
                <a:lnTo>
                  <a:pt x="11478" y="12866"/>
                </a:lnTo>
                <a:cubicBezTo>
                  <a:pt x="12686" y="12866"/>
                  <a:pt x="13658" y="13586"/>
                  <a:pt x="13658" y="14480"/>
                </a:cubicBezTo>
                <a:lnTo>
                  <a:pt x="13658" y="14524"/>
                </a:lnTo>
                <a:cubicBezTo>
                  <a:pt x="13658" y="15167"/>
                  <a:pt x="13143" y="15734"/>
                  <a:pt x="12362" y="15996"/>
                </a:cubicBezTo>
                <a:cubicBezTo>
                  <a:pt x="10962" y="16464"/>
                  <a:pt x="10019" y="17511"/>
                  <a:pt x="10063" y="18721"/>
                </a:cubicBezTo>
                <a:cubicBezTo>
                  <a:pt x="10137" y="20183"/>
                  <a:pt x="11728" y="21393"/>
                  <a:pt x="13703" y="21491"/>
                </a:cubicBezTo>
                <a:cubicBezTo>
                  <a:pt x="15957" y="21600"/>
                  <a:pt x="17843" y="20270"/>
                  <a:pt x="17843" y="18623"/>
                </a:cubicBezTo>
                <a:cubicBezTo>
                  <a:pt x="17843" y="17446"/>
                  <a:pt x="16885" y="16432"/>
                  <a:pt x="15530" y="15996"/>
                </a:cubicBezTo>
                <a:cubicBezTo>
                  <a:pt x="14749" y="15745"/>
                  <a:pt x="14262" y="15156"/>
                  <a:pt x="14262" y="14524"/>
                </a:cubicBezTo>
                <a:lnTo>
                  <a:pt x="14262" y="14480"/>
                </a:lnTo>
                <a:cubicBezTo>
                  <a:pt x="14262" y="13586"/>
                  <a:pt x="15235" y="12866"/>
                  <a:pt x="16443" y="12866"/>
                </a:cubicBezTo>
                <a:lnTo>
                  <a:pt x="21600" y="12866"/>
                </a:lnTo>
                <a:close/>
              </a:path>
            </a:pathLst>
          </a:custGeom>
          <a:solidFill>
            <a:srgbClr val="0072BC"/>
          </a:solidFill>
          <a:ln w="12700">
            <a:miter lim="400000"/>
          </a:ln>
        </p:spPr>
        <p:txBody>
          <a:bodyPr lIns="38100" tIns="38100" rIns="38100" bIns="38100" anchor="ctr"/>
          <a:lstStyle/>
          <a:p>
            <a:pPr>
              <a:defRPr sz="3000">
                <a:solidFill>
                  <a:srgbClr val="FFFFFF"/>
                </a:solidFill>
              </a:defRPr>
            </a:pPr>
            <a:endParaRPr/>
          </a:p>
        </p:txBody>
      </p:sp>
      <p:sp>
        <p:nvSpPr>
          <p:cNvPr id="15" name="Shape">
            <a:extLst>
              <a:ext uri="{FF2B5EF4-FFF2-40B4-BE49-F238E27FC236}">
                <a16:creationId xmlns:a16="http://schemas.microsoft.com/office/drawing/2014/main" id="{FD2F541E-0A26-CEF6-B230-A505F6605FBC}"/>
              </a:ext>
            </a:extLst>
          </p:cNvPr>
          <p:cNvSpPr/>
          <p:nvPr/>
        </p:nvSpPr>
        <p:spPr>
          <a:xfrm rot="16200000">
            <a:off x="457048" y="3770831"/>
            <a:ext cx="1011830" cy="1360775"/>
          </a:xfrm>
          <a:custGeom>
            <a:avLst/>
            <a:gdLst/>
            <a:ahLst/>
            <a:cxnLst>
              <a:cxn ang="0">
                <a:pos x="wd2" y="hd2"/>
              </a:cxn>
              <a:cxn ang="5400000">
                <a:pos x="wd2" y="hd2"/>
              </a:cxn>
              <a:cxn ang="10800000">
                <a:pos x="wd2" y="hd2"/>
              </a:cxn>
              <a:cxn ang="16200000">
                <a:pos x="wd2" y="hd2"/>
              </a:cxn>
            </a:cxnLst>
            <a:rect l="0" t="0" r="r" b="b"/>
            <a:pathLst>
              <a:path w="21600" h="21497" extrusionOk="0">
                <a:moveTo>
                  <a:pt x="21600" y="12866"/>
                </a:moveTo>
                <a:lnTo>
                  <a:pt x="21600" y="0"/>
                </a:lnTo>
                <a:lnTo>
                  <a:pt x="8693" y="0"/>
                </a:lnTo>
                <a:cubicBezTo>
                  <a:pt x="3890" y="0"/>
                  <a:pt x="0" y="2879"/>
                  <a:pt x="0" y="6433"/>
                </a:cubicBezTo>
                <a:lnTo>
                  <a:pt x="0" y="6433"/>
                </a:lnTo>
                <a:cubicBezTo>
                  <a:pt x="0" y="9988"/>
                  <a:pt x="3890" y="12866"/>
                  <a:pt x="8693" y="12866"/>
                </a:cubicBezTo>
                <a:lnTo>
                  <a:pt x="11478" y="12866"/>
                </a:lnTo>
                <a:cubicBezTo>
                  <a:pt x="12686" y="12866"/>
                  <a:pt x="13658" y="13586"/>
                  <a:pt x="13658" y="14480"/>
                </a:cubicBezTo>
                <a:lnTo>
                  <a:pt x="13658" y="14524"/>
                </a:lnTo>
                <a:cubicBezTo>
                  <a:pt x="13658" y="15167"/>
                  <a:pt x="13143" y="15734"/>
                  <a:pt x="12362" y="15996"/>
                </a:cubicBezTo>
                <a:cubicBezTo>
                  <a:pt x="10962" y="16464"/>
                  <a:pt x="10019" y="17511"/>
                  <a:pt x="10063" y="18721"/>
                </a:cubicBezTo>
                <a:cubicBezTo>
                  <a:pt x="10137" y="20183"/>
                  <a:pt x="11728" y="21393"/>
                  <a:pt x="13703" y="21491"/>
                </a:cubicBezTo>
                <a:cubicBezTo>
                  <a:pt x="15957" y="21600"/>
                  <a:pt x="17843" y="20270"/>
                  <a:pt x="17843" y="18623"/>
                </a:cubicBezTo>
                <a:cubicBezTo>
                  <a:pt x="17843" y="17446"/>
                  <a:pt x="16885" y="16432"/>
                  <a:pt x="15530" y="15996"/>
                </a:cubicBezTo>
                <a:cubicBezTo>
                  <a:pt x="14749" y="15745"/>
                  <a:pt x="14262" y="15156"/>
                  <a:pt x="14262" y="14524"/>
                </a:cubicBezTo>
                <a:lnTo>
                  <a:pt x="14262" y="14480"/>
                </a:lnTo>
                <a:cubicBezTo>
                  <a:pt x="14262" y="13586"/>
                  <a:pt x="15235" y="12866"/>
                  <a:pt x="16443" y="12866"/>
                </a:cubicBezTo>
                <a:lnTo>
                  <a:pt x="21600" y="12866"/>
                </a:lnTo>
                <a:close/>
              </a:path>
            </a:pathLst>
          </a:custGeom>
          <a:solidFill>
            <a:srgbClr val="87A905"/>
          </a:solidFill>
          <a:ln w="12700">
            <a:miter lim="400000"/>
          </a:ln>
        </p:spPr>
        <p:txBody>
          <a:bodyPr lIns="38100" tIns="38100" rIns="38100" bIns="38100" anchor="ctr"/>
          <a:lstStyle/>
          <a:p>
            <a:endParaRPr sz="3000">
              <a:solidFill>
                <a:srgbClr val="FFFFFF"/>
              </a:solidFill>
            </a:endParaRPr>
          </a:p>
        </p:txBody>
      </p:sp>
      <p:sp>
        <p:nvSpPr>
          <p:cNvPr id="17" name="TextBox 16">
            <a:extLst>
              <a:ext uri="{FF2B5EF4-FFF2-40B4-BE49-F238E27FC236}">
                <a16:creationId xmlns:a16="http://schemas.microsoft.com/office/drawing/2014/main" id="{4862E27C-A449-B9B1-F346-927B86D37CF6}"/>
              </a:ext>
            </a:extLst>
          </p:cNvPr>
          <p:cNvSpPr txBox="1"/>
          <p:nvPr/>
        </p:nvSpPr>
        <p:spPr>
          <a:xfrm>
            <a:off x="1248151" y="1201249"/>
            <a:ext cx="425997" cy="316088"/>
          </a:xfrm>
          <a:prstGeom prst="rect">
            <a:avLst/>
          </a:prstGeom>
          <a:noFill/>
        </p:spPr>
        <p:txBody>
          <a:bodyPr wrap="square">
            <a:spAutoFit/>
          </a:bodyPr>
          <a:lstStyle/>
          <a:p>
            <a:pPr algn="ctr"/>
            <a:r>
              <a:rPr lang="en-US" b="1" kern="0">
                <a:solidFill>
                  <a:schemeClr val="bg1"/>
                </a:solidFill>
              </a:rPr>
              <a:t>1 </a:t>
            </a:r>
            <a:endParaRPr lang="en-IN" kern="0">
              <a:solidFill>
                <a:schemeClr val="bg1"/>
              </a:solidFill>
              <a:latin typeface="+mj-lt"/>
            </a:endParaRPr>
          </a:p>
        </p:txBody>
      </p:sp>
      <p:sp>
        <p:nvSpPr>
          <p:cNvPr id="18" name="TextBox 17">
            <a:extLst>
              <a:ext uri="{FF2B5EF4-FFF2-40B4-BE49-F238E27FC236}">
                <a16:creationId xmlns:a16="http://schemas.microsoft.com/office/drawing/2014/main" id="{5547D1BE-806E-2D1F-EB0B-EAE92570B387}"/>
              </a:ext>
            </a:extLst>
          </p:cNvPr>
          <p:cNvSpPr txBox="1"/>
          <p:nvPr/>
        </p:nvSpPr>
        <p:spPr>
          <a:xfrm>
            <a:off x="1248151" y="1935286"/>
            <a:ext cx="425997" cy="316088"/>
          </a:xfrm>
          <a:prstGeom prst="rect">
            <a:avLst/>
          </a:prstGeom>
          <a:noFill/>
        </p:spPr>
        <p:txBody>
          <a:bodyPr wrap="square">
            <a:spAutoFit/>
          </a:bodyPr>
          <a:lstStyle/>
          <a:p>
            <a:pPr algn="ctr"/>
            <a:r>
              <a:rPr lang="en-US" b="1" kern="0">
                <a:solidFill>
                  <a:schemeClr val="bg1"/>
                </a:solidFill>
              </a:rPr>
              <a:t>2</a:t>
            </a:r>
            <a:endParaRPr lang="en-IN" kern="0">
              <a:solidFill>
                <a:schemeClr val="bg1"/>
              </a:solidFill>
              <a:latin typeface="+mj-lt"/>
            </a:endParaRPr>
          </a:p>
        </p:txBody>
      </p:sp>
      <p:sp>
        <p:nvSpPr>
          <p:cNvPr id="19" name="TextBox 18">
            <a:extLst>
              <a:ext uri="{FF2B5EF4-FFF2-40B4-BE49-F238E27FC236}">
                <a16:creationId xmlns:a16="http://schemas.microsoft.com/office/drawing/2014/main" id="{6F7A3C71-E7F6-0B5A-A5DB-765CFEF3F18D}"/>
              </a:ext>
            </a:extLst>
          </p:cNvPr>
          <p:cNvSpPr txBox="1"/>
          <p:nvPr/>
        </p:nvSpPr>
        <p:spPr>
          <a:xfrm>
            <a:off x="1248151" y="2676108"/>
            <a:ext cx="425997" cy="316088"/>
          </a:xfrm>
          <a:prstGeom prst="rect">
            <a:avLst/>
          </a:prstGeom>
          <a:noFill/>
        </p:spPr>
        <p:txBody>
          <a:bodyPr wrap="square">
            <a:spAutoFit/>
          </a:bodyPr>
          <a:lstStyle/>
          <a:p>
            <a:pPr algn="ctr"/>
            <a:r>
              <a:rPr lang="en-US" b="1" kern="0">
                <a:solidFill>
                  <a:schemeClr val="bg1"/>
                </a:solidFill>
              </a:rPr>
              <a:t>3</a:t>
            </a:r>
            <a:endParaRPr lang="en-IN" kern="0">
              <a:solidFill>
                <a:schemeClr val="bg1"/>
              </a:solidFill>
              <a:latin typeface="+mj-lt"/>
            </a:endParaRPr>
          </a:p>
        </p:txBody>
      </p:sp>
      <p:sp>
        <p:nvSpPr>
          <p:cNvPr id="20" name="TextBox 19">
            <a:extLst>
              <a:ext uri="{FF2B5EF4-FFF2-40B4-BE49-F238E27FC236}">
                <a16:creationId xmlns:a16="http://schemas.microsoft.com/office/drawing/2014/main" id="{67AAC0E8-6E96-8452-AACA-870D1C13AAF4}"/>
              </a:ext>
            </a:extLst>
          </p:cNvPr>
          <p:cNvSpPr txBox="1"/>
          <p:nvPr/>
        </p:nvSpPr>
        <p:spPr>
          <a:xfrm>
            <a:off x="1248151" y="3406733"/>
            <a:ext cx="425997" cy="316088"/>
          </a:xfrm>
          <a:prstGeom prst="rect">
            <a:avLst/>
          </a:prstGeom>
          <a:noFill/>
        </p:spPr>
        <p:txBody>
          <a:bodyPr wrap="square">
            <a:spAutoFit/>
          </a:bodyPr>
          <a:lstStyle/>
          <a:p>
            <a:pPr algn="ctr"/>
            <a:r>
              <a:rPr lang="en-US" b="1" kern="0">
                <a:solidFill>
                  <a:schemeClr val="bg1"/>
                </a:solidFill>
              </a:rPr>
              <a:t>4</a:t>
            </a:r>
            <a:endParaRPr lang="en-IN" kern="0">
              <a:solidFill>
                <a:schemeClr val="bg1"/>
              </a:solidFill>
              <a:latin typeface="+mj-lt"/>
            </a:endParaRPr>
          </a:p>
        </p:txBody>
      </p:sp>
      <p:sp>
        <p:nvSpPr>
          <p:cNvPr id="21" name="TextBox 20">
            <a:extLst>
              <a:ext uri="{FF2B5EF4-FFF2-40B4-BE49-F238E27FC236}">
                <a16:creationId xmlns:a16="http://schemas.microsoft.com/office/drawing/2014/main" id="{E5DBB921-6C25-D699-4097-10E92ADE6D60}"/>
              </a:ext>
            </a:extLst>
          </p:cNvPr>
          <p:cNvSpPr txBox="1"/>
          <p:nvPr/>
        </p:nvSpPr>
        <p:spPr>
          <a:xfrm>
            <a:off x="1248151" y="4142063"/>
            <a:ext cx="425997" cy="316088"/>
          </a:xfrm>
          <a:prstGeom prst="rect">
            <a:avLst/>
          </a:prstGeom>
          <a:noFill/>
        </p:spPr>
        <p:txBody>
          <a:bodyPr wrap="square">
            <a:spAutoFit/>
          </a:bodyPr>
          <a:lstStyle/>
          <a:p>
            <a:pPr algn="ctr"/>
            <a:r>
              <a:rPr lang="en-US" b="1" kern="0">
                <a:solidFill>
                  <a:schemeClr val="bg1"/>
                </a:solidFill>
              </a:rPr>
              <a:t>5</a:t>
            </a:r>
            <a:endParaRPr lang="en-IN" kern="0">
              <a:solidFill>
                <a:schemeClr val="bg1"/>
              </a:solidFill>
              <a:latin typeface="+mj-lt"/>
            </a:endParaRPr>
          </a:p>
        </p:txBody>
      </p:sp>
      <p:cxnSp>
        <p:nvCxnSpPr>
          <p:cNvPr id="5" name="Straight Connector 4">
            <a:extLst>
              <a:ext uri="{FF2B5EF4-FFF2-40B4-BE49-F238E27FC236}">
                <a16:creationId xmlns:a16="http://schemas.microsoft.com/office/drawing/2014/main" id="{38F971AD-9DB5-2F67-3DDF-B1AB2A246D54}"/>
              </a:ext>
            </a:extLst>
          </p:cNvPr>
          <p:cNvCxnSpPr/>
          <p:nvPr/>
        </p:nvCxnSpPr>
        <p:spPr>
          <a:xfrm>
            <a:off x="1945327" y="1161383"/>
            <a:ext cx="0" cy="395818"/>
          </a:xfrm>
          <a:prstGeom prst="line">
            <a:avLst/>
          </a:prstGeom>
          <a:ln w="12700">
            <a:solidFill>
              <a:srgbClr val="0072BC"/>
            </a:solidFill>
            <a:prstDash val="dash"/>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79FCD9BF-6B52-F296-0316-ACA45565EDB9}"/>
              </a:ext>
            </a:extLst>
          </p:cNvPr>
          <p:cNvCxnSpPr/>
          <p:nvPr/>
        </p:nvCxnSpPr>
        <p:spPr>
          <a:xfrm>
            <a:off x="1945327" y="1885548"/>
            <a:ext cx="0" cy="395818"/>
          </a:xfrm>
          <a:prstGeom prst="line">
            <a:avLst/>
          </a:prstGeom>
          <a:ln w="12700">
            <a:solidFill>
              <a:srgbClr val="484848"/>
            </a:solidFill>
            <a:prstDash val="dash"/>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390E707-1CA6-31A4-E841-4C1F65D4FD9F}"/>
              </a:ext>
            </a:extLst>
          </p:cNvPr>
          <p:cNvCxnSpPr/>
          <p:nvPr/>
        </p:nvCxnSpPr>
        <p:spPr>
          <a:xfrm>
            <a:off x="1945327" y="2642077"/>
            <a:ext cx="0" cy="395818"/>
          </a:xfrm>
          <a:prstGeom prst="line">
            <a:avLst/>
          </a:prstGeom>
          <a:ln w="12700">
            <a:solidFill>
              <a:srgbClr val="F6AA32"/>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A6CF840-E64D-0BEF-8837-E03D68D69016}"/>
              </a:ext>
            </a:extLst>
          </p:cNvPr>
          <p:cNvCxnSpPr/>
          <p:nvPr/>
        </p:nvCxnSpPr>
        <p:spPr>
          <a:xfrm>
            <a:off x="1945327" y="3366687"/>
            <a:ext cx="0" cy="395818"/>
          </a:xfrm>
          <a:prstGeom prst="line">
            <a:avLst/>
          </a:prstGeom>
          <a:ln w="12700">
            <a:solidFill>
              <a:srgbClr val="002060"/>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7098409-105C-CAB3-2158-1032E775F800}"/>
              </a:ext>
            </a:extLst>
          </p:cNvPr>
          <p:cNvCxnSpPr/>
          <p:nvPr/>
        </p:nvCxnSpPr>
        <p:spPr>
          <a:xfrm>
            <a:off x="1945327" y="4091296"/>
            <a:ext cx="0" cy="395818"/>
          </a:xfrm>
          <a:prstGeom prst="line">
            <a:avLst/>
          </a:prstGeom>
          <a:ln w="12700">
            <a:solidFill>
              <a:srgbClr val="87A905"/>
            </a:solidFill>
            <a:prstDash val="dash"/>
          </a:ln>
        </p:spPr>
        <p:style>
          <a:lnRef idx="1">
            <a:schemeClr val="accent1"/>
          </a:lnRef>
          <a:fillRef idx="0">
            <a:schemeClr val="accent1"/>
          </a:fillRef>
          <a:effectRef idx="0">
            <a:schemeClr val="accent1"/>
          </a:effectRef>
          <a:fontRef idx="minor">
            <a:schemeClr val="tx1"/>
          </a:fontRef>
        </p:style>
      </p:cxnSp>
      <p:pic>
        <p:nvPicPr>
          <p:cNvPr id="30" name="Graphic 29">
            <a:extLst>
              <a:ext uri="{FF2B5EF4-FFF2-40B4-BE49-F238E27FC236}">
                <a16:creationId xmlns:a16="http://schemas.microsoft.com/office/drawing/2014/main" id="{A994A4BE-10A7-C0FA-49F4-A71E5BAB6A3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28766" y="3323305"/>
            <a:ext cx="482581" cy="482581"/>
          </a:xfrm>
          <a:prstGeom prst="rect">
            <a:avLst/>
          </a:prstGeom>
        </p:spPr>
      </p:pic>
      <p:pic>
        <p:nvPicPr>
          <p:cNvPr id="36" name="Graphic 35">
            <a:extLst>
              <a:ext uri="{FF2B5EF4-FFF2-40B4-BE49-F238E27FC236}">
                <a16:creationId xmlns:a16="http://schemas.microsoft.com/office/drawing/2014/main" id="{078A6350-0808-C97F-4F27-928F5401C74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1314" y="2581243"/>
            <a:ext cx="517485" cy="517485"/>
          </a:xfrm>
          <a:prstGeom prst="rect">
            <a:avLst/>
          </a:prstGeom>
        </p:spPr>
      </p:pic>
      <p:pic>
        <p:nvPicPr>
          <p:cNvPr id="38" name="Graphic 37">
            <a:extLst>
              <a:ext uri="{FF2B5EF4-FFF2-40B4-BE49-F238E27FC236}">
                <a16:creationId xmlns:a16="http://schemas.microsoft.com/office/drawing/2014/main" id="{F9A167B6-DE00-DEA0-C174-E48A3549367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99785" y="1834791"/>
            <a:ext cx="529014" cy="529014"/>
          </a:xfrm>
          <a:prstGeom prst="rect">
            <a:avLst/>
          </a:prstGeom>
        </p:spPr>
      </p:pic>
      <p:pic>
        <p:nvPicPr>
          <p:cNvPr id="42" name="Graphic 41">
            <a:extLst>
              <a:ext uri="{FF2B5EF4-FFF2-40B4-BE49-F238E27FC236}">
                <a16:creationId xmlns:a16="http://schemas.microsoft.com/office/drawing/2014/main" id="{81AC0596-C9BE-D5B9-1E81-DF52692C48C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71990" y="1024905"/>
            <a:ext cx="505957" cy="505957"/>
          </a:xfrm>
          <a:prstGeom prst="rect">
            <a:avLst/>
          </a:prstGeom>
        </p:spPr>
      </p:pic>
      <p:pic>
        <p:nvPicPr>
          <p:cNvPr id="22" name="Graphic 21">
            <a:extLst>
              <a:ext uri="{FF2B5EF4-FFF2-40B4-BE49-F238E27FC236}">
                <a16:creationId xmlns:a16="http://schemas.microsoft.com/office/drawing/2014/main" id="{A3FC1E1E-1341-8E56-A136-0F18F486AF0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68922" y="3995713"/>
            <a:ext cx="608049" cy="608049"/>
          </a:xfrm>
          <a:prstGeom prst="rect">
            <a:avLst/>
          </a:prstGeom>
        </p:spPr>
      </p:pic>
    </p:spTree>
    <p:extLst>
      <p:ext uri="{BB962C8B-B14F-4D97-AF65-F5344CB8AC3E}">
        <p14:creationId xmlns:p14="http://schemas.microsoft.com/office/powerpoint/2010/main" val="18790471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p:cNvGrpSpPr/>
        <p:nvPr/>
      </p:nvGrpSpPr>
      <p:grpSpPr>
        <a:xfrm>
          <a:off x="0" y="0"/>
          <a:ext cx="0" cy="0"/>
          <a:chOff x="0" y="0"/>
          <a:chExt cx="0" cy="0"/>
        </a:xfrm>
      </p:grpSpPr>
      <p:grpSp>
        <p:nvGrpSpPr>
          <p:cNvPr id="9" name="Graphic 2">
            <a:extLst>
              <a:ext uri="{FF2B5EF4-FFF2-40B4-BE49-F238E27FC236}">
                <a16:creationId xmlns:a16="http://schemas.microsoft.com/office/drawing/2014/main" id="{775FCC6D-4DAD-C361-F941-0CC3BC0A72CD}"/>
              </a:ext>
            </a:extLst>
          </p:cNvPr>
          <p:cNvGrpSpPr/>
          <p:nvPr/>
        </p:nvGrpSpPr>
        <p:grpSpPr>
          <a:xfrm>
            <a:off x="1070271" y="1811115"/>
            <a:ext cx="9508489" cy="1351280"/>
            <a:chOff x="1070271" y="2457449"/>
            <a:chExt cx="9508489" cy="1351280"/>
          </a:xfrm>
          <a:solidFill>
            <a:srgbClr val="FFFFFF"/>
          </a:solidFill>
        </p:grpSpPr>
        <p:sp>
          <p:nvSpPr>
            <p:cNvPr id="10" name="Freeform: Shape 9">
              <a:extLst>
                <a:ext uri="{FF2B5EF4-FFF2-40B4-BE49-F238E27FC236}">
                  <a16:creationId xmlns:a16="http://schemas.microsoft.com/office/drawing/2014/main" id="{AEB6BC47-1802-6344-1200-AD2488747B3B}"/>
                </a:ext>
              </a:extLst>
            </p:cNvPr>
            <p:cNvSpPr/>
            <p:nvPr/>
          </p:nvSpPr>
          <p:spPr>
            <a:xfrm>
              <a:off x="1070271" y="2494280"/>
              <a:ext cx="911859" cy="1278254"/>
            </a:xfrm>
            <a:custGeom>
              <a:avLst/>
              <a:gdLst>
                <a:gd name="connsiteX0" fmla="*/ 911860 w 911859"/>
                <a:gd name="connsiteY0" fmla="*/ 0 h 1278254"/>
                <a:gd name="connsiteX1" fmla="*/ 911860 w 911859"/>
                <a:gd name="connsiteY1" fmla="*/ 210185 h 1278254"/>
                <a:gd name="connsiteX2" fmla="*/ 583565 w 911859"/>
                <a:gd name="connsiteY2" fmla="*/ 210185 h 1278254"/>
                <a:gd name="connsiteX3" fmla="*/ 583565 w 911859"/>
                <a:gd name="connsiteY3" fmla="*/ 1278255 h 1278254"/>
                <a:gd name="connsiteX4" fmla="*/ 328295 w 911859"/>
                <a:gd name="connsiteY4" fmla="*/ 1278255 h 1278254"/>
                <a:gd name="connsiteX5" fmla="*/ 328295 w 911859"/>
                <a:gd name="connsiteY5" fmla="*/ 210185 h 1278254"/>
                <a:gd name="connsiteX6" fmla="*/ 0 w 911859"/>
                <a:gd name="connsiteY6" fmla="*/ 210185 h 1278254"/>
                <a:gd name="connsiteX7" fmla="*/ 0 w 911859"/>
                <a:gd name="connsiteY7" fmla="*/ 0 h 1278254"/>
                <a:gd name="connsiteX8" fmla="*/ 911860 w 911859"/>
                <a:gd name="connsiteY8" fmla="*/ 0 h 1278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1859" h="1278254">
                  <a:moveTo>
                    <a:pt x="911860" y="0"/>
                  </a:moveTo>
                  <a:lnTo>
                    <a:pt x="911860" y="210185"/>
                  </a:lnTo>
                  <a:lnTo>
                    <a:pt x="583565" y="210185"/>
                  </a:lnTo>
                  <a:lnTo>
                    <a:pt x="583565" y="1278255"/>
                  </a:lnTo>
                  <a:lnTo>
                    <a:pt x="328295" y="1278255"/>
                  </a:lnTo>
                  <a:lnTo>
                    <a:pt x="328295" y="210185"/>
                  </a:lnTo>
                  <a:lnTo>
                    <a:pt x="0" y="210185"/>
                  </a:lnTo>
                  <a:lnTo>
                    <a:pt x="0" y="0"/>
                  </a:lnTo>
                  <a:lnTo>
                    <a:pt x="911860" y="0"/>
                  </a:lnTo>
                  <a:close/>
                </a:path>
              </a:pathLst>
            </a:custGeom>
            <a:solidFill>
              <a:srgbClr val="FFFFFF"/>
            </a:solidFill>
            <a:ln w="2540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Circular Std "/>
                <a:ea typeface="+mn-ea"/>
                <a:cs typeface="+mn-cs"/>
              </a:endParaRPr>
            </a:p>
          </p:txBody>
        </p:sp>
        <p:sp>
          <p:nvSpPr>
            <p:cNvPr id="12" name="Freeform: Shape 11">
              <a:extLst>
                <a:ext uri="{FF2B5EF4-FFF2-40B4-BE49-F238E27FC236}">
                  <a16:creationId xmlns:a16="http://schemas.microsoft.com/office/drawing/2014/main" id="{117B7601-409E-6282-3E71-A4B6EB5FCE02}"/>
                </a:ext>
              </a:extLst>
            </p:cNvPr>
            <p:cNvSpPr/>
            <p:nvPr/>
          </p:nvSpPr>
          <p:spPr>
            <a:xfrm>
              <a:off x="2139611" y="2494280"/>
              <a:ext cx="957579" cy="1277620"/>
            </a:xfrm>
            <a:custGeom>
              <a:avLst/>
              <a:gdLst>
                <a:gd name="connsiteX0" fmla="*/ 957580 w 957579"/>
                <a:gd name="connsiteY0" fmla="*/ 0 h 1277620"/>
                <a:gd name="connsiteX1" fmla="*/ 957580 w 957579"/>
                <a:gd name="connsiteY1" fmla="*/ 1277620 h 1277620"/>
                <a:gd name="connsiteX2" fmla="*/ 702310 w 957579"/>
                <a:gd name="connsiteY2" fmla="*/ 1277620 h 1277620"/>
                <a:gd name="connsiteX3" fmla="*/ 702310 w 957579"/>
                <a:gd name="connsiteY3" fmla="*/ 748030 h 1277620"/>
                <a:gd name="connsiteX4" fmla="*/ 255270 w 957579"/>
                <a:gd name="connsiteY4" fmla="*/ 748030 h 1277620"/>
                <a:gd name="connsiteX5" fmla="*/ 255270 w 957579"/>
                <a:gd name="connsiteY5" fmla="*/ 1277620 h 1277620"/>
                <a:gd name="connsiteX6" fmla="*/ 0 w 957579"/>
                <a:gd name="connsiteY6" fmla="*/ 1277620 h 1277620"/>
                <a:gd name="connsiteX7" fmla="*/ 0 w 957579"/>
                <a:gd name="connsiteY7" fmla="*/ 0 h 1277620"/>
                <a:gd name="connsiteX8" fmla="*/ 255270 w 957579"/>
                <a:gd name="connsiteY8" fmla="*/ 0 h 1277620"/>
                <a:gd name="connsiteX9" fmla="*/ 255270 w 957579"/>
                <a:gd name="connsiteY9" fmla="*/ 538480 h 1277620"/>
                <a:gd name="connsiteX10" fmla="*/ 702310 w 957579"/>
                <a:gd name="connsiteY10" fmla="*/ 538480 h 1277620"/>
                <a:gd name="connsiteX11" fmla="*/ 702310 w 957579"/>
                <a:gd name="connsiteY11" fmla="*/ 0 h 1277620"/>
                <a:gd name="connsiteX12" fmla="*/ 957580 w 957579"/>
                <a:gd name="connsiteY12" fmla="*/ 0 h 127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57579" h="1277620">
                  <a:moveTo>
                    <a:pt x="957580" y="0"/>
                  </a:moveTo>
                  <a:lnTo>
                    <a:pt x="957580" y="1277620"/>
                  </a:lnTo>
                  <a:lnTo>
                    <a:pt x="702310" y="1277620"/>
                  </a:lnTo>
                  <a:lnTo>
                    <a:pt x="702310" y="748030"/>
                  </a:lnTo>
                  <a:lnTo>
                    <a:pt x="255270" y="748030"/>
                  </a:lnTo>
                  <a:lnTo>
                    <a:pt x="255270" y="1277620"/>
                  </a:lnTo>
                  <a:lnTo>
                    <a:pt x="0" y="1277620"/>
                  </a:lnTo>
                  <a:lnTo>
                    <a:pt x="0" y="0"/>
                  </a:lnTo>
                  <a:lnTo>
                    <a:pt x="255270" y="0"/>
                  </a:lnTo>
                  <a:lnTo>
                    <a:pt x="255270" y="538480"/>
                  </a:lnTo>
                  <a:lnTo>
                    <a:pt x="702310" y="538480"/>
                  </a:lnTo>
                  <a:lnTo>
                    <a:pt x="702310" y="0"/>
                  </a:lnTo>
                  <a:lnTo>
                    <a:pt x="957580" y="0"/>
                  </a:lnTo>
                  <a:close/>
                </a:path>
              </a:pathLst>
            </a:custGeom>
            <a:solidFill>
              <a:srgbClr val="FFFFFF"/>
            </a:solidFill>
            <a:ln w="2540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Circular Std "/>
                <a:ea typeface="+mn-ea"/>
                <a:cs typeface="+mn-cs"/>
              </a:endParaRPr>
            </a:p>
          </p:txBody>
        </p:sp>
        <p:sp>
          <p:nvSpPr>
            <p:cNvPr id="13" name="Freeform: Shape 12">
              <a:extLst>
                <a:ext uri="{FF2B5EF4-FFF2-40B4-BE49-F238E27FC236}">
                  <a16:creationId xmlns:a16="http://schemas.microsoft.com/office/drawing/2014/main" id="{14556CD3-9DBF-1717-AB6E-C465F46B444C}"/>
                </a:ext>
              </a:extLst>
            </p:cNvPr>
            <p:cNvSpPr/>
            <p:nvPr/>
          </p:nvSpPr>
          <p:spPr>
            <a:xfrm>
              <a:off x="3217841" y="2494914"/>
              <a:ext cx="1141095" cy="1277620"/>
            </a:xfrm>
            <a:custGeom>
              <a:avLst/>
              <a:gdLst>
                <a:gd name="connsiteX0" fmla="*/ 264795 w 1141095"/>
                <a:gd name="connsiteY0" fmla="*/ 1277620 h 1277620"/>
                <a:gd name="connsiteX1" fmla="*/ 0 w 1141095"/>
                <a:gd name="connsiteY1" fmla="*/ 1277620 h 1277620"/>
                <a:gd name="connsiteX2" fmla="*/ 410845 w 1141095"/>
                <a:gd name="connsiteY2" fmla="*/ 0 h 1277620"/>
                <a:gd name="connsiteX3" fmla="*/ 730250 w 1141095"/>
                <a:gd name="connsiteY3" fmla="*/ 0 h 1277620"/>
                <a:gd name="connsiteX4" fmla="*/ 1141095 w 1141095"/>
                <a:gd name="connsiteY4" fmla="*/ 1277620 h 1277620"/>
                <a:gd name="connsiteX5" fmla="*/ 876300 w 1141095"/>
                <a:gd name="connsiteY5" fmla="*/ 1277620 h 1277620"/>
                <a:gd name="connsiteX6" fmla="*/ 794385 w 1141095"/>
                <a:gd name="connsiteY6" fmla="*/ 1022350 h 1277620"/>
                <a:gd name="connsiteX7" fmla="*/ 347345 w 1141095"/>
                <a:gd name="connsiteY7" fmla="*/ 1022350 h 1277620"/>
                <a:gd name="connsiteX8" fmla="*/ 264795 w 1141095"/>
                <a:gd name="connsiteY8" fmla="*/ 1277620 h 1277620"/>
                <a:gd name="connsiteX9" fmla="*/ 574675 w 1141095"/>
                <a:gd name="connsiteY9" fmla="*/ 337185 h 1277620"/>
                <a:gd name="connsiteX10" fmla="*/ 565785 w 1141095"/>
                <a:gd name="connsiteY10" fmla="*/ 337185 h 1277620"/>
                <a:gd name="connsiteX11" fmla="*/ 419735 w 1141095"/>
                <a:gd name="connsiteY11" fmla="*/ 802640 h 1277620"/>
                <a:gd name="connsiteX12" fmla="*/ 720725 w 1141095"/>
                <a:gd name="connsiteY12" fmla="*/ 802640 h 1277620"/>
                <a:gd name="connsiteX13" fmla="*/ 574675 w 1141095"/>
                <a:gd name="connsiteY13" fmla="*/ 337185 h 127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41095" h="1277620">
                  <a:moveTo>
                    <a:pt x="264795" y="1277620"/>
                  </a:moveTo>
                  <a:lnTo>
                    <a:pt x="0" y="1277620"/>
                  </a:lnTo>
                  <a:lnTo>
                    <a:pt x="410845" y="0"/>
                  </a:lnTo>
                  <a:lnTo>
                    <a:pt x="730250" y="0"/>
                  </a:lnTo>
                  <a:lnTo>
                    <a:pt x="1141095" y="1277620"/>
                  </a:lnTo>
                  <a:lnTo>
                    <a:pt x="876300" y="1277620"/>
                  </a:lnTo>
                  <a:lnTo>
                    <a:pt x="794385" y="1022350"/>
                  </a:lnTo>
                  <a:lnTo>
                    <a:pt x="347345" y="1022350"/>
                  </a:lnTo>
                  <a:lnTo>
                    <a:pt x="264795" y="1277620"/>
                  </a:lnTo>
                  <a:close/>
                  <a:moveTo>
                    <a:pt x="574675" y="337185"/>
                  </a:moveTo>
                  <a:lnTo>
                    <a:pt x="565785" y="337185"/>
                  </a:lnTo>
                  <a:lnTo>
                    <a:pt x="419735" y="802640"/>
                  </a:lnTo>
                  <a:lnTo>
                    <a:pt x="720725" y="802640"/>
                  </a:lnTo>
                  <a:lnTo>
                    <a:pt x="574675" y="337185"/>
                  </a:lnTo>
                  <a:close/>
                </a:path>
              </a:pathLst>
            </a:custGeom>
            <a:solidFill>
              <a:srgbClr val="FFFFFF"/>
            </a:solidFill>
            <a:ln w="2540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Circular Std "/>
                <a:ea typeface="+mn-ea"/>
                <a:cs typeface="+mn-cs"/>
              </a:endParaRPr>
            </a:p>
          </p:txBody>
        </p:sp>
        <p:sp>
          <p:nvSpPr>
            <p:cNvPr id="14" name="Freeform: Shape 13">
              <a:extLst>
                <a:ext uri="{FF2B5EF4-FFF2-40B4-BE49-F238E27FC236}">
                  <a16:creationId xmlns:a16="http://schemas.microsoft.com/office/drawing/2014/main" id="{8BC31F57-15C7-D169-F315-9084B2575B02}"/>
                </a:ext>
              </a:extLst>
            </p:cNvPr>
            <p:cNvSpPr/>
            <p:nvPr/>
          </p:nvSpPr>
          <p:spPr>
            <a:xfrm>
              <a:off x="4479586" y="2494280"/>
              <a:ext cx="966470" cy="1277620"/>
            </a:xfrm>
            <a:custGeom>
              <a:avLst/>
              <a:gdLst>
                <a:gd name="connsiteX0" fmla="*/ 711200 w 966470"/>
                <a:gd name="connsiteY0" fmla="*/ 784860 h 1277620"/>
                <a:gd name="connsiteX1" fmla="*/ 711200 w 966470"/>
                <a:gd name="connsiteY1" fmla="*/ 0 h 1277620"/>
                <a:gd name="connsiteX2" fmla="*/ 966470 w 966470"/>
                <a:gd name="connsiteY2" fmla="*/ 0 h 1277620"/>
                <a:gd name="connsiteX3" fmla="*/ 966470 w 966470"/>
                <a:gd name="connsiteY3" fmla="*/ 1277620 h 1277620"/>
                <a:gd name="connsiteX4" fmla="*/ 696595 w 966470"/>
                <a:gd name="connsiteY4" fmla="*/ 1277620 h 1277620"/>
                <a:gd name="connsiteX5" fmla="*/ 264160 w 966470"/>
                <a:gd name="connsiteY5" fmla="*/ 492760 h 1277620"/>
                <a:gd name="connsiteX6" fmla="*/ 255270 w 966470"/>
                <a:gd name="connsiteY6" fmla="*/ 492760 h 1277620"/>
                <a:gd name="connsiteX7" fmla="*/ 255270 w 966470"/>
                <a:gd name="connsiteY7" fmla="*/ 1277620 h 1277620"/>
                <a:gd name="connsiteX8" fmla="*/ 0 w 966470"/>
                <a:gd name="connsiteY8" fmla="*/ 1277620 h 1277620"/>
                <a:gd name="connsiteX9" fmla="*/ 0 w 966470"/>
                <a:gd name="connsiteY9" fmla="*/ 0 h 1277620"/>
                <a:gd name="connsiteX10" fmla="*/ 269875 w 966470"/>
                <a:gd name="connsiteY10" fmla="*/ 0 h 1277620"/>
                <a:gd name="connsiteX11" fmla="*/ 702310 w 966470"/>
                <a:gd name="connsiteY11" fmla="*/ 784860 h 1277620"/>
                <a:gd name="connsiteX12" fmla="*/ 711200 w 966470"/>
                <a:gd name="connsiteY12" fmla="*/ 784860 h 127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66470" h="1277620">
                  <a:moveTo>
                    <a:pt x="711200" y="784860"/>
                  </a:moveTo>
                  <a:lnTo>
                    <a:pt x="711200" y="0"/>
                  </a:lnTo>
                  <a:lnTo>
                    <a:pt x="966470" y="0"/>
                  </a:lnTo>
                  <a:lnTo>
                    <a:pt x="966470" y="1277620"/>
                  </a:lnTo>
                  <a:lnTo>
                    <a:pt x="696595" y="1277620"/>
                  </a:lnTo>
                  <a:lnTo>
                    <a:pt x="264160" y="492760"/>
                  </a:lnTo>
                  <a:lnTo>
                    <a:pt x="255270" y="492760"/>
                  </a:lnTo>
                  <a:lnTo>
                    <a:pt x="255270" y="1277620"/>
                  </a:lnTo>
                  <a:lnTo>
                    <a:pt x="0" y="1277620"/>
                  </a:lnTo>
                  <a:lnTo>
                    <a:pt x="0" y="0"/>
                  </a:lnTo>
                  <a:lnTo>
                    <a:pt x="269875" y="0"/>
                  </a:lnTo>
                  <a:lnTo>
                    <a:pt x="702310" y="784860"/>
                  </a:lnTo>
                  <a:lnTo>
                    <a:pt x="711200" y="784860"/>
                  </a:lnTo>
                  <a:close/>
                </a:path>
              </a:pathLst>
            </a:custGeom>
            <a:solidFill>
              <a:srgbClr val="FFFFFF"/>
            </a:solidFill>
            <a:ln w="2540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Circular Std "/>
                <a:ea typeface="+mn-ea"/>
                <a:cs typeface="+mn-cs"/>
              </a:endParaRPr>
            </a:p>
          </p:txBody>
        </p:sp>
        <p:sp>
          <p:nvSpPr>
            <p:cNvPr id="15" name="Freeform: Shape 14">
              <a:extLst>
                <a:ext uri="{FF2B5EF4-FFF2-40B4-BE49-F238E27FC236}">
                  <a16:creationId xmlns:a16="http://schemas.microsoft.com/office/drawing/2014/main" id="{C46DBA09-6CCF-6B95-BF3B-0EEDFDA1D8AB}"/>
                </a:ext>
              </a:extLst>
            </p:cNvPr>
            <p:cNvSpPr/>
            <p:nvPr/>
          </p:nvSpPr>
          <p:spPr>
            <a:xfrm>
              <a:off x="5697516" y="2494280"/>
              <a:ext cx="985519" cy="1278254"/>
            </a:xfrm>
            <a:custGeom>
              <a:avLst/>
              <a:gdLst>
                <a:gd name="connsiteX0" fmla="*/ 255270 w 985519"/>
                <a:gd name="connsiteY0" fmla="*/ 1278255 h 1278254"/>
                <a:gd name="connsiteX1" fmla="*/ 0 w 985519"/>
                <a:gd name="connsiteY1" fmla="*/ 1278255 h 1278254"/>
                <a:gd name="connsiteX2" fmla="*/ 0 w 985519"/>
                <a:gd name="connsiteY2" fmla="*/ 0 h 1278254"/>
                <a:gd name="connsiteX3" fmla="*/ 255270 w 985519"/>
                <a:gd name="connsiteY3" fmla="*/ 0 h 1278254"/>
                <a:gd name="connsiteX4" fmla="*/ 255270 w 985519"/>
                <a:gd name="connsiteY4" fmla="*/ 575310 h 1278254"/>
                <a:gd name="connsiteX5" fmla="*/ 266065 w 985519"/>
                <a:gd name="connsiteY5" fmla="*/ 575310 h 1278254"/>
                <a:gd name="connsiteX6" fmla="*/ 675005 w 985519"/>
                <a:gd name="connsiteY6" fmla="*/ 0 h 1278254"/>
                <a:gd name="connsiteX7" fmla="*/ 958215 w 985519"/>
                <a:gd name="connsiteY7" fmla="*/ 0 h 1278254"/>
                <a:gd name="connsiteX8" fmla="*/ 574675 w 985519"/>
                <a:gd name="connsiteY8" fmla="*/ 538480 h 1278254"/>
                <a:gd name="connsiteX9" fmla="*/ 985520 w 985519"/>
                <a:gd name="connsiteY9" fmla="*/ 1277620 h 1278254"/>
                <a:gd name="connsiteX10" fmla="*/ 711200 w 985519"/>
                <a:gd name="connsiteY10" fmla="*/ 1277620 h 1278254"/>
                <a:gd name="connsiteX11" fmla="*/ 419100 w 985519"/>
                <a:gd name="connsiteY11" fmla="*/ 748030 h 1278254"/>
                <a:gd name="connsiteX12" fmla="*/ 255270 w 985519"/>
                <a:gd name="connsiteY12" fmla="*/ 976630 h 1278254"/>
                <a:gd name="connsiteX13" fmla="*/ 255270 w 985519"/>
                <a:gd name="connsiteY13" fmla="*/ 1278255 h 1278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85519" h="1278254">
                  <a:moveTo>
                    <a:pt x="255270" y="1278255"/>
                  </a:moveTo>
                  <a:lnTo>
                    <a:pt x="0" y="1278255"/>
                  </a:lnTo>
                  <a:lnTo>
                    <a:pt x="0" y="0"/>
                  </a:lnTo>
                  <a:lnTo>
                    <a:pt x="255270" y="0"/>
                  </a:lnTo>
                  <a:lnTo>
                    <a:pt x="255270" y="575310"/>
                  </a:lnTo>
                  <a:lnTo>
                    <a:pt x="266065" y="575310"/>
                  </a:lnTo>
                  <a:lnTo>
                    <a:pt x="675005" y="0"/>
                  </a:lnTo>
                  <a:lnTo>
                    <a:pt x="958215" y="0"/>
                  </a:lnTo>
                  <a:lnTo>
                    <a:pt x="574675" y="538480"/>
                  </a:lnTo>
                  <a:lnTo>
                    <a:pt x="985520" y="1277620"/>
                  </a:lnTo>
                  <a:lnTo>
                    <a:pt x="711200" y="1277620"/>
                  </a:lnTo>
                  <a:lnTo>
                    <a:pt x="419100" y="748030"/>
                  </a:lnTo>
                  <a:lnTo>
                    <a:pt x="255270" y="976630"/>
                  </a:lnTo>
                  <a:lnTo>
                    <a:pt x="255270" y="1278255"/>
                  </a:lnTo>
                  <a:close/>
                </a:path>
              </a:pathLst>
            </a:custGeom>
            <a:solidFill>
              <a:srgbClr val="FFFFFF"/>
            </a:solidFill>
            <a:ln w="2540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Circular Std "/>
                <a:ea typeface="+mn-ea"/>
                <a:cs typeface="+mn-cs"/>
              </a:endParaRPr>
            </a:p>
          </p:txBody>
        </p:sp>
        <p:sp>
          <p:nvSpPr>
            <p:cNvPr id="16" name="Freeform: Shape 15">
              <a:extLst>
                <a:ext uri="{FF2B5EF4-FFF2-40B4-BE49-F238E27FC236}">
                  <a16:creationId xmlns:a16="http://schemas.microsoft.com/office/drawing/2014/main" id="{0EE15381-6878-4D6C-6E79-42A585CAA785}"/>
                </a:ext>
              </a:extLst>
            </p:cNvPr>
            <p:cNvSpPr/>
            <p:nvPr/>
          </p:nvSpPr>
          <p:spPr>
            <a:xfrm>
              <a:off x="7276760" y="2494280"/>
              <a:ext cx="1057910" cy="1277620"/>
            </a:xfrm>
            <a:custGeom>
              <a:avLst/>
              <a:gdLst>
                <a:gd name="connsiteX0" fmla="*/ 793115 w 1057910"/>
                <a:gd name="connsiteY0" fmla="*/ 0 h 1277620"/>
                <a:gd name="connsiteX1" fmla="*/ 1057911 w 1057910"/>
                <a:gd name="connsiteY1" fmla="*/ 0 h 1277620"/>
                <a:gd name="connsiteX2" fmla="*/ 656590 w 1057910"/>
                <a:gd name="connsiteY2" fmla="*/ 876300 h 1277620"/>
                <a:gd name="connsiteX3" fmla="*/ 656590 w 1057910"/>
                <a:gd name="connsiteY3" fmla="*/ 1277620 h 1277620"/>
                <a:gd name="connsiteX4" fmla="*/ 401320 w 1057910"/>
                <a:gd name="connsiteY4" fmla="*/ 1277620 h 1277620"/>
                <a:gd name="connsiteX5" fmla="*/ 401320 w 1057910"/>
                <a:gd name="connsiteY5" fmla="*/ 876300 h 1277620"/>
                <a:gd name="connsiteX6" fmla="*/ 0 w 1057910"/>
                <a:gd name="connsiteY6" fmla="*/ 0 h 1277620"/>
                <a:gd name="connsiteX7" fmla="*/ 264795 w 1057910"/>
                <a:gd name="connsiteY7" fmla="*/ 0 h 1277620"/>
                <a:gd name="connsiteX8" fmla="*/ 523875 w 1057910"/>
                <a:gd name="connsiteY8" fmla="*/ 565785 h 1277620"/>
                <a:gd name="connsiteX9" fmla="*/ 534670 w 1057910"/>
                <a:gd name="connsiteY9" fmla="*/ 565785 h 1277620"/>
                <a:gd name="connsiteX10" fmla="*/ 793115 w 1057910"/>
                <a:gd name="connsiteY10" fmla="*/ 0 h 127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57910" h="1277620">
                  <a:moveTo>
                    <a:pt x="793115" y="0"/>
                  </a:moveTo>
                  <a:lnTo>
                    <a:pt x="1057911" y="0"/>
                  </a:lnTo>
                  <a:lnTo>
                    <a:pt x="656590" y="876300"/>
                  </a:lnTo>
                  <a:lnTo>
                    <a:pt x="656590" y="1277620"/>
                  </a:lnTo>
                  <a:lnTo>
                    <a:pt x="401320" y="1277620"/>
                  </a:lnTo>
                  <a:lnTo>
                    <a:pt x="401320" y="876300"/>
                  </a:lnTo>
                  <a:lnTo>
                    <a:pt x="0" y="0"/>
                  </a:lnTo>
                  <a:lnTo>
                    <a:pt x="264795" y="0"/>
                  </a:lnTo>
                  <a:lnTo>
                    <a:pt x="523875" y="565785"/>
                  </a:lnTo>
                  <a:lnTo>
                    <a:pt x="534670" y="565785"/>
                  </a:lnTo>
                  <a:lnTo>
                    <a:pt x="793115" y="0"/>
                  </a:lnTo>
                  <a:close/>
                </a:path>
              </a:pathLst>
            </a:custGeom>
            <a:solidFill>
              <a:srgbClr val="FFFFFF"/>
            </a:solidFill>
            <a:ln w="2540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Circular Std "/>
                <a:ea typeface="+mn-ea"/>
                <a:cs typeface="+mn-cs"/>
              </a:endParaRPr>
            </a:p>
          </p:txBody>
        </p:sp>
        <p:sp>
          <p:nvSpPr>
            <p:cNvPr id="17" name="Freeform: Shape 16">
              <a:extLst>
                <a:ext uri="{FF2B5EF4-FFF2-40B4-BE49-F238E27FC236}">
                  <a16:creationId xmlns:a16="http://schemas.microsoft.com/office/drawing/2014/main" id="{5F24C21A-4720-B43E-D41E-69C82575F5DD}"/>
                </a:ext>
              </a:extLst>
            </p:cNvPr>
            <p:cNvSpPr/>
            <p:nvPr/>
          </p:nvSpPr>
          <p:spPr>
            <a:xfrm>
              <a:off x="8334671" y="2457449"/>
              <a:ext cx="1113789" cy="1351280"/>
            </a:xfrm>
            <a:custGeom>
              <a:avLst/>
              <a:gdLst>
                <a:gd name="connsiteX0" fmla="*/ 556895 w 1113789"/>
                <a:gd name="connsiteY0" fmla="*/ 1351280 h 1351280"/>
                <a:gd name="connsiteX1" fmla="*/ 0 w 1113789"/>
                <a:gd name="connsiteY1" fmla="*/ 675640 h 1351280"/>
                <a:gd name="connsiteX2" fmla="*/ 556895 w 1113789"/>
                <a:gd name="connsiteY2" fmla="*/ 0 h 1351280"/>
                <a:gd name="connsiteX3" fmla="*/ 1113789 w 1113789"/>
                <a:gd name="connsiteY3" fmla="*/ 675640 h 1351280"/>
                <a:gd name="connsiteX4" fmla="*/ 556895 w 1113789"/>
                <a:gd name="connsiteY4" fmla="*/ 1351280 h 1351280"/>
                <a:gd name="connsiteX5" fmla="*/ 556895 w 1113789"/>
                <a:gd name="connsiteY5" fmla="*/ 219710 h 1351280"/>
                <a:gd name="connsiteX6" fmla="*/ 264795 w 1113789"/>
                <a:gd name="connsiteY6" fmla="*/ 676275 h 1351280"/>
                <a:gd name="connsiteX7" fmla="*/ 556895 w 1113789"/>
                <a:gd name="connsiteY7" fmla="*/ 1132840 h 1351280"/>
                <a:gd name="connsiteX8" fmla="*/ 848995 w 1113789"/>
                <a:gd name="connsiteY8" fmla="*/ 676275 h 1351280"/>
                <a:gd name="connsiteX9" fmla="*/ 556895 w 1113789"/>
                <a:gd name="connsiteY9" fmla="*/ 219710 h 135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3789" h="1351280">
                  <a:moveTo>
                    <a:pt x="556895" y="1351280"/>
                  </a:moveTo>
                  <a:cubicBezTo>
                    <a:pt x="246380" y="1351280"/>
                    <a:pt x="0" y="1104900"/>
                    <a:pt x="0" y="675640"/>
                  </a:cubicBezTo>
                  <a:cubicBezTo>
                    <a:pt x="0" y="246380"/>
                    <a:pt x="246380" y="0"/>
                    <a:pt x="556895" y="0"/>
                  </a:cubicBezTo>
                  <a:cubicBezTo>
                    <a:pt x="867410" y="0"/>
                    <a:pt x="1113789" y="246380"/>
                    <a:pt x="1113789" y="675640"/>
                  </a:cubicBezTo>
                  <a:cubicBezTo>
                    <a:pt x="1113789" y="1104900"/>
                    <a:pt x="867410" y="1351280"/>
                    <a:pt x="556895" y="1351280"/>
                  </a:cubicBezTo>
                  <a:close/>
                  <a:moveTo>
                    <a:pt x="556895" y="219710"/>
                  </a:moveTo>
                  <a:cubicBezTo>
                    <a:pt x="401955" y="219710"/>
                    <a:pt x="264795" y="356870"/>
                    <a:pt x="264795" y="676275"/>
                  </a:cubicBezTo>
                  <a:cubicBezTo>
                    <a:pt x="264795" y="995680"/>
                    <a:pt x="401955" y="1132840"/>
                    <a:pt x="556895" y="1132840"/>
                  </a:cubicBezTo>
                  <a:cubicBezTo>
                    <a:pt x="711835" y="1132840"/>
                    <a:pt x="848995" y="995680"/>
                    <a:pt x="848995" y="676275"/>
                  </a:cubicBezTo>
                  <a:cubicBezTo>
                    <a:pt x="848995" y="356235"/>
                    <a:pt x="711835" y="219710"/>
                    <a:pt x="556895" y="219710"/>
                  </a:cubicBezTo>
                  <a:close/>
                </a:path>
              </a:pathLst>
            </a:custGeom>
            <a:solidFill>
              <a:srgbClr val="FFFFFF"/>
            </a:solidFill>
            <a:ln w="2540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Circular Std "/>
                <a:ea typeface="+mn-ea"/>
                <a:cs typeface="+mn-cs"/>
              </a:endParaRPr>
            </a:p>
          </p:txBody>
        </p:sp>
        <p:sp>
          <p:nvSpPr>
            <p:cNvPr id="18" name="Freeform: Shape 17">
              <a:extLst>
                <a:ext uri="{FF2B5EF4-FFF2-40B4-BE49-F238E27FC236}">
                  <a16:creationId xmlns:a16="http://schemas.microsoft.com/office/drawing/2014/main" id="{7BC5603B-185B-8F0B-BA88-DC8C8651DD0C}"/>
                </a:ext>
              </a:extLst>
            </p:cNvPr>
            <p:cNvSpPr/>
            <p:nvPr/>
          </p:nvSpPr>
          <p:spPr>
            <a:xfrm>
              <a:off x="9611021" y="2494280"/>
              <a:ext cx="967739" cy="1314450"/>
            </a:xfrm>
            <a:custGeom>
              <a:avLst/>
              <a:gdLst>
                <a:gd name="connsiteX0" fmla="*/ 256539 w 967739"/>
                <a:gd name="connsiteY0" fmla="*/ 867410 h 1314450"/>
                <a:gd name="connsiteX1" fmla="*/ 484505 w 967739"/>
                <a:gd name="connsiteY1" fmla="*/ 1095375 h 1314450"/>
                <a:gd name="connsiteX2" fmla="*/ 712470 w 967739"/>
                <a:gd name="connsiteY2" fmla="*/ 867410 h 1314450"/>
                <a:gd name="connsiteX3" fmla="*/ 712470 w 967739"/>
                <a:gd name="connsiteY3" fmla="*/ 0 h 1314450"/>
                <a:gd name="connsiteX4" fmla="*/ 967739 w 967739"/>
                <a:gd name="connsiteY4" fmla="*/ 0 h 1314450"/>
                <a:gd name="connsiteX5" fmla="*/ 967739 w 967739"/>
                <a:gd name="connsiteY5" fmla="*/ 867410 h 1314450"/>
                <a:gd name="connsiteX6" fmla="*/ 483870 w 967739"/>
                <a:gd name="connsiteY6" fmla="*/ 1314450 h 1314450"/>
                <a:gd name="connsiteX7" fmla="*/ 0 w 967739"/>
                <a:gd name="connsiteY7" fmla="*/ 867410 h 1314450"/>
                <a:gd name="connsiteX8" fmla="*/ 0 w 967739"/>
                <a:gd name="connsiteY8" fmla="*/ 0 h 1314450"/>
                <a:gd name="connsiteX9" fmla="*/ 255270 w 967739"/>
                <a:gd name="connsiteY9" fmla="*/ 0 h 1314450"/>
                <a:gd name="connsiteX10" fmla="*/ 255270 w 967739"/>
                <a:gd name="connsiteY10" fmla="*/ 867410 h 1314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67739" h="1314450">
                  <a:moveTo>
                    <a:pt x="256539" y="867410"/>
                  </a:moveTo>
                  <a:cubicBezTo>
                    <a:pt x="256539" y="1013460"/>
                    <a:pt x="338455" y="1095375"/>
                    <a:pt x="484505" y="1095375"/>
                  </a:cubicBezTo>
                  <a:cubicBezTo>
                    <a:pt x="630555" y="1095375"/>
                    <a:pt x="712470" y="1013460"/>
                    <a:pt x="712470" y="867410"/>
                  </a:cubicBezTo>
                  <a:lnTo>
                    <a:pt x="712470" y="0"/>
                  </a:lnTo>
                  <a:lnTo>
                    <a:pt x="967739" y="0"/>
                  </a:lnTo>
                  <a:lnTo>
                    <a:pt x="967739" y="867410"/>
                  </a:lnTo>
                  <a:cubicBezTo>
                    <a:pt x="967739" y="1122680"/>
                    <a:pt x="775970" y="1314450"/>
                    <a:pt x="483870" y="1314450"/>
                  </a:cubicBezTo>
                  <a:cubicBezTo>
                    <a:pt x="191770" y="1314450"/>
                    <a:pt x="0" y="1122680"/>
                    <a:pt x="0" y="867410"/>
                  </a:cubicBezTo>
                  <a:lnTo>
                    <a:pt x="0" y="0"/>
                  </a:lnTo>
                  <a:lnTo>
                    <a:pt x="255270" y="0"/>
                  </a:lnTo>
                  <a:lnTo>
                    <a:pt x="255270" y="867410"/>
                  </a:lnTo>
                  <a:close/>
                </a:path>
              </a:pathLst>
            </a:custGeom>
            <a:solidFill>
              <a:srgbClr val="FFFFFF"/>
            </a:solidFill>
            <a:ln w="2540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Circular Std "/>
                <a:ea typeface="+mn-ea"/>
                <a:cs typeface="+mn-cs"/>
              </a:endParaRPr>
            </a:p>
          </p:txBody>
        </p:sp>
      </p:grpSp>
      <p:sp>
        <p:nvSpPr>
          <p:cNvPr id="5" name="TextBox 4">
            <a:extLst>
              <a:ext uri="{FF2B5EF4-FFF2-40B4-BE49-F238E27FC236}">
                <a16:creationId xmlns:a16="http://schemas.microsoft.com/office/drawing/2014/main" id="{5BFFF49D-0DBA-6408-7180-27EA8C9C6271}"/>
              </a:ext>
            </a:extLst>
          </p:cNvPr>
          <p:cNvSpPr txBox="1"/>
          <p:nvPr/>
        </p:nvSpPr>
        <p:spPr>
          <a:xfrm>
            <a:off x="1749040" y="5576312"/>
            <a:ext cx="3883689" cy="340093"/>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Poppins" panose="02000000000000000000" pitchFamily="2" charset="0"/>
                <a:ea typeface="Roboto" panose="02000000000000000000" pitchFamily="2" charset="0"/>
                <a:cs typeface="Poppins" panose="02000000000000000000" pitchFamily="2" charset="0"/>
                <a:hlinkClick r:id="rId2">
                  <a:extLst>
                    <a:ext uri="{A12FA001-AC4F-418D-AE19-62706E023703}">
                      <ahyp:hlinkClr xmlns:ahyp="http://schemas.microsoft.com/office/drawing/2018/hyperlinkcolor" val="tx"/>
                    </a:ext>
                  </a:extLst>
                </a:hlinkClick>
              </a:rPr>
              <a:t>www.compliancequest.com</a:t>
            </a:r>
            <a:r>
              <a:rPr kumimoji="0" lang="en-US" sz="1400" b="0" i="0" u="none" strike="noStrike" kern="1200" cap="none" spc="0" normalizeH="0" baseline="0" noProof="0">
                <a:ln>
                  <a:noFill/>
                </a:ln>
                <a:solidFill>
                  <a:srgbClr val="FFFFFF"/>
                </a:solidFill>
                <a:effectLst/>
                <a:uLnTx/>
                <a:uFillTx/>
                <a:latin typeface="Poppins" panose="02000000000000000000" pitchFamily="2" charset="0"/>
                <a:ea typeface="Roboto" panose="02000000000000000000" pitchFamily="2" charset="0"/>
                <a:cs typeface="Poppins" panose="02000000000000000000" pitchFamily="2" charset="0"/>
              </a:rPr>
              <a:t> </a:t>
            </a:r>
          </a:p>
        </p:txBody>
      </p:sp>
      <p:pic>
        <p:nvPicPr>
          <p:cNvPr id="6" name="Graphic 5">
            <a:extLst>
              <a:ext uri="{FF2B5EF4-FFF2-40B4-BE49-F238E27FC236}">
                <a16:creationId xmlns:a16="http://schemas.microsoft.com/office/drawing/2014/main" id="{57948DDC-2A03-3589-A012-C69AB2AE506A}"/>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1840" y="5587888"/>
            <a:ext cx="365760" cy="365760"/>
          </a:xfrm>
          <a:prstGeom prst="rect">
            <a:avLst/>
          </a:prstGeom>
        </p:spPr>
      </p:pic>
      <p:pic>
        <p:nvPicPr>
          <p:cNvPr id="11" name="Picture 10" descr="Text&#10;&#10;Description automatically generated">
            <a:extLst>
              <a:ext uri="{FF2B5EF4-FFF2-40B4-BE49-F238E27FC236}">
                <a16:creationId xmlns:a16="http://schemas.microsoft.com/office/drawing/2014/main" id="{26A00413-A77E-7037-8422-ECDCE044B58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81057" y="323262"/>
            <a:ext cx="2359152" cy="367389"/>
          </a:xfrm>
          <a:prstGeom prst="rect">
            <a:avLst/>
          </a:prstGeom>
        </p:spPr>
      </p:pic>
      <p:pic>
        <p:nvPicPr>
          <p:cNvPr id="2" name="Picture 1" descr="A cartoon of a cat&#10;&#10;Description automatically generated with low confidence">
            <a:extLst>
              <a:ext uri="{FF2B5EF4-FFF2-40B4-BE49-F238E27FC236}">
                <a16:creationId xmlns:a16="http://schemas.microsoft.com/office/drawing/2014/main" id="{49CE3984-D6CF-B6A2-4426-C495A99EA1C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036396" y="2458726"/>
            <a:ext cx="443112" cy="704976"/>
          </a:xfrm>
          <a:prstGeom prst="rect">
            <a:avLst/>
          </a:prstGeom>
        </p:spPr>
      </p:pic>
      <p:pic>
        <p:nvPicPr>
          <p:cNvPr id="3" name="Picture 2">
            <a:extLst>
              <a:ext uri="{FF2B5EF4-FFF2-40B4-BE49-F238E27FC236}">
                <a16:creationId xmlns:a16="http://schemas.microsoft.com/office/drawing/2014/main" id="{F68A1712-8D29-E124-7CB5-16ECF0A930C9}"/>
              </a:ext>
            </a:extLst>
          </p:cNvPr>
          <p:cNvPicPr>
            <a:picLocks noChangeAspect="1"/>
          </p:cNvPicPr>
          <p:nvPr/>
        </p:nvPicPr>
        <p:blipFill>
          <a:blip r:embed="rId7"/>
          <a:stretch>
            <a:fillRect/>
          </a:stretch>
        </p:blipFill>
        <p:spPr>
          <a:xfrm>
            <a:off x="9571650" y="2347657"/>
            <a:ext cx="1181114" cy="870748"/>
          </a:xfrm>
          <a:prstGeom prst="rect">
            <a:avLst/>
          </a:prstGeom>
        </p:spPr>
      </p:pic>
      <p:pic>
        <p:nvPicPr>
          <p:cNvPr id="539" name="Picture 538">
            <a:extLst>
              <a:ext uri="{FF2B5EF4-FFF2-40B4-BE49-F238E27FC236}">
                <a16:creationId xmlns:a16="http://schemas.microsoft.com/office/drawing/2014/main" id="{E4404D7A-A268-5203-2577-33BD03F230AC}"/>
              </a:ext>
            </a:extLst>
          </p:cNvPr>
          <p:cNvPicPr>
            <a:picLocks noChangeAspect="1"/>
          </p:cNvPicPr>
          <p:nvPr/>
        </p:nvPicPr>
        <p:blipFill rotWithShape="1">
          <a:blip r:embed="rId8"/>
          <a:srcRect b="7277"/>
          <a:stretch/>
        </p:blipFill>
        <p:spPr>
          <a:xfrm>
            <a:off x="6425015" y="2442425"/>
            <a:ext cx="547318" cy="737578"/>
          </a:xfrm>
          <a:prstGeom prst="rect">
            <a:avLst/>
          </a:prstGeom>
        </p:spPr>
      </p:pic>
      <p:pic>
        <p:nvPicPr>
          <p:cNvPr id="540" name="Picture 539">
            <a:extLst>
              <a:ext uri="{FF2B5EF4-FFF2-40B4-BE49-F238E27FC236}">
                <a16:creationId xmlns:a16="http://schemas.microsoft.com/office/drawing/2014/main" id="{E5F0FDFD-4CEF-0D1F-39BD-16831262CBB9}"/>
              </a:ext>
            </a:extLst>
          </p:cNvPr>
          <p:cNvPicPr>
            <a:picLocks noChangeAspect="1"/>
          </p:cNvPicPr>
          <p:nvPr/>
        </p:nvPicPr>
        <p:blipFill>
          <a:blip r:embed="rId9"/>
          <a:stretch>
            <a:fillRect/>
          </a:stretch>
        </p:blipFill>
        <p:spPr>
          <a:xfrm>
            <a:off x="1496861" y="2359287"/>
            <a:ext cx="782132" cy="789724"/>
          </a:xfrm>
          <a:prstGeom prst="rect">
            <a:avLst/>
          </a:prstGeom>
        </p:spPr>
      </p:pic>
      <p:pic>
        <p:nvPicPr>
          <p:cNvPr id="20" name="Picture 19" descr="A picture containing text, window&#10;&#10;Description automatically generated">
            <a:extLst>
              <a:ext uri="{FF2B5EF4-FFF2-40B4-BE49-F238E27FC236}">
                <a16:creationId xmlns:a16="http://schemas.microsoft.com/office/drawing/2014/main" id="{079A9D55-4177-88AA-5CE7-63D8AEB30702}"/>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637220" y="2392781"/>
            <a:ext cx="335026" cy="751200"/>
          </a:xfrm>
          <a:prstGeom prst="rect">
            <a:avLst/>
          </a:prstGeom>
        </p:spPr>
      </p:pic>
      <p:pic>
        <p:nvPicPr>
          <p:cNvPr id="22" name="Picture 21" descr="A picture containing clipart&#10;&#10;Description automatically generated">
            <a:extLst>
              <a:ext uri="{FF2B5EF4-FFF2-40B4-BE49-F238E27FC236}">
                <a16:creationId xmlns:a16="http://schemas.microsoft.com/office/drawing/2014/main" id="{B1A77DDD-F9EE-017E-5D0E-6B176A431336}"/>
              </a:ext>
            </a:extLst>
          </p:cNvPr>
          <p:cNvPicPr>
            <a:picLocks noChangeAspect="1"/>
          </p:cNvPicPr>
          <p:nvPr/>
        </p:nvPicPr>
        <p:blipFill rotWithShape="1">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rcRect r="67727" b="11353"/>
          <a:stretch/>
        </p:blipFill>
        <p:spPr>
          <a:xfrm>
            <a:off x="8564738" y="2347657"/>
            <a:ext cx="617088" cy="845496"/>
          </a:xfrm>
          <a:prstGeom prst="rect">
            <a:avLst/>
          </a:prstGeom>
        </p:spPr>
      </p:pic>
      <p:pic>
        <p:nvPicPr>
          <p:cNvPr id="23" name="Picture 22" descr="A picture containing clipart&#10;&#10;Description automatically generated">
            <a:extLst>
              <a:ext uri="{FF2B5EF4-FFF2-40B4-BE49-F238E27FC236}">
                <a16:creationId xmlns:a16="http://schemas.microsoft.com/office/drawing/2014/main" id="{733693DC-0C15-9424-E7FA-7BD6C9ECE934}"/>
              </a:ext>
            </a:extLst>
          </p:cNvPr>
          <p:cNvPicPr>
            <a:picLocks noChangeAspect="1"/>
          </p:cNvPicPr>
          <p:nvPr/>
        </p:nvPicPr>
        <p:blipFill rotWithShape="1">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l="32417" r="34940" b="11267"/>
          <a:stretch/>
        </p:blipFill>
        <p:spPr>
          <a:xfrm>
            <a:off x="4629588" y="2350026"/>
            <a:ext cx="596098" cy="808246"/>
          </a:xfrm>
          <a:prstGeom prst="rect">
            <a:avLst/>
          </a:prstGeom>
        </p:spPr>
      </p:pic>
    </p:spTree>
    <p:extLst>
      <p:ext uri="{BB962C8B-B14F-4D97-AF65-F5344CB8AC3E}">
        <p14:creationId xmlns:p14="http://schemas.microsoft.com/office/powerpoint/2010/main" val="38999395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Custom 15">
      <a:dk1>
        <a:srgbClr val="000000"/>
      </a:dk1>
      <a:lt1>
        <a:srgbClr val="FFFFFF"/>
      </a:lt1>
      <a:dk2>
        <a:srgbClr val="194175"/>
      </a:dk2>
      <a:lt2>
        <a:srgbClr val="E7E6E6"/>
      </a:lt2>
      <a:accent1>
        <a:srgbClr val="0070C0"/>
      </a:accent1>
      <a:accent2>
        <a:srgbClr val="494949"/>
      </a:accent2>
      <a:accent3>
        <a:srgbClr val="F3703A"/>
      </a:accent3>
      <a:accent4>
        <a:srgbClr val="1E672D"/>
      </a:accent4>
      <a:accent5>
        <a:srgbClr val="87A905"/>
      </a:accent5>
      <a:accent6>
        <a:srgbClr val="3FC7F2"/>
      </a:accent6>
      <a:hlink>
        <a:srgbClr val="0071BC"/>
      </a:hlink>
      <a:folHlink>
        <a:srgbClr val="4453A3"/>
      </a:folHlink>
    </a:clrScheme>
    <a:fontScheme name="Custom 6">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a:spAutoFit/>
      </a:bodyPr>
      <a:lstStyle>
        <a:defPPr algn="l">
          <a:defRPr sz="1800" dirty="0">
            <a:solidFill>
              <a:schemeClr val="accent2"/>
            </a:solidFill>
            <a:latin typeface="Calibri" panose="020F0502020204030204" pitchFamily="34" charset="0"/>
            <a:ea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9CEFAEF8C416B439DD3E1A4D07538A1" ma:contentTypeVersion="14" ma:contentTypeDescription="Create a new document." ma:contentTypeScope="" ma:versionID="906b9d228a649a9df8fb6ee161c49452">
  <xsd:schema xmlns:xsd="http://www.w3.org/2001/XMLSchema" xmlns:xs="http://www.w3.org/2001/XMLSchema" xmlns:p="http://schemas.microsoft.com/office/2006/metadata/properties" xmlns:ns3="d4c49e3d-ff47-43b4-a6a0-ea954e892205" xmlns:ns4="597d8f01-1222-40d8-a634-30f6ecc55028" targetNamespace="http://schemas.microsoft.com/office/2006/metadata/properties" ma:root="true" ma:fieldsID="7af213de96cef7697f4192f17daf34f9" ns3:_="" ns4:_="">
    <xsd:import namespace="d4c49e3d-ff47-43b4-a6a0-ea954e892205"/>
    <xsd:import namespace="597d8f01-1222-40d8-a634-30f6ecc55028"/>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Location" minOccurs="0"/>
                <xsd:element ref="ns4:MediaServiceOCR" minOccurs="0"/>
                <xsd:element ref="ns4:MediaServiceEventHashCode" minOccurs="0"/>
                <xsd:element ref="ns4:MediaServiceGenerationTime" minOccurs="0"/>
                <xsd:element ref="ns4:MediaServiceAutoKeyPoints" minOccurs="0"/>
                <xsd:element ref="ns4:MediaServiceKeyPoints"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c49e3d-ff47-43b4-a6a0-ea954e892205"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97d8f01-1222-40d8-a634-30f6ecc55028"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DateTaken" ma:index="13" nillable="true" ma:displayName="MediaServiceDateTaken" ma:description="" ma:hidden="true" ma:internalName="MediaServiceDateTaken" ma:readOnly="true">
      <xsd:simpleType>
        <xsd:restriction base="dms:Text"/>
      </xsd:simpleType>
    </xsd:element>
    <xsd:element name="MediaServiceAutoTags" ma:index="14" nillable="true" ma:displayName="MediaServiceAutoTags" ma:description="" ma:internalName="MediaServiceAutoTags" ma:readOnly="true">
      <xsd:simpleType>
        <xsd:restriction base="dms:Text"/>
      </xsd:simpleType>
    </xsd:element>
    <xsd:element name="MediaServiceLocation" ma:index="15" nillable="true" ma:displayName="MediaServiceLocation" ma:internalName="MediaServiceLocation" ma:readOnly="true">
      <xsd:simpleType>
        <xsd:restriction base="dms:Text"/>
      </xsd:simpleType>
    </xsd:element>
    <xsd:element name="MediaServiceOCR" ma:index="16" nillable="true" ma:displayName="MediaServiceOCR" ma:internalName="MediaServiceOCR" ma:readOnly="true">
      <xsd:simpleType>
        <xsd:restriction base="dms:Note">
          <xsd:maxLength value="255"/>
        </xsd:restriction>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22EE78E-DF02-4305-9246-C3208AC36447}">
  <ds:schemaRefs>
    <ds:schemaRef ds:uri="597d8f01-1222-40d8-a634-30f6ecc55028"/>
    <ds:schemaRef ds:uri="d4c49e3d-ff47-43b4-a6a0-ea954e89220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88A2552-BB0B-4ECC-8225-BAC678EEC0EE}">
  <ds:schemaRefs>
    <ds:schemaRef ds:uri="http://schemas.microsoft.com/sharepoint/v3/contenttype/forms"/>
  </ds:schemaRefs>
</ds:datastoreItem>
</file>

<file path=customXml/itemProps3.xml><?xml version="1.0" encoding="utf-8"?>
<ds:datastoreItem xmlns:ds="http://schemas.openxmlformats.org/officeDocument/2006/customXml" ds:itemID="{EB570B91-A1FC-4293-9510-B861179B1C70}">
  <ds:schemaRefs>
    <ds:schemaRef ds:uri="597d8f01-1222-40d8-a634-30f6ecc55028"/>
    <ds:schemaRef ds:uri="d4c49e3d-ff47-43b4-a6a0-ea954e89220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41</TotalTime>
  <Words>2431</Words>
  <Application>Microsoft Office PowerPoint</Application>
  <PresentationFormat>Widescreen</PresentationFormat>
  <Paragraphs>565</Paragraphs>
  <Slides>27</Slides>
  <Notes>8</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27</vt:i4>
      </vt:variant>
    </vt:vector>
  </HeadingPairs>
  <TitlesOfParts>
    <vt:vector size="38" baseType="lpstr">
      <vt:lpstr>Circular Std </vt:lpstr>
      <vt:lpstr>Calibri Light</vt:lpstr>
      <vt:lpstr>Circular Std Bold</vt:lpstr>
      <vt:lpstr>Poppins</vt:lpstr>
      <vt:lpstr>Roboto Condensed</vt:lpstr>
      <vt:lpstr>Calibri</vt:lpstr>
      <vt:lpstr>Arial</vt:lpstr>
      <vt:lpstr>Open Sans</vt:lpstr>
      <vt:lpstr>Source Sans Pro</vt:lpstr>
      <vt:lpstr>Office Theme</vt:lpstr>
      <vt:lpstr>1_Office Theme</vt:lpstr>
      <vt:lpstr>PowerPoint Presentation</vt:lpstr>
      <vt:lpstr>Agenda</vt:lpstr>
      <vt:lpstr>PowerPoint Presentation</vt:lpstr>
      <vt:lpstr>Our understanding of your needs</vt:lpstr>
      <vt:lpstr>PowerPoint Presentation</vt:lpstr>
      <vt:lpstr>Agile based CQ Implementation Delivery (ABCD) Methodology</vt:lpstr>
      <vt:lpstr>ABCD - Steps and Key Milestones</vt:lpstr>
      <vt:lpstr>CQ Project Resources</vt:lpstr>
      <vt:lpstr>Client Project Resources</vt:lpstr>
      <vt:lpstr>Project Team Hierarchy and Escalation Matrix</vt:lpstr>
      <vt:lpstr>PowerPoint Presentation</vt:lpstr>
      <vt:lpstr>Implementation Scope</vt:lpstr>
      <vt:lpstr>Proposed Program Timeline</vt:lpstr>
      <vt:lpstr>Sample Phase 1 Timeline</vt:lpstr>
      <vt:lpstr>Project Activities </vt:lpstr>
      <vt:lpstr>Project Management Deliverables</vt:lpstr>
      <vt:lpstr>Migration Deliverables</vt:lpstr>
      <vt:lpstr>Project Deliverables</vt:lpstr>
      <vt:lpstr>PowerPoint Presentation</vt:lpstr>
      <vt:lpstr>Phase 1</vt:lpstr>
      <vt:lpstr>Phase 1</vt:lpstr>
      <vt:lpstr>Additional Services</vt:lpstr>
      <vt:lpstr>Total Implementation Investments</vt:lpstr>
      <vt:lpstr>PowerPoint Presentation</vt:lpstr>
      <vt:lpstr>In Scope Assumptions</vt:lpstr>
      <vt:lpstr>Out of Scope Assumptions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Bhavin Virani</cp:lastModifiedBy>
  <cp:revision>1</cp:revision>
  <dcterms:created xsi:type="dcterms:W3CDTF">2020-05-20T00:15:59Z</dcterms:created>
  <dcterms:modified xsi:type="dcterms:W3CDTF">2026-04-13T14:25:55Z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0x01010019CEFAEF8C416B439DD3E1A4D07538A1</vt:lpwstr>
  </property>
</Properties>
</file>